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489" r:id="rId2"/>
    <p:sldId id="315" r:id="rId3"/>
    <p:sldId id="560" r:id="rId4"/>
    <p:sldId id="490" r:id="rId5"/>
    <p:sldId id="491" r:id="rId6"/>
    <p:sldId id="492" r:id="rId7"/>
    <p:sldId id="493" r:id="rId8"/>
    <p:sldId id="494" r:id="rId9"/>
    <p:sldId id="263" r:id="rId10"/>
    <p:sldId id="258" r:id="rId11"/>
    <p:sldId id="257" r:id="rId12"/>
    <p:sldId id="259" r:id="rId13"/>
    <p:sldId id="274" r:id="rId14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image" Target="../media/image9.jpeg"/><Relationship Id="rId4" Type="http://schemas.openxmlformats.org/officeDocument/2006/relationships/image" Target="../media/image12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image" Target="../media/image9.jpeg"/><Relationship Id="rId4" Type="http://schemas.openxmlformats.org/officeDocument/2006/relationships/image" Target="../media/image1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86EC47-A921-4DD3-B038-9701E42E4CED}" type="doc">
      <dgm:prSet loTypeId="urn:diagrams.loki3.com/Bracke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1A514C-B650-46E3-9E91-D589C689C7A6}">
      <dgm:prSet custT="1"/>
      <dgm:spPr>
        <a:solidFill>
          <a:srgbClr val="FFC000"/>
        </a:solidFill>
      </dgm:spPr>
      <dgm:t>
        <a:bodyPr/>
        <a:lstStyle/>
        <a:p>
          <a:r>
            <a:rPr lang="en-US" sz="2800" b="1" i="0" dirty="0" err="1">
              <a:solidFill>
                <a:schemeClr val="tx1"/>
              </a:solidFill>
              <a:latin typeface="Bahnschrift SemiBold SemiConden" panose="020B0502040204020203" pitchFamily="34" charset="0"/>
            </a:rPr>
            <a:t>Fungsi</a:t>
          </a:r>
          <a:r>
            <a:rPr lang="en-US" sz="2800" b="1" i="0" dirty="0">
              <a:solidFill>
                <a:schemeClr val="tx1"/>
              </a:solidFill>
              <a:latin typeface="Bahnschrift SemiBold SemiConden" panose="020B0502040204020203" pitchFamily="34" charset="0"/>
            </a:rPr>
            <a:t> </a:t>
          </a:r>
          <a:r>
            <a:rPr lang="en-US" sz="2800" b="1" i="0" dirty="0" err="1">
              <a:solidFill>
                <a:schemeClr val="tx1"/>
              </a:solidFill>
              <a:latin typeface="Bahnschrift SemiBold SemiConden" panose="020B0502040204020203" pitchFamily="34" charset="0"/>
            </a:rPr>
            <a:t>Penyelesaian</a:t>
          </a:r>
          <a:r>
            <a:rPr lang="en-US" sz="2800" b="1" i="0" dirty="0">
              <a:solidFill>
                <a:schemeClr val="tx1"/>
              </a:solidFill>
              <a:latin typeface="Bahnschrift SemiBold SemiConden" panose="020B0502040204020203" pitchFamily="34" charset="0"/>
            </a:rPr>
            <a:t> </a:t>
          </a:r>
          <a:r>
            <a:rPr lang="en-US" sz="2800" b="1" i="0" dirty="0" err="1">
              <a:solidFill>
                <a:schemeClr val="tx1"/>
              </a:solidFill>
              <a:latin typeface="Bahnschrift SemiBold SemiConden" panose="020B0502040204020203" pitchFamily="34" charset="0"/>
            </a:rPr>
            <a:t>Perkara</a:t>
          </a:r>
          <a:endParaRPr lang="en-US" sz="2800" b="1" i="0" dirty="0">
            <a:solidFill>
              <a:schemeClr val="tx1"/>
            </a:solidFill>
            <a:latin typeface="Bahnschrift SemiBold SemiConden" panose="020B0502040204020203" pitchFamily="34" charset="0"/>
          </a:endParaRPr>
        </a:p>
      </dgm:t>
    </dgm:pt>
    <dgm:pt modelId="{0B2F7ABB-90C7-4977-9355-1AC5D8B0A858}" type="parTrans" cxnId="{F6B33465-D3F9-4B25-81A5-DC194F563A1A}">
      <dgm:prSet/>
      <dgm:spPr/>
      <dgm:t>
        <a:bodyPr/>
        <a:lstStyle/>
        <a:p>
          <a:endParaRPr lang="en-US"/>
        </a:p>
      </dgm:t>
    </dgm:pt>
    <dgm:pt modelId="{9566BC0A-8EE4-4D7F-BC0B-1B1A592042CB}" type="sibTrans" cxnId="{F6B33465-D3F9-4B25-81A5-DC194F563A1A}">
      <dgm:prSet/>
      <dgm:spPr/>
      <dgm:t>
        <a:bodyPr/>
        <a:lstStyle/>
        <a:p>
          <a:endParaRPr lang="en-US"/>
        </a:p>
      </dgm:t>
    </dgm:pt>
    <dgm:pt modelId="{F95FDAD8-1513-4F2B-B12A-815B177E1755}">
      <dgm:prSet custT="1"/>
      <dgm:spPr>
        <a:solidFill>
          <a:srgbClr val="FFC000"/>
        </a:solidFill>
      </dgm:spPr>
      <dgm:t>
        <a:bodyPr/>
        <a:lstStyle/>
        <a:p>
          <a:pPr algn="r"/>
          <a:r>
            <a:rPr lang="en-US" sz="2800" b="1" i="0" dirty="0" err="1">
              <a:solidFill>
                <a:schemeClr val="tx1"/>
              </a:solidFill>
              <a:latin typeface="Bahnschrift SemiBold SemiConden" panose="020B0502040204020203" pitchFamily="34" charset="0"/>
            </a:rPr>
            <a:t>Fungsi</a:t>
          </a:r>
          <a:r>
            <a:rPr lang="en-US" sz="2800" b="1" i="0" dirty="0">
              <a:solidFill>
                <a:schemeClr val="tx1"/>
              </a:solidFill>
              <a:latin typeface="Bahnschrift SemiBold SemiConden" panose="020B0502040204020203" pitchFamily="34" charset="0"/>
            </a:rPr>
            <a:t> </a:t>
          </a:r>
          <a:r>
            <a:rPr lang="en-US" sz="2800" b="1" i="0" dirty="0" err="1">
              <a:solidFill>
                <a:schemeClr val="tx1"/>
              </a:solidFill>
              <a:latin typeface="Bahnschrift SemiBold SemiConden" panose="020B0502040204020203" pitchFamily="34" charset="0"/>
            </a:rPr>
            <a:t>Pengawasan</a:t>
          </a:r>
          <a:endParaRPr lang="en-US" sz="2800" b="1" i="0" dirty="0">
            <a:solidFill>
              <a:schemeClr val="tx1"/>
            </a:solidFill>
            <a:latin typeface="Bahnschrift SemiBold SemiConden" panose="020B0502040204020203" pitchFamily="34" charset="0"/>
          </a:endParaRPr>
        </a:p>
      </dgm:t>
    </dgm:pt>
    <dgm:pt modelId="{39738F4E-9BCB-4345-9BF3-4CE9F8833D7E}" type="parTrans" cxnId="{3A425D81-10ED-4CDF-B4F7-EEFF739963B4}">
      <dgm:prSet/>
      <dgm:spPr/>
      <dgm:t>
        <a:bodyPr/>
        <a:lstStyle/>
        <a:p>
          <a:endParaRPr lang="en-US"/>
        </a:p>
      </dgm:t>
    </dgm:pt>
    <dgm:pt modelId="{EFF18BA7-97B5-40B7-8840-F20C4BB50D9A}" type="sibTrans" cxnId="{3A425D81-10ED-4CDF-B4F7-EEFF739963B4}">
      <dgm:prSet/>
      <dgm:spPr/>
      <dgm:t>
        <a:bodyPr/>
        <a:lstStyle/>
        <a:p>
          <a:endParaRPr lang="en-US"/>
        </a:p>
      </dgm:t>
    </dgm:pt>
    <dgm:pt modelId="{0C948935-49FB-44DE-8233-D7FBED9AA42D}">
      <dgm:prSet/>
      <dgm:spPr/>
      <dgm:t>
        <a:bodyPr/>
        <a:lstStyle/>
        <a:p>
          <a:r>
            <a:rPr lang="en-US" dirty="0" err="1">
              <a:latin typeface="Bahnschrift Condensed" panose="020B0502040204020203" pitchFamily="34" charset="0"/>
            </a:rPr>
            <a:t>Tugas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memeriksa</a:t>
          </a:r>
          <a:r>
            <a:rPr lang="en-US" dirty="0">
              <a:latin typeface="Bahnschrift Condensed" panose="020B0502040204020203" pitchFamily="34" charset="0"/>
            </a:rPr>
            <a:t> dan </a:t>
          </a:r>
          <a:r>
            <a:rPr lang="en-US" dirty="0" err="1">
              <a:latin typeface="Bahnschrift Condensed" panose="020B0502040204020203" pitchFamily="34" charset="0"/>
            </a:rPr>
            <a:t>mengadili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perkara</a:t>
          </a:r>
          <a:r>
            <a:rPr lang="en-US" dirty="0">
              <a:latin typeface="Bahnschrift Condensed" panose="020B0502040204020203" pitchFamily="34" charset="0"/>
            </a:rPr>
            <a:t>, </a:t>
          </a:r>
          <a:r>
            <a:rPr lang="en-US" dirty="0" err="1">
              <a:latin typeface="Bahnschrift Condensed" panose="020B0502040204020203" pitchFamily="34" charset="0"/>
            </a:rPr>
            <a:t>baik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perkara</a:t>
          </a:r>
          <a:r>
            <a:rPr lang="en-US" dirty="0">
              <a:latin typeface="Bahnschrift Condensed" panose="020B0502040204020203" pitchFamily="34" charset="0"/>
            </a:rPr>
            <a:t> banding </a:t>
          </a:r>
          <a:r>
            <a:rPr lang="en-US" dirty="0" err="1">
              <a:latin typeface="Bahnschrift Condensed" panose="020B0502040204020203" pitchFamily="34" charset="0"/>
            </a:rPr>
            <a:t>maupun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perkara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sengketa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kewenangan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mengadili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antar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pengadilan</a:t>
          </a:r>
          <a:r>
            <a:rPr lang="en-US" dirty="0">
              <a:latin typeface="Bahnschrift Condensed" panose="020B0502040204020203" pitchFamily="34" charset="0"/>
            </a:rPr>
            <a:t> agama di </a:t>
          </a:r>
          <a:r>
            <a:rPr lang="en-US" dirty="0" err="1">
              <a:latin typeface="Bahnschrift Condensed" panose="020B0502040204020203" pitchFamily="34" charset="0"/>
            </a:rPr>
            <a:t>daerah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hukumnya</a:t>
          </a:r>
          <a:endParaRPr lang="en-US" dirty="0">
            <a:latin typeface="Bahnschrift Condensed" panose="020B0502040204020203" pitchFamily="34" charset="0"/>
          </a:endParaRPr>
        </a:p>
      </dgm:t>
    </dgm:pt>
    <dgm:pt modelId="{89D366D7-FD6C-4DB5-A978-BB885205D7D5}" type="parTrans" cxnId="{4BD8AEF2-5EC5-46DD-8656-961E14B0B24B}">
      <dgm:prSet/>
      <dgm:spPr/>
      <dgm:t>
        <a:bodyPr/>
        <a:lstStyle/>
        <a:p>
          <a:endParaRPr lang="en-US"/>
        </a:p>
      </dgm:t>
    </dgm:pt>
    <dgm:pt modelId="{3D35FE5A-16BC-442A-8646-3D94A0D383B5}" type="sibTrans" cxnId="{4BD8AEF2-5EC5-46DD-8656-961E14B0B24B}">
      <dgm:prSet/>
      <dgm:spPr/>
      <dgm:t>
        <a:bodyPr/>
        <a:lstStyle/>
        <a:p>
          <a:endParaRPr lang="en-US"/>
        </a:p>
      </dgm:t>
    </dgm:pt>
    <dgm:pt modelId="{55524DDB-B94C-490E-8D85-C46702ECC45D}">
      <dgm:prSet/>
      <dgm:spPr/>
      <dgm:t>
        <a:bodyPr/>
        <a:lstStyle/>
        <a:p>
          <a:r>
            <a:rPr lang="en-US" dirty="0" err="1">
              <a:latin typeface="Bahnschrift Condensed" panose="020B0502040204020203" pitchFamily="34" charset="0"/>
            </a:rPr>
            <a:t>Tugas</a:t>
          </a:r>
          <a:r>
            <a:rPr lang="en-US" dirty="0">
              <a:latin typeface="Bahnschrift Condensed" panose="020B0502040204020203" pitchFamily="34" charset="0"/>
            </a:rPr>
            <a:t> yang </a:t>
          </a:r>
          <a:r>
            <a:rPr lang="en-US" dirty="0" err="1">
              <a:latin typeface="Bahnschrift Condensed" panose="020B0502040204020203" pitchFamily="34" charset="0"/>
            </a:rPr>
            <a:t>berkaitan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dengan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pengawasan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terhadap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penyelesaian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perkara</a:t>
          </a:r>
          <a:r>
            <a:rPr lang="en-US" dirty="0">
              <a:latin typeface="Bahnschrift Condensed" panose="020B0502040204020203" pitchFamily="34" charset="0"/>
            </a:rPr>
            <a:t>, </a:t>
          </a:r>
          <a:r>
            <a:rPr lang="en-US" dirty="0" err="1">
              <a:latin typeface="Bahnschrift Condensed" panose="020B0502040204020203" pitchFamily="34" charset="0"/>
            </a:rPr>
            <a:t>pengawasan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terhadap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pelaksanaan</a:t>
          </a:r>
          <a:r>
            <a:rPr lang="en-US" dirty="0">
              <a:latin typeface="Bahnschrift Condensed" panose="020B0502040204020203" pitchFamily="34" charset="0"/>
            </a:rPr>
            <a:t> reformasi </a:t>
          </a:r>
          <a:r>
            <a:rPr lang="en-US" dirty="0" err="1">
              <a:latin typeface="Bahnschrift Condensed" panose="020B0502040204020203" pitchFamily="34" charset="0"/>
            </a:rPr>
            <a:t>birokrasi</a:t>
          </a:r>
          <a:r>
            <a:rPr lang="en-US" dirty="0">
              <a:latin typeface="Bahnschrift Condensed" panose="020B0502040204020203" pitchFamily="34" charset="0"/>
            </a:rPr>
            <a:t> dan </a:t>
          </a:r>
          <a:r>
            <a:rPr lang="en-US" dirty="0" err="1">
              <a:latin typeface="Bahnschrift Condensed" panose="020B0502040204020203" pitchFamily="34" charset="0"/>
            </a:rPr>
            <a:t>pelaksanaan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sistem</a:t>
          </a:r>
          <a:r>
            <a:rPr lang="en-US" dirty="0">
              <a:latin typeface="Bahnschrift Condensed" panose="020B0502040204020203" pitchFamily="34" charset="0"/>
            </a:rPr>
            <a:t> </a:t>
          </a:r>
          <a:r>
            <a:rPr lang="en-US" dirty="0" err="1">
              <a:latin typeface="Bahnschrift Condensed" panose="020B0502040204020203" pitchFamily="34" charset="0"/>
            </a:rPr>
            <a:t>pengendalian</a:t>
          </a:r>
          <a:r>
            <a:rPr lang="en-US" dirty="0">
              <a:latin typeface="Bahnschrift Condensed" panose="020B0502040204020203" pitchFamily="34" charset="0"/>
            </a:rPr>
            <a:t> intern </a:t>
          </a:r>
          <a:r>
            <a:rPr lang="en-US" dirty="0" err="1">
              <a:latin typeface="Bahnschrift Condensed" panose="020B0502040204020203" pitchFamily="34" charset="0"/>
            </a:rPr>
            <a:t>pengadilan</a:t>
          </a:r>
          <a:endParaRPr lang="en-US" dirty="0">
            <a:latin typeface="Bahnschrift Condensed" panose="020B0502040204020203" pitchFamily="34" charset="0"/>
          </a:endParaRPr>
        </a:p>
      </dgm:t>
    </dgm:pt>
    <dgm:pt modelId="{D0B9F7DF-4E0F-435C-B15B-6CBBF3CE9ABB}" type="parTrans" cxnId="{2271D508-AB5D-4318-9BCC-6FF531E9B76C}">
      <dgm:prSet/>
      <dgm:spPr/>
      <dgm:t>
        <a:bodyPr/>
        <a:lstStyle/>
        <a:p>
          <a:endParaRPr lang="en-US"/>
        </a:p>
      </dgm:t>
    </dgm:pt>
    <dgm:pt modelId="{2958357D-54B8-4F6D-A5C8-209200466ECD}" type="sibTrans" cxnId="{2271D508-AB5D-4318-9BCC-6FF531E9B76C}">
      <dgm:prSet/>
      <dgm:spPr/>
      <dgm:t>
        <a:bodyPr/>
        <a:lstStyle/>
        <a:p>
          <a:endParaRPr lang="en-US"/>
        </a:p>
      </dgm:t>
    </dgm:pt>
    <dgm:pt modelId="{5CC30779-B0A9-4B7D-B99D-4F9B4C009814}">
      <dgm:prSet custT="1"/>
      <dgm:spPr>
        <a:solidFill>
          <a:srgbClr val="FFC000"/>
        </a:solidFill>
      </dgm:spPr>
      <dgm:t>
        <a:bodyPr/>
        <a:lstStyle/>
        <a:p>
          <a:r>
            <a:rPr lang="en-US" sz="2800" dirty="0" err="1">
              <a:latin typeface="Bahnschrift SemiBold SemiConden" panose="020B0502040204020203" pitchFamily="34" charset="0"/>
            </a:rPr>
            <a:t>Fungsi</a:t>
          </a:r>
          <a:r>
            <a:rPr lang="en-US" sz="2800" dirty="0">
              <a:latin typeface="Bahnschrift SemiBold SemiConden" panose="020B0502040204020203" pitchFamily="34" charset="0"/>
            </a:rPr>
            <a:t> </a:t>
          </a:r>
          <a:r>
            <a:rPr lang="en-US" sz="2800" dirty="0" err="1">
              <a:latin typeface="Bahnschrift SemiBold SemiConden" panose="020B0502040204020203" pitchFamily="34" charset="0"/>
            </a:rPr>
            <a:t>Pembinaan</a:t>
          </a:r>
          <a:endParaRPr lang="en-US" sz="2800" dirty="0">
            <a:latin typeface="Bahnschrift SemiBold SemiConden" panose="020B0502040204020203" pitchFamily="34" charset="0"/>
          </a:endParaRPr>
        </a:p>
      </dgm:t>
    </dgm:pt>
    <dgm:pt modelId="{E3C51571-53CB-49CF-BAB1-C63B80893EC1}" type="parTrans" cxnId="{0762A8C9-093A-4531-8FC0-8F0385A2730E}">
      <dgm:prSet/>
      <dgm:spPr/>
      <dgm:t>
        <a:bodyPr/>
        <a:lstStyle/>
        <a:p>
          <a:endParaRPr lang="en-US"/>
        </a:p>
      </dgm:t>
    </dgm:pt>
    <dgm:pt modelId="{BBC77FC0-1A16-4B3E-B988-32A00119C863}" type="sibTrans" cxnId="{0762A8C9-093A-4531-8FC0-8F0385A2730E}">
      <dgm:prSet/>
      <dgm:spPr/>
      <dgm:t>
        <a:bodyPr/>
        <a:lstStyle/>
        <a:p>
          <a:endParaRPr lang="en-US"/>
        </a:p>
      </dgm:t>
    </dgm:pt>
    <dgm:pt modelId="{029A9AC3-E531-4859-B432-221A8073EB9F}">
      <dgm:prSet/>
      <dgm:spPr/>
      <dgm:t>
        <a:bodyPr/>
        <a:lstStyle/>
        <a:p>
          <a:r>
            <a:rPr lang="en-US" b="0" dirty="0" err="1">
              <a:latin typeface="Bahnschrift SemiCondensed" panose="020B0502040204020203" pitchFamily="34" charset="0"/>
            </a:rPr>
            <a:t>Tugas</a:t>
          </a:r>
          <a:r>
            <a:rPr lang="en-US" b="0" dirty="0">
              <a:latin typeface="Bahnschrift SemiCondensed" panose="020B0502040204020203" pitchFamily="34" charset="0"/>
            </a:rPr>
            <a:t> yang </a:t>
          </a:r>
          <a:r>
            <a:rPr lang="en-US" b="0" dirty="0" err="1">
              <a:latin typeface="Bahnschrift SemiCondensed" panose="020B0502040204020203" pitchFamily="34" charset="0"/>
            </a:rPr>
            <a:t>berkaitan</a:t>
          </a:r>
          <a:r>
            <a:rPr lang="en-US" b="0" dirty="0">
              <a:latin typeface="Bahnschrift SemiCondensed" panose="020B0502040204020203" pitchFamily="34" charset="0"/>
            </a:rPr>
            <a:t> </a:t>
          </a:r>
          <a:r>
            <a:rPr lang="en-US" b="0" dirty="0" err="1">
              <a:latin typeface="Bahnschrift SemiCondensed" panose="020B0502040204020203" pitchFamily="34" charset="0"/>
            </a:rPr>
            <a:t>dengan</a:t>
          </a:r>
          <a:r>
            <a:rPr lang="en-US" b="0" dirty="0">
              <a:latin typeface="Bahnschrift SemiCondensed" panose="020B0502040204020203" pitchFamily="34" charset="0"/>
            </a:rPr>
            <a:t> </a:t>
          </a:r>
          <a:r>
            <a:rPr lang="en-US" b="0" dirty="0" err="1">
              <a:latin typeface="Bahnschrift SemiCondensed" panose="020B0502040204020203" pitchFamily="34" charset="0"/>
            </a:rPr>
            <a:t>pembinaan</a:t>
          </a:r>
          <a:r>
            <a:rPr lang="en-US" b="0" dirty="0">
              <a:latin typeface="Bahnschrift SemiCondensed" panose="020B0502040204020203" pitchFamily="34" charset="0"/>
            </a:rPr>
            <a:t> </a:t>
          </a:r>
          <a:r>
            <a:rPr lang="en-US" b="0" dirty="0" err="1">
              <a:latin typeface="Bahnschrift SemiCondensed" panose="020B0502040204020203" pitchFamily="34" charset="0"/>
            </a:rPr>
            <a:t>terhadap</a:t>
          </a:r>
          <a:r>
            <a:rPr lang="en-US" b="0" dirty="0">
              <a:latin typeface="Bahnschrift SemiCondensed" panose="020B0502040204020203" pitchFamily="34" charset="0"/>
            </a:rPr>
            <a:t> hakim dan </a:t>
          </a:r>
          <a:r>
            <a:rPr lang="en-US" b="0" dirty="0" err="1">
              <a:latin typeface="Bahnschrift SemiCondensed" panose="020B0502040204020203" pitchFamily="34" charset="0"/>
            </a:rPr>
            <a:t>aparat</a:t>
          </a:r>
          <a:r>
            <a:rPr lang="en-US" b="0" dirty="0">
              <a:latin typeface="Bahnschrift SemiCondensed" panose="020B0502040204020203" pitchFamily="34" charset="0"/>
            </a:rPr>
            <a:t> </a:t>
          </a:r>
          <a:r>
            <a:rPr lang="en-US" b="0" dirty="0" err="1">
              <a:latin typeface="Bahnschrift SemiCondensed" panose="020B0502040204020203" pitchFamily="34" charset="0"/>
            </a:rPr>
            <a:t>peradilan</a:t>
          </a:r>
          <a:r>
            <a:rPr lang="en-US" b="0" dirty="0">
              <a:latin typeface="Bahnschrift SemiCondensed" panose="020B0502040204020203" pitchFamily="34" charset="0"/>
            </a:rPr>
            <a:t> pada </a:t>
          </a:r>
          <a:r>
            <a:rPr lang="en-US" b="0" dirty="0" err="1">
              <a:latin typeface="Bahnschrift SemiCondensed" panose="020B0502040204020203" pitchFamily="34" charset="0"/>
            </a:rPr>
            <a:t>tingkat</a:t>
          </a:r>
          <a:r>
            <a:rPr lang="en-US" b="0" dirty="0">
              <a:latin typeface="Bahnschrift SemiCondensed" panose="020B0502040204020203" pitchFamily="34" charset="0"/>
            </a:rPr>
            <a:t> </a:t>
          </a:r>
          <a:r>
            <a:rPr lang="en-US" b="0" dirty="0" err="1">
              <a:latin typeface="Bahnschrift SemiCondensed" panose="020B0502040204020203" pitchFamily="34" charset="0"/>
            </a:rPr>
            <a:t>pertama</a:t>
          </a:r>
          <a:r>
            <a:rPr lang="en-US" b="0" dirty="0">
              <a:latin typeface="Bahnschrift SemiCondensed" panose="020B0502040204020203" pitchFamily="34" charset="0"/>
            </a:rPr>
            <a:t> </a:t>
          </a:r>
          <a:r>
            <a:rPr lang="en-US" b="0" dirty="0" err="1">
              <a:latin typeface="Bahnschrift SemiCondensed" panose="020B0502040204020203" pitchFamily="34" charset="0"/>
            </a:rPr>
            <a:t>baik</a:t>
          </a:r>
          <a:r>
            <a:rPr lang="en-US" b="0" dirty="0">
              <a:latin typeface="Bahnschrift SemiCondensed" panose="020B0502040204020203" pitchFamily="34" charset="0"/>
            </a:rPr>
            <a:t> </a:t>
          </a:r>
          <a:r>
            <a:rPr lang="en-US" b="0" dirty="0" err="1">
              <a:latin typeface="Bahnschrift SemiCondensed" panose="020B0502040204020203" pitchFamily="34" charset="0"/>
            </a:rPr>
            <a:t>dari</a:t>
          </a:r>
          <a:r>
            <a:rPr lang="en-US" b="0" dirty="0">
              <a:latin typeface="Bahnschrift SemiCondensed" panose="020B0502040204020203" pitchFamily="34" charset="0"/>
            </a:rPr>
            <a:t> </a:t>
          </a:r>
          <a:r>
            <a:rPr lang="en-US" b="0" dirty="0" err="1">
              <a:latin typeface="Bahnschrift SemiCondensed" panose="020B0502040204020203" pitchFamily="34" charset="0"/>
            </a:rPr>
            <a:t>segi</a:t>
          </a:r>
          <a:r>
            <a:rPr lang="en-US" b="0" dirty="0">
              <a:latin typeface="Bahnschrift SemiCondensed" panose="020B0502040204020203" pitchFamily="34" charset="0"/>
            </a:rPr>
            <a:t> </a:t>
          </a:r>
          <a:r>
            <a:rPr lang="en-US" b="0" dirty="0" err="1">
              <a:latin typeface="Bahnschrift SemiCondensed" panose="020B0502040204020203" pitchFamily="34" charset="0"/>
            </a:rPr>
            <a:t>kode</a:t>
          </a:r>
          <a:r>
            <a:rPr lang="en-US" b="0" dirty="0">
              <a:latin typeface="Bahnschrift SemiCondensed" panose="020B0502040204020203" pitchFamily="34" charset="0"/>
            </a:rPr>
            <a:t> </a:t>
          </a:r>
          <a:r>
            <a:rPr lang="en-US" b="0" dirty="0" err="1">
              <a:latin typeface="Bahnschrift SemiCondensed" panose="020B0502040204020203" pitchFamily="34" charset="0"/>
            </a:rPr>
            <a:t>etik</a:t>
          </a:r>
          <a:r>
            <a:rPr lang="en-US" b="0" dirty="0">
              <a:latin typeface="Bahnschrift SemiCondensed" panose="020B0502040204020203" pitchFamily="34" charset="0"/>
            </a:rPr>
            <a:t> </a:t>
          </a:r>
          <a:r>
            <a:rPr lang="en-US" b="0" dirty="0" err="1">
              <a:latin typeface="Bahnschrift SemiCondensed" panose="020B0502040204020203" pitchFamily="34" charset="0"/>
            </a:rPr>
            <a:t>maupun</a:t>
          </a:r>
          <a:r>
            <a:rPr lang="en-US" b="0" dirty="0">
              <a:latin typeface="Bahnschrift SemiCondensed" panose="020B0502040204020203" pitchFamily="34" charset="0"/>
            </a:rPr>
            <a:t> </a:t>
          </a:r>
          <a:r>
            <a:rPr lang="en-US" b="0" dirty="0" err="1">
              <a:latin typeface="Bahnschrift SemiCondensed" panose="020B0502040204020203" pitchFamily="34" charset="0"/>
            </a:rPr>
            <a:t>dari</a:t>
          </a:r>
          <a:r>
            <a:rPr lang="en-US" b="0" dirty="0">
              <a:latin typeface="Bahnschrift SemiCondensed" panose="020B0502040204020203" pitchFamily="34" charset="0"/>
            </a:rPr>
            <a:t> </a:t>
          </a:r>
          <a:r>
            <a:rPr lang="en-US" b="0" dirty="0" err="1">
              <a:latin typeface="Bahnschrift SemiCondensed" panose="020B0502040204020203" pitchFamily="34" charset="0"/>
            </a:rPr>
            <a:t>segi</a:t>
          </a:r>
          <a:r>
            <a:rPr lang="en-US" b="0" dirty="0">
              <a:latin typeface="Bahnschrift SemiCondensed" panose="020B0502040204020203" pitchFamily="34" charset="0"/>
            </a:rPr>
            <a:t> </a:t>
          </a:r>
          <a:r>
            <a:rPr lang="en-US" b="0" dirty="0" err="1">
              <a:latin typeface="Bahnschrift SemiCondensed" panose="020B0502040204020203" pitchFamily="34" charset="0"/>
            </a:rPr>
            <a:t>penyelesaian</a:t>
          </a:r>
          <a:r>
            <a:rPr lang="en-US" b="0" dirty="0">
              <a:latin typeface="Bahnschrift SemiCondensed" panose="020B0502040204020203" pitchFamily="34" charset="0"/>
            </a:rPr>
            <a:t> </a:t>
          </a:r>
          <a:r>
            <a:rPr lang="en-US" b="0" dirty="0" err="1">
              <a:latin typeface="Bahnschrift SemiCondensed" panose="020B0502040204020203" pitchFamily="34" charset="0"/>
            </a:rPr>
            <a:t>perkara</a:t>
          </a:r>
          <a:endParaRPr lang="en-US" b="0" dirty="0">
            <a:latin typeface="Bahnschrift SemiCondensed" panose="020B0502040204020203" pitchFamily="34" charset="0"/>
          </a:endParaRPr>
        </a:p>
      </dgm:t>
    </dgm:pt>
    <dgm:pt modelId="{ADC4A45C-51B5-429E-8C88-A97936B7500E}" type="parTrans" cxnId="{84083F73-A69B-482F-988E-DC4DD32008BB}">
      <dgm:prSet/>
      <dgm:spPr/>
      <dgm:t>
        <a:bodyPr/>
        <a:lstStyle/>
        <a:p>
          <a:endParaRPr lang="en-US"/>
        </a:p>
      </dgm:t>
    </dgm:pt>
    <dgm:pt modelId="{C2A7A77E-26C9-43A0-9EFE-6BE85AD1FC14}" type="sibTrans" cxnId="{84083F73-A69B-482F-988E-DC4DD32008BB}">
      <dgm:prSet/>
      <dgm:spPr/>
      <dgm:t>
        <a:bodyPr/>
        <a:lstStyle/>
        <a:p>
          <a:endParaRPr lang="en-US"/>
        </a:p>
      </dgm:t>
    </dgm:pt>
    <dgm:pt modelId="{E31F46AC-CC60-42C9-AC50-4A37BA832035}" type="pres">
      <dgm:prSet presAssocID="{9E86EC47-A921-4DD3-B038-9701E42E4CED}" presName="Name0" presStyleCnt="0">
        <dgm:presLayoutVars>
          <dgm:dir/>
          <dgm:animLvl val="lvl"/>
          <dgm:resizeHandles val="exact"/>
        </dgm:presLayoutVars>
      </dgm:prSet>
      <dgm:spPr/>
    </dgm:pt>
    <dgm:pt modelId="{FC20B090-19C0-442C-8405-C33F32230652}" type="pres">
      <dgm:prSet presAssocID="{DF1A514C-B650-46E3-9E91-D589C689C7A6}" presName="linNode" presStyleCnt="0"/>
      <dgm:spPr/>
    </dgm:pt>
    <dgm:pt modelId="{8C549DE7-87D5-41CF-A9C9-CE53960F10CD}" type="pres">
      <dgm:prSet presAssocID="{DF1A514C-B650-46E3-9E91-D589C689C7A6}" presName="parTx" presStyleLbl="revTx" presStyleIdx="0" presStyleCnt="3">
        <dgm:presLayoutVars>
          <dgm:chMax val="1"/>
          <dgm:bulletEnabled val="1"/>
        </dgm:presLayoutVars>
      </dgm:prSet>
      <dgm:spPr/>
    </dgm:pt>
    <dgm:pt modelId="{D7512DCF-D623-46EC-B020-5C19D1452B2A}" type="pres">
      <dgm:prSet presAssocID="{DF1A514C-B650-46E3-9E91-D589C689C7A6}" presName="bracket" presStyleLbl="parChTrans1D1" presStyleIdx="0" presStyleCnt="3"/>
      <dgm:spPr/>
    </dgm:pt>
    <dgm:pt modelId="{698D0984-7C8E-4172-8634-39D679946FA3}" type="pres">
      <dgm:prSet presAssocID="{DF1A514C-B650-46E3-9E91-D589C689C7A6}" presName="spH" presStyleCnt="0"/>
      <dgm:spPr/>
    </dgm:pt>
    <dgm:pt modelId="{13B15932-369D-4098-8062-6060A5839462}" type="pres">
      <dgm:prSet presAssocID="{DF1A514C-B650-46E3-9E91-D589C689C7A6}" presName="desTx" presStyleLbl="node1" presStyleIdx="0" presStyleCnt="3" custScaleY="93238">
        <dgm:presLayoutVars>
          <dgm:bulletEnabled val="1"/>
        </dgm:presLayoutVars>
      </dgm:prSet>
      <dgm:spPr/>
    </dgm:pt>
    <dgm:pt modelId="{B8D79485-EB7B-4FE5-957C-43553ABF925C}" type="pres">
      <dgm:prSet presAssocID="{9566BC0A-8EE4-4D7F-BC0B-1B1A592042CB}" presName="spV" presStyleCnt="0"/>
      <dgm:spPr/>
    </dgm:pt>
    <dgm:pt modelId="{AA50B7E9-9B67-469B-A83D-0E75037C4356}" type="pres">
      <dgm:prSet presAssocID="{F95FDAD8-1513-4F2B-B12A-815B177E1755}" presName="linNode" presStyleCnt="0"/>
      <dgm:spPr/>
    </dgm:pt>
    <dgm:pt modelId="{FAA8E0B2-40CE-4EED-A632-FC5C044C1E72}" type="pres">
      <dgm:prSet presAssocID="{F95FDAD8-1513-4F2B-B12A-815B177E1755}" presName="parTx" presStyleLbl="revTx" presStyleIdx="1" presStyleCnt="3">
        <dgm:presLayoutVars>
          <dgm:chMax val="1"/>
          <dgm:bulletEnabled val="1"/>
        </dgm:presLayoutVars>
      </dgm:prSet>
      <dgm:spPr/>
    </dgm:pt>
    <dgm:pt modelId="{7AD44698-CA92-4AE0-A7F0-E80E141C516C}" type="pres">
      <dgm:prSet presAssocID="{F95FDAD8-1513-4F2B-B12A-815B177E1755}" presName="bracket" presStyleLbl="parChTrans1D1" presStyleIdx="1" presStyleCnt="3"/>
      <dgm:spPr/>
    </dgm:pt>
    <dgm:pt modelId="{F45B5CCF-648A-404D-BDD4-401FDD2418EF}" type="pres">
      <dgm:prSet presAssocID="{F95FDAD8-1513-4F2B-B12A-815B177E1755}" presName="spH" presStyleCnt="0"/>
      <dgm:spPr/>
    </dgm:pt>
    <dgm:pt modelId="{A2329BDB-21EE-4B13-94A4-305FD3CB0C8C}" type="pres">
      <dgm:prSet presAssocID="{F95FDAD8-1513-4F2B-B12A-815B177E1755}" presName="desTx" presStyleLbl="node1" presStyleIdx="1" presStyleCnt="3" custScaleY="78191">
        <dgm:presLayoutVars>
          <dgm:bulletEnabled val="1"/>
        </dgm:presLayoutVars>
      </dgm:prSet>
      <dgm:spPr/>
    </dgm:pt>
    <dgm:pt modelId="{2437B717-5080-416C-8EF1-58A73F1A3DD0}" type="pres">
      <dgm:prSet presAssocID="{EFF18BA7-97B5-40B7-8840-F20C4BB50D9A}" presName="spV" presStyleCnt="0"/>
      <dgm:spPr/>
    </dgm:pt>
    <dgm:pt modelId="{EA059197-CEA1-47F0-9098-27E26DB4D6D0}" type="pres">
      <dgm:prSet presAssocID="{5CC30779-B0A9-4B7D-B99D-4F9B4C009814}" presName="linNode" presStyleCnt="0"/>
      <dgm:spPr/>
    </dgm:pt>
    <dgm:pt modelId="{6C646332-CC01-44B2-82B0-92842A252CAF}" type="pres">
      <dgm:prSet presAssocID="{5CC30779-B0A9-4B7D-B99D-4F9B4C009814}" presName="parTx" presStyleLbl="revTx" presStyleIdx="2" presStyleCnt="3">
        <dgm:presLayoutVars>
          <dgm:chMax val="1"/>
          <dgm:bulletEnabled val="1"/>
        </dgm:presLayoutVars>
      </dgm:prSet>
      <dgm:spPr/>
    </dgm:pt>
    <dgm:pt modelId="{32A62E83-8988-4A2A-AA8E-535C24759DAC}" type="pres">
      <dgm:prSet presAssocID="{5CC30779-B0A9-4B7D-B99D-4F9B4C009814}" presName="bracket" presStyleLbl="parChTrans1D1" presStyleIdx="2" presStyleCnt="3"/>
      <dgm:spPr/>
    </dgm:pt>
    <dgm:pt modelId="{8B3FC9CB-62B8-4EC2-89A8-990B12C440E3}" type="pres">
      <dgm:prSet presAssocID="{5CC30779-B0A9-4B7D-B99D-4F9B4C009814}" presName="spH" presStyleCnt="0"/>
      <dgm:spPr/>
    </dgm:pt>
    <dgm:pt modelId="{113D4251-E4C3-4AC5-9A47-84A8A1AD5B1B}" type="pres">
      <dgm:prSet presAssocID="{5CC30779-B0A9-4B7D-B99D-4F9B4C009814}" presName="desTx" presStyleLbl="node1" presStyleIdx="2" presStyleCnt="3">
        <dgm:presLayoutVars>
          <dgm:bulletEnabled val="1"/>
        </dgm:presLayoutVars>
      </dgm:prSet>
      <dgm:spPr/>
    </dgm:pt>
  </dgm:ptLst>
  <dgm:cxnLst>
    <dgm:cxn modelId="{2271D508-AB5D-4318-9BCC-6FF531E9B76C}" srcId="{F95FDAD8-1513-4F2B-B12A-815B177E1755}" destId="{55524DDB-B94C-490E-8D85-C46702ECC45D}" srcOrd="0" destOrd="0" parTransId="{D0B9F7DF-4E0F-435C-B15B-6CBBF3CE9ABB}" sibTransId="{2958357D-54B8-4F6D-A5C8-209200466ECD}"/>
    <dgm:cxn modelId="{21073D10-C806-48FC-BD5E-7F39CCCAC965}" type="presOf" srcId="{55524DDB-B94C-490E-8D85-C46702ECC45D}" destId="{A2329BDB-21EE-4B13-94A4-305FD3CB0C8C}" srcOrd="0" destOrd="0" presId="urn:diagrams.loki3.com/BracketList"/>
    <dgm:cxn modelId="{243CC21E-DA06-4220-A409-AAFD6FFB4BEA}" type="presOf" srcId="{9E86EC47-A921-4DD3-B038-9701E42E4CED}" destId="{E31F46AC-CC60-42C9-AC50-4A37BA832035}" srcOrd="0" destOrd="0" presId="urn:diagrams.loki3.com/BracketList"/>
    <dgm:cxn modelId="{3E75221F-CA42-4B45-B9B6-517A301F5853}" type="presOf" srcId="{5CC30779-B0A9-4B7D-B99D-4F9B4C009814}" destId="{6C646332-CC01-44B2-82B0-92842A252CAF}" srcOrd="0" destOrd="0" presId="urn:diagrams.loki3.com/BracketList"/>
    <dgm:cxn modelId="{F6B33465-D3F9-4B25-81A5-DC194F563A1A}" srcId="{9E86EC47-A921-4DD3-B038-9701E42E4CED}" destId="{DF1A514C-B650-46E3-9E91-D589C689C7A6}" srcOrd="0" destOrd="0" parTransId="{0B2F7ABB-90C7-4977-9355-1AC5D8B0A858}" sibTransId="{9566BC0A-8EE4-4D7F-BC0B-1B1A592042CB}"/>
    <dgm:cxn modelId="{84083F73-A69B-482F-988E-DC4DD32008BB}" srcId="{5CC30779-B0A9-4B7D-B99D-4F9B4C009814}" destId="{029A9AC3-E531-4859-B432-221A8073EB9F}" srcOrd="0" destOrd="0" parTransId="{ADC4A45C-51B5-429E-8C88-A97936B7500E}" sibTransId="{C2A7A77E-26C9-43A0-9EFE-6BE85AD1FC14}"/>
    <dgm:cxn modelId="{28937F56-5425-44D5-81A8-BBE75677C56A}" type="presOf" srcId="{0C948935-49FB-44DE-8233-D7FBED9AA42D}" destId="{13B15932-369D-4098-8062-6060A5839462}" srcOrd="0" destOrd="0" presId="urn:diagrams.loki3.com/BracketList"/>
    <dgm:cxn modelId="{E6A4D77D-1032-4865-A586-081A9A1DE967}" type="presOf" srcId="{F95FDAD8-1513-4F2B-B12A-815B177E1755}" destId="{FAA8E0B2-40CE-4EED-A632-FC5C044C1E72}" srcOrd="0" destOrd="0" presId="urn:diagrams.loki3.com/BracketList"/>
    <dgm:cxn modelId="{3A425D81-10ED-4CDF-B4F7-EEFF739963B4}" srcId="{9E86EC47-A921-4DD3-B038-9701E42E4CED}" destId="{F95FDAD8-1513-4F2B-B12A-815B177E1755}" srcOrd="1" destOrd="0" parTransId="{39738F4E-9BCB-4345-9BF3-4CE9F8833D7E}" sibTransId="{EFF18BA7-97B5-40B7-8840-F20C4BB50D9A}"/>
    <dgm:cxn modelId="{C50AD8BA-3AA4-43E6-A176-E61221272241}" type="presOf" srcId="{DF1A514C-B650-46E3-9E91-D589C689C7A6}" destId="{8C549DE7-87D5-41CF-A9C9-CE53960F10CD}" srcOrd="0" destOrd="0" presId="urn:diagrams.loki3.com/BracketList"/>
    <dgm:cxn modelId="{0762A8C9-093A-4531-8FC0-8F0385A2730E}" srcId="{9E86EC47-A921-4DD3-B038-9701E42E4CED}" destId="{5CC30779-B0A9-4B7D-B99D-4F9B4C009814}" srcOrd="2" destOrd="0" parTransId="{E3C51571-53CB-49CF-BAB1-C63B80893EC1}" sibTransId="{BBC77FC0-1A16-4B3E-B988-32A00119C863}"/>
    <dgm:cxn modelId="{366641E5-9901-4D89-BB6E-F48D0BC3C1D0}" type="presOf" srcId="{029A9AC3-E531-4859-B432-221A8073EB9F}" destId="{113D4251-E4C3-4AC5-9A47-84A8A1AD5B1B}" srcOrd="0" destOrd="0" presId="urn:diagrams.loki3.com/BracketList"/>
    <dgm:cxn modelId="{4BD8AEF2-5EC5-46DD-8656-961E14B0B24B}" srcId="{DF1A514C-B650-46E3-9E91-D589C689C7A6}" destId="{0C948935-49FB-44DE-8233-D7FBED9AA42D}" srcOrd="0" destOrd="0" parTransId="{89D366D7-FD6C-4DB5-A978-BB885205D7D5}" sibTransId="{3D35FE5A-16BC-442A-8646-3D94A0D383B5}"/>
    <dgm:cxn modelId="{1DC3EC0E-AF1B-48F9-9CE0-0235BC75F0FA}" type="presParOf" srcId="{E31F46AC-CC60-42C9-AC50-4A37BA832035}" destId="{FC20B090-19C0-442C-8405-C33F32230652}" srcOrd="0" destOrd="0" presId="urn:diagrams.loki3.com/BracketList"/>
    <dgm:cxn modelId="{78E2C174-1F4B-4784-BDEC-39AFD93F77E1}" type="presParOf" srcId="{FC20B090-19C0-442C-8405-C33F32230652}" destId="{8C549DE7-87D5-41CF-A9C9-CE53960F10CD}" srcOrd="0" destOrd="0" presId="urn:diagrams.loki3.com/BracketList"/>
    <dgm:cxn modelId="{04C2AF39-8B21-43C0-A86F-B699FA60232F}" type="presParOf" srcId="{FC20B090-19C0-442C-8405-C33F32230652}" destId="{D7512DCF-D623-46EC-B020-5C19D1452B2A}" srcOrd="1" destOrd="0" presId="urn:diagrams.loki3.com/BracketList"/>
    <dgm:cxn modelId="{EBDB992E-E841-46E0-9353-97D1B0108F85}" type="presParOf" srcId="{FC20B090-19C0-442C-8405-C33F32230652}" destId="{698D0984-7C8E-4172-8634-39D679946FA3}" srcOrd="2" destOrd="0" presId="urn:diagrams.loki3.com/BracketList"/>
    <dgm:cxn modelId="{D25A04F9-FE25-4497-9495-B7057817E2D0}" type="presParOf" srcId="{FC20B090-19C0-442C-8405-C33F32230652}" destId="{13B15932-369D-4098-8062-6060A5839462}" srcOrd="3" destOrd="0" presId="urn:diagrams.loki3.com/BracketList"/>
    <dgm:cxn modelId="{1FFF78E5-5F0C-49E0-9501-E3F9E8FE3B95}" type="presParOf" srcId="{E31F46AC-CC60-42C9-AC50-4A37BA832035}" destId="{B8D79485-EB7B-4FE5-957C-43553ABF925C}" srcOrd="1" destOrd="0" presId="urn:diagrams.loki3.com/BracketList"/>
    <dgm:cxn modelId="{140B270F-AC4E-4131-9BA3-68FB6343E42E}" type="presParOf" srcId="{E31F46AC-CC60-42C9-AC50-4A37BA832035}" destId="{AA50B7E9-9B67-469B-A83D-0E75037C4356}" srcOrd="2" destOrd="0" presId="urn:diagrams.loki3.com/BracketList"/>
    <dgm:cxn modelId="{B70B7B95-6F2B-4F4D-A86A-4BFDE8461013}" type="presParOf" srcId="{AA50B7E9-9B67-469B-A83D-0E75037C4356}" destId="{FAA8E0B2-40CE-4EED-A632-FC5C044C1E72}" srcOrd="0" destOrd="0" presId="urn:diagrams.loki3.com/BracketList"/>
    <dgm:cxn modelId="{59106A07-E8FA-4590-9D30-880142E4054A}" type="presParOf" srcId="{AA50B7E9-9B67-469B-A83D-0E75037C4356}" destId="{7AD44698-CA92-4AE0-A7F0-E80E141C516C}" srcOrd="1" destOrd="0" presId="urn:diagrams.loki3.com/BracketList"/>
    <dgm:cxn modelId="{7EF22D9B-4B75-4390-8DF6-9715FF82B7DF}" type="presParOf" srcId="{AA50B7E9-9B67-469B-A83D-0E75037C4356}" destId="{F45B5CCF-648A-404D-BDD4-401FDD2418EF}" srcOrd="2" destOrd="0" presId="urn:diagrams.loki3.com/BracketList"/>
    <dgm:cxn modelId="{928DA902-1AB2-47D1-9351-262A8A0082F1}" type="presParOf" srcId="{AA50B7E9-9B67-469B-A83D-0E75037C4356}" destId="{A2329BDB-21EE-4B13-94A4-305FD3CB0C8C}" srcOrd="3" destOrd="0" presId="urn:diagrams.loki3.com/BracketList"/>
    <dgm:cxn modelId="{9347C1FE-9BAA-46EE-A9E7-3EE82493A188}" type="presParOf" srcId="{E31F46AC-CC60-42C9-AC50-4A37BA832035}" destId="{2437B717-5080-416C-8EF1-58A73F1A3DD0}" srcOrd="3" destOrd="0" presId="urn:diagrams.loki3.com/BracketList"/>
    <dgm:cxn modelId="{F5BA35CC-6FC5-4C46-A2DD-AE8A5CA686DB}" type="presParOf" srcId="{E31F46AC-CC60-42C9-AC50-4A37BA832035}" destId="{EA059197-CEA1-47F0-9098-27E26DB4D6D0}" srcOrd="4" destOrd="0" presId="urn:diagrams.loki3.com/BracketList"/>
    <dgm:cxn modelId="{AE473DE0-477D-486B-A653-DD6A61E9623B}" type="presParOf" srcId="{EA059197-CEA1-47F0-9098-27E26DB4D6D0}" destId="{6C646332-CC01-44B2-82B0-92842A252CAF}" srcOrd="0" destOrd="0" presId="urn:diagrams.loki3.com/BracketList"/>
    <dgm:cxn modelId="{786962C2-033F-4599-8597-D3ED3D17A00F}" type="presParOf" srcId="{EA059197-CEA1-47F0-9098-27E26DB4D6D0}" destId="{32A62E83-8988-4A2A-AA8E-535C24759DAC}" srcOrd="1" destOrd="0" presId="urn:diagrams.loki3.com/BracketList"/>
    <dgm:cxn modelId="{22576DE5-E10A-497F-A045-08622740CA83}" type="presParOf" srcId="{EA059197-CEA1-47F0-9098-27E26DB4D6D0}" destId="{8B3FC9CB-62B8-4EC2-89A8-990B12C440E3}" srcOrd="2" destOrd="0" presId="urn:diagrams.loki3.com/BracketList"/>
    <dgm:cxn modelId="{E08189DD-288F-4E13-B701-FFDC85C5E666}" type="presParOf" srcId="{EA059197-CEA1-47F0-9098-27E26DB4D6D0}" destId="{113D4251-E4C3-4AC5-9A47-84A8A1AD5B1B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DB063C-99F3-4E6F-934C-D9CB7140583A}" type="doc">
      <dgm:prSet loTypeId="urn:microsoft.com/office/officeart/2008/layout/PictureStrips" loCatId="list" qsTypeId="urn:microsoft.com/office/officeart/2005/8/quickstyle/3d1" qsCatId="3D" csTypeId="urn:microsoft.com/office/officeart/2005/8/colors/accent1_1" csCatId="accent1" phldr="1"/>
      <dgm:spPr/>
      <dgm:t>
        <a:bodyPr/>
        <a:lstStyle/>
        <a:p>
          <a:endParaRPr lang="en-ID"/>
        </a:p>
      </dgm:t>
    </dgm:pt>
    <dgm:pt modelId="{468A0865-3D8D-4A96-B615-BBCC3EDD74EF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alpha val="50000"/>
          </a:schemeClr>
        </a:solidFill>
        <a:ln>
          <a:noFill/>
        </a:ln>
      </dgm:spPr>
      <dgm:t>
        <a:bodyPr/>
        <a:lstStyle/>
        <a:p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Isbath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Nikah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untuk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keperluan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kewarisan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harus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berbentuk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Kontentius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maka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yang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menjadi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pihak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lawan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semua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ahli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waris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utama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,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kecuali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ahli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waris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utama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sudah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tidak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ada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lagi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maka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digantikan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oleh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ahli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 waris </a:t>
          </a:r>
          <a:r>
            <a:rPr lang="es-ES_tradnl" sz="2000" b="0" i="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pengganti</a:t>
          </a:r>
          <a:r>
            <a:rPr lang="es-ES_tradnl" sz="2000" b="0" i="0" baseline="0" dirty="0">
              <a:solidFill>
                <a:schemeClr val="bg1"/>
              </a:solidFill>
              <a:latin typeface="Arial Nova Cond" panose="020B0506020202020204" pitchFamily="34" charset="0"/>
            </a:rPr>
            <a:t>;</a:t>
          </a:r>
          <a:endParaRPr lang="en-ID" sz="2000" dirty="0">
            <a:solidFill>
              <a:schemeClr val="bg1"/>
            </a:solidFill>
            <a:latin typeface="Arial Nova Cond" panose="020B0506020202020204" pitchFamily="34" charset="0"/>
          </a:endParaRPr>
        </a:p>
      </dgm:t>
    </dgm:pt>
    <dgm:pt modelId="{F6D737E7-373B-4593-A442-42AC93C0216D}" type="parTrans" cxnId="{43217E26-0279-4F0E-93BF-453D23DF75E5}">
      <dgm:prSet/>
      <dgm:spPr/>
      <dgm:t>
        <a:bodyPr/>
        <a:lstStyle/>
        <a:p>
          <a:endParaRPr lang="en-ID"/>
        </a:p>
      </dgm:t>
    </dgm:pt>
    <dgm:pt modelId="{AD424322-AF4D-4CDA-AD79-B4E5F3FE73BF}" type="sibTrans" cxnId="{43217E26-0279-4F0E-93BF-453D23DF75E5}">
      <dgm:prSet/>
      <dgm:spPr/>
      <dgm:t>
        <a:bodyPr/>
        <a:lstStyle/>
        <a:p>
          <a:endParaRPr lang="en-ID"/>
        </a:p>
      </dgm:t>
    </dgm:pt>
    <dgm:pt modelId="{83119974-4904-4552-B237-276683803D7B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3">
            <a:alpha val="50000"/>
          </a:schemeClr>
        </a:solidFill>
        <a:ln>
          <a:noFill/>
        </a:ln>
      </dgm:spPr>
      <dgm:t>
        <a:bodyPr/>
        <a:lstStyle/>
        <a:p>
          <a:r>
            <a:rPr lang="es-ES_tradnl" sz="2500" b="0" i="0" baseline="0" dirty="0" err="1">
              <a:solidFill>
                <a:schemeClr val="bg1"/>
              </a:solidFill>
              <a:latin typeface="Asap"/>
            </a:rPr>
            <a:t>Terhadap</a:t>
          </a:r>
          <a:r>
            <a:rPr lang="es-ES_tradnl" sz="2500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baseline="0" dirty="0" err="1">
              <a:solidFill>
                <a:schemeClr val="bg1"/>
              </a:solidFill>
              <a:latin typeface="Asap"/>
            </a:rPr>
            <a:t>objek</a:t>
          </a:r>
          <a:r>
            <a:rPr lang="es-ES_tradnl" sz="2500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baseline="0" dirty="0" err="1">
              <a:solidFill>
                <a:schemeClr val="bg1"/>
              </a:solidFill>
              <a:latin typeface="Asap"/>
            </a:rPr>
            <a:t>sengketa</a:t>
          </a:r>
          <a:r>
            <a:rPr lang="es-ES_tradnl" sz="2500" b="0" i="0" baseline="0" dirty="0">
              <a:solidFill>
                <a:schemeClr val="bg1"/>
              </a:solidFill>
              <a:latin typeface="Asap"/>
            </a:rPr>
            <a:t> yang </a:t>
          </a:r>
          <a:r>
            <a:rPr lang="es-ES_tradnl" sz="2500" b="0" i="0" baseline="0" dirty="0" err="1">
              <a:solidFill>
                <a:schemeClr val="bg1"/>
              </a:solidFill>
              <a:latin typeface="Asap"/>
            </a:rPr>
            <a:t>berada</a:t>
          </a:r>
          <a:r>
            <a:rPr lang="es-ES_tradnl" sz="2500" b="0" i="0" baseline="0" dirty="0">
              <a:solidFill>
                <a:schemeClr val="bg1"/>
              </a:solidFill>
              <a:latin typeface="Asap"/>
            </a:rPr>
            <a:t> di </a:t>
          </a:r>
          <a:r>
            <a:rPr lang="es-ES_tradnl" sz="2500" b="0" i="0" baseline="0" dirty="0" err="1">
              <a:solidFill>
                <a:schemeClr val="bg1"/>
              </a:solidFill>
              <a:latin typeface="Asap"/>
            </a:rPr>
            <a:t>luar</a:t>
          </a:r>
          <a:r>
            <a:rPr lang="es-ES_tradnl" sz="2500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baseline="0" dirty="0" err="1">
              <a:solidFill>
                <a:schemeClr val="bg1"/>
              </a:solidFill>
              <a:latin typeface="Asap"/>
            </a:rPr>
            <a:t>negeri</a:t>
          </a:r>
          <a:r>
            <a:rPr lang="es-ES_tradnl" sz="2500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baseline="0" dirty="0" err="1">
              <a:solidFill>
                <a:schemeClr val="bg1"/>
              </a:solidFill>
              <a:latin typeface="Asap"/>
            </a:rPr>
            <a:t>maka</a:t>
          </a:r>
          <a:r>
            <a:rPr lang="es-ES_tradnl" sz="2500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baseline="0" dirty="0" err="1">
              <a:solidFill>
                <a:schemeClr val="bg1"/>
              </a:solidFill>
              <a:latin typeface="Asap"/>
            </a:rPr>
            <a:t>diajukan</a:t>
          </a:r>
          <a:r>
            <a:rPr lang="es-ES_tradnl" sz="2500" b="0" i="0" baseline="0" dirty="0">
              <a:solidFill>
                <a:schemeClr val="bg1"/>
              </a:solidFill>
              <a:latin typeface="Asap"/>
            </a:rPr>
            <a:t> di </a:t>
          </a:r>
          <a:r>
            <a:rPr lang="es-ES_tradnl" sz="2500" b="0" i="0" baseline="0" dirty="0" err="1">
              <a:solidFill>
                <a:schemeClr val="bg1"/>
              </a:solidFill>
              <a:latin typeface="Asap"/>
            </a:rPr>
            <a:t>tempat</a:t>
          </a:r>
          <a:r>
            <a:rPr lang="es-ES_tradnl" sz="2500" b="0" i="0" baseline="0" dirty="0">
              <a:solidFill>
                <a:schemeClr val="bg1"/>
              </a:solidFill>
              <a:latin typeface="Asap"/>
            </a:rPr>
            <a:t> dimana </a:t>
          </a:r>
          <a:r>
            <a:rPr lang="es-ES_tradnl" sz="2500" b="0" i="0" baseline="0" dirty="0" err="1">
              <a:solidFill>
                <a:schemeClr val="bg1"/>
              </a:solidFill>
              <a:latin typeface="Asap"/>
            </a:rPr>
            <a:t>objek</a:t>
          </a:r>
          <a:r>
            <a:rPr lang="es-ES_tradnl" sz="2500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baseline="0" dirty="0" err="1">
              <a:solidFill>
                <a:schemeClr val="bg1"/>
              </a:solidFill>
              <a:latin typeface="Asap"/>
            </a:rPr>
            <a:t>sengketa</a:t>
          </a:r>
          <a:r>
            <a:rPr lang="es-ES_tradnl" sz="2500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baseline="0" dirty="0" err="1">
              <a:solidFill>
                <a:schemeClr val="bg1"/>
              </a:solidFill>
              <a:latin typeface="Asap"/>
            </a:rPr>
            <a:t>tersebut</a:t>
          </a:r>
          <a:r>
            <a:rPr lang="es-ES_tradnl" sz="2500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baseline="0" dirty="0" err="1">
              <a:solidFill>
                <a:schemeClr val="bg1"/>
              </a:solidFill>
              <a:latin typeface="Asap"/>
            </a:rPr>
            <a:t>berada</a:t>
          </a:r>
          <a:r>
            <a:rPr lang="es-ES_tradnl" sz="2500" b="0" i="0" baseline="0" dirty="0">
              <a:solidFill>
                <a:schemeClr val="bg1"/>
              </a:solidFill>
              <a:latin typeface="Asap"/>
            </a:rPr>
            <a:t>;</a:t>
          </a:r>
          <a:endParaRPr lang="en-ID" sz="2500" dirty="0">
            <a:solidFill>
              <a:schemeClr val="bg1"/>
            </a:solidFill>
            <a:latin typeface="Asap"/>
          </a:endParaRPr>
        </a:p>
      </dgm:t>
    </dgm:pt>
    <dgm:pt modelId="{93F5F1F8-186A-4AE9-A42B-EDB25F020C32}" type="parTrans" cxnId="{8322029B-39A4-4487-8A2A-117D750DE8C8}">
      <dgm:prSet/>
      <dgm:spPr/>
      <dgm:t>
        <a:bodyPr/>
        <a:lstStyle/>
        <a:p>
          <a:endParaRPr lang="en-ID"/>
        </a:p>
      </dgm:t>
    </dgm:pt>
    <dgm:pt modelId="{3E2C56F4-2359-4BDB-A418-404BA4C85893}" type="sibTrans" cxnId="{8322029B-39A4-4487-8A2A-117D750DE8C8}">
      <dgm:prSet/>
      <dgm:spPr/>
      <dgm:t>
        <a:bodyPr/>
        <a:lstStyle/>
        <a:p>
          <a:endParaRPr lang="en-ID"/>
        </a:p>
      </dgm:t>
    </dgm:pt>
    <dgm:pt modelId="{963708DA-CE36-43C4-8E5B-AC0CAD3CD924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lumMod val="75000"/>
            <a:alpha val="50000"/>
          </a:schemeClr>
        </a:solidFill>
        <a:ln>
          <a:noFill/>
        </a:ln>
      </dgm:spPr>
      <dgm:t>
        <a:bodyPr/>
        <a:lstStyle/>
        <a:p>
          <a:r>
            <a:rPr lang="es-ES_tradnl" b="0" i="0" baseline="0" dirty="0" err="1">
              <a:solidFill>
                <a:schemeClr val="bg1"/>
              </a:solidFill>
              <a:latin typeface="Asap"/>
            </a:rPr>
            <a:t>Ketetapan</a:t>
          </a:r>
          <a:r>
            <a:rPr lang="es-ES_tradnl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b="0" i="0" baseline="0" dirty="0" err="1">
              <a:solidFill>
                <a:schemeClr val="bg1"/>
              </a:solidFill>
              <a:latin typeface="Asap"/>
            </a:rPr>
            <a:t>rumusan</a:t>
          </a:r>
          <a:r>
            <a:rPr lang="es-ES_tradnl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b="0" i="0" baseline="0" dirty="0" err="1">
              <a:solidFill>
                <a:schemeClr val="bg1"/>
              </a:solidFill>
              <a:latin typeface="Asap"/>
            </a:rPr>
            <a:t>mut’ah</a:t>
          </a:r>
          <a:r>
            <a:rPr lang="es-ES_tradnl" b="0" i="0" baseline="0" dirty="0">
              <a:solidFill>
                <a:schemeClr val="bg1"/>
              </a:solidFill>
              <a:latin typeface="Asap"/>
            </a:rPr>
            <a:t> 12x </a:t>
          </a:r>
          <a:r>
            <a:rPr lang="es-ES_tradnl" b="0" i="0" baseline="0" dirty="0" err="1">
              <a:solidFill>
                <a:schemeClr val="bg1"/>
              </a:solidFill>
              <a:latin typeface="Asap"/>
            </a:rPr>
            <a:t>iddah</a:t>
          </a:r>
          <a:r>
            <a:rPr lang="es-ES_tradnl" b="0" i="0" baseline="0" dirty="0">
              <a:solidFill>
                <a:schemeClr val="bg1"/>
              </a:solidFill>
              <a:latin typeface="Asap"/>
            </a:rPr>
            <a:t>/</a:t>
          </a:r>
          <a:r>
            <a:rPr lang="es-ES_tradnl" b="0" i="0" baseline="0" dirty="0" err="1">
              <a:solidFill>
                <a:schemeClr val="bg1"/>
              </a:solidFill>
              <a:latin typeface="Asap"/>
            </a:rPr>
            <a:t>bulan</a:t>
          </a:r>
          <a:r>
            <a:rPr lang="es-ES_tradnl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b="0" i="0" baseline="0" dirty="0" err="1">
              <a:solidFill>
                <a:schemeClr val="bg1"/>
              </a:solidFill>
              <a:latin typeface="Asap"/>
            </a:rPr>
            <a:t>sudah</a:t>
          </a:r>
          <a:r>
            <a:rPr lang="es-ES_tradnl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b="0" i="0" baseline="0" dirty="0" err="1">
              <a:solidFill>
                <a:schemeClr val="bg1"/>
              </a:solidFill>
              <a:latin typeface="Asap"/>
            </a:rPr>
            <a:t>menjadi</a:t>
          </a:r>
          <a:r>
            <a:rPr lang="es-ES_tradnl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b="0" i="0" baseline="0" dirty="0" err="1">
              <a:solidFill>
                <a:schemeClr val="bg1"/>
              </a:solidFill>
              <a:latin typeface="Asap"/>
            </a:rPr>
            <a:t>yurisprudensi</a:t>
          </a:r>
          <a:r>
            <a:rPr lang="es-ES_tradnl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b="0" i="0" baseline="0" dirty="0" err="1">
              <a:solidFill>
                <a:schemeClr val="bg1"/>
              </a:solidFill>
              <a:latin typeface="Asap"/>
            </a:rPr>
            <a:t>Kamar</a:t>
          </a:r>
          <a:r>
            <a:rPr lang="es-ES_tradnl" b="0" i="0" baseline="0" dirty="0">
              <a:solidFill>
                <a:schemeClr val="bg1"/>
              </a:solidFill>
              <a:latin typeface="Asap"/>
            </a:rPr>
            <a:t> Agama, </a:t>
          </a:r>
          <a:r>
            <a:rPr lang="es-ES_tradnl" b="0" i="0" baseline="0" dirty="0" err="1">
              <a:solidFill>
                <a:schemeClr val="bg1"/>
              </a:solidFill>
              <a:latin typeface="Asap"/>
            </a:rPr>
            <a:t>hendaknya</a:t>
          </a:r>
          <a:r>
            <a:rPr lang="es-ES_tradnl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b="0" i="0" baseline="0" dirty="0" err="1">
              <a:solidFill>
                <a:schemeClr val="bg1"/>
              </a:solidFill>
              <a:latin typeface="Asap"/>
            </a:rPr>
            <a:t>harus</a:t>
          </a:r>
          <a:r>
            <a:rPr lang="es-ES_tradnl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b="0" i="0" baseline="0" dirty="0" err="1">
              <a:solidFill>
                <a:schemeClr val="bg1"/>
              </a:solidFill>
              <a:latin typeface="Asap"/>
            </a:rPr>
            <a:t>diikuti</a:t>
          </a:r>
          <a:r>
            <a:rPr lang="es-ES_tradnl" b="0" i="0" baseline="0" dirty="0">
              <a:solidFill>
                <a:schemeClr val="bg1"/>
              </a:solidFill>
              <a:latin typeface="Asap"/>
            </a:rPr>
            <a:t>;</a:t>
          </a:r>
          <a:endParaRPr lang="en-ID" dirty="0">
            <a:solidFill>
              <a:schemeClr val="bg1"/>
            </a:solidFill>
            <a:latin typeface="Asap"/>
          </a:endParaRPr>
        </a:p>
      </dgm:t>
    </dgm:pt>
    <dgm:pt modelId="{5C483B44-F3B0-47F7-804C-490A70608A8F}" type="parTrans" cxnId="{9938EB01-DCFE-4108-88AB-DBF21CBD5216}">
      <dgm:prSet/>
      <dgm:spPr/>
      <dgm:t>
        <a:bodyPr/>
        <a:lstStyle/>
        <a:p>
          <a:endParaRPr lang="en-ID"/>
        </a:p>
      </dgm:t>
    </dgm:pt>
    <dgm:pt modelId="{1A320075-267C-4F19-866D-294CAF8275BA}" type="sibTrans" cxnId="{9938EB01-DCFE-4108-88AB-DBF21CBD5216}">
      <dgm:prSet/>
      <dgm:spPr/>
      <dgm:t>
        <a:bodyPr/>
        <a:lstStyle/>
        <a:p>
          <a:endParaRPr lang="en-ID"/>
        </a:p>
      </dgm:t>
    </dgm:pt>
    <dgm:pt modelId="{89649490-C5B2-43F8-B069-322CD2BD7078}">
      <dgm:prSet custT="1"/>
      <dgm:spPr>
        <a:solidFill>
          <a:srgbClr val="FF0000">
            <a:alpha val="40000"/>
          </a:srgbClr>
        </a:solidFill>
      </dgm:spPr>
      <dgm:t>
        <a:bodyPr/>
        <a:lstStyle/>
        <a:p>
          <a:r>
            <a:rPr lang="es-ES_tradnl" sz="2800" b="0" i="0" baseline="0" dirty="0" err="1">
              <a:solidFill>
                <a:schemeClr val="bg1"/>
              </a:solidFill>
              <a:latin typeface="Asap"/>
            </a:rPr>
            <a:t>Kompetensi</a:t>
          </a:r>
          <a:r>
            <a:rPr lang="es-ES_tradnl" sz="2800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800" b="0" i="0" baseline="0" dirty="0" err="1">
              <a:solidFill>
                <a:schemeClr val="bg1"/>
              </a:solidFill>
              <a:latin typeface="Asap"/>
            </a:rPr>
            <a:t>relatif</a:t>
          </a:r>
          <a:r>
            <a:rPr lang="es-ES_tradnl" sz="2800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800" b="0" i="0" baseline="0" dirty="0" err="1">
              <a:solidFill>
                <a:schemeClr val="bg1"/>
              </a:solidFill>
              <a:latin typeface="Asap"/>
            </a:rPr>
            <a:t>gugatan</a:t>
          </a:r>
          <a:r>
            <a:rPr lang="es-ES_tradnl" sz="2800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800" b="0" i="0" baseline="0" dirty="0" err="1">
              <a:solidFill>
                <a:schemeClr val="bg1"/>
              </a:solidFill>
              <a:latin typeface="Asap"/>
            </a:rPr>
            <a:t>anak</a:t>
          </a:r>
          <a:r>
            <a:rPr lang="es-ES_tradnl" sz="2800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800" b="0" i="0" baseline="0" dirty="0" err="1">
              <a:solidFill>
                <a:schemeClr val="bg1"/>
              </a:solidFill>
              <a:latin typeface="Asap"/>
            </a:rPr>
            <a:t>harus</a:t>
          </a:r>
          <a:r>
            <a:rPr lang="es-ES_tradnl" sz="2800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800" b="0" i="0" baseline="0" dirty="0" err="1">
              <a:solidFill>
                <a:schemeClr val="bg1"/>
              </a:solidFill>
              <a:latin typeface="Asap"/>
            </a:rPr>
            <a:t>diajukan</a:t>
          </a:r>
          <a:r>
            <a:rPr lang="es-ES_tradnl" sz="2800" b="0" i="0" baseline="0" dirty="0">
              <a:solidFill>
                <a:schemeClr val="bg1"/>
              </a:solidFill>
              <a:latin typeface="Asap"/>
            </a:rPr>
            <a:t> di </a:t>
          </a:r>
          <a:r>
            <a:rPr lang="es-ES_tradnl" sz="2800" b="0" i="0" baseline="0" dirty="0" err="1">
              <a:solidFill>
                <a:schemeClr val="bg1"/>
              </a:solidFill>
              <a:latin typeface="Asap"/>
            </a:rPr>
            <a:t>tempat</a:t>
          </a:r>
          <a:r>
            <a:rPr lang="es-ES_tradnl" sz="2800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800" b="0" i="0" baseline="0" dirty="0" err="1">
              <a:solidFill>
                <a:schemeClr val="bg1"/>
              </a:solidFill>
              <a:latin typeface="Asap"/>
            </a:rPr>
            <a:t>kediaman</a:t>
          </a:r>
          <a:r>
            <a:rPr lang="es-ES_tradnl" sz="2800" b="0" i="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800" b="0" i="0" baseline="0" dirty="0" err="1">
              <a:solidFill>
                <a:schemeClr val="bg1"/>
              </a:solidFill>
              <a:latin typeface="Asap"/>
            </a:rPr>
            <a:t>Tergugat</a:t>
          </a:r>
          <a:r>
            <a:rPr lang="es-ES_tradnl" sz="2800" b="0" i="0" baseline="0" dirty="0">
              <a:solidFill>
                <a:schemeClr val="bg1"/>
              </a:solidFill>
              <a:latin typeface="Asap"/>
            </a:rPr>
            <a:t>;</a:t>
          </a:r>
          <a:endParaRPr lang="en-ID" sz="2800" dirty="0">
            <a:solidFill>
              <a:schemeClr val="bg1"/>
            </a:solidFill>
            <a:latin typeface="Asap"/>
          </a:endParaRPr>
        </a:p>
      </dgm:t>
    </dgm:pt>
    <dgm:pt modelId="{43CCD109-6ACC-4A46-9097-2E9C6B3EFCBF}" type="parTrans" cxnId="{5B855924-554B-4D0F-9F84-8685F0CA47CB}">
      <dgm:prSet/>
      <dgm:spPr/>
      <dgm:t>
        <a:bodyPr/>
        <a:lstStyle/>
        <a:p>
          <a:endParaRPr lang="en-ID"/>
        </a:p>
      </dgm:t>
    </dgm:pt>
    <dgm:pt modelId="{2E43161E-82EA-43D9-9610-B25F4D0EF37C}" type="sibTrans" cxnId="{5B855924-554B-4D0F-9F84-8685F0CA47CB}">
      <dgm:prSet/>
      <dgm:spPr/>
      <dgm:t>
        <a:bodyPr/>
        <a:lstStyle/>
        <a:p>
          <a:endParaRPr lang="en-ID"/>
        </a:p>
      </dgm:t>
    </dgm:pt>
    <dgm:pt modelId="{9C19E503-BE2E-487B-8EDF-0ED36C20BB05}" type="pres">
      <dgm:prSet presAssocID="{82DB063C-99F3-4E6F-934C-D9CB7140583A}" presName="Name0" presStyleCnt="0">
        <dgm:presLayoutVars>
          <dgm:dir/>
          <dgm:resizeHandles val="exact"/>
        </dgm:presLayoutVars>
      </dgm:prSet>
      <dgm:spPr/>
    </dgm:pt>
    <dgm:pt modelId="{33FB2D3C-E535-4912-8BA5-670D5495A7F2}" type="pres">
      <dgm:prSet presAssocID="{468A0865-3D8D-4A96-B615-BBCC3EDD74EF}" presName="composite" presStyleCnt="0"/>
      <dgm:spPr/>
    </dgm:pt>
    <dgm:pt modelId="{E595BD3E-1A65-4D4D-85C4-DE2FA8331F03}" type="pres">
      <dgm:prSet presAssocID="{468A0865-3D8D-4A96-B615-BBCC3EDD74EF}" presName="rect1" presStyleLbl="trAlignAcc1" presStyleIdx="0" presStyleCnt="4">
        <dgm:presLayoutVars>
          <dgm:bulletEnabled val="1"/>
        </dgm:presLayoutVars>
      </dgm:prSet>
      <dgm:spPr/>
    </dgm:pt>
    <dgm:pt modelId="{CBA4EBD9-BB8D-4D29-89DB-3ED4DCCB1F15}" type="pres">
      <dgm:prSet presAssocID="{468A0865-3D8D-4A96-B615-BBCC3EDD74EF}" presName="rect2" presStyleLbl="fgImgPlace1" presStyleIdx="0" presStyleCnt="4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066" r="-13066"/>
          </a:stretch>
        </a:blipFill>
      </dgm:spPr>
    </dgm:pt>
    <dgm:pt modelId="{F5FEB449-699A-418C-BE1C-06191FA4594F}" type="pres">
      <dgm:prSet presAssocID="{AD424322-AF4D-4CDA-AD79-B4E5F3FE73BF}" presName="sibTrans" presStyleCnt="0"/>
      <dgm:spPr/>
    </dgm:pt>
    <dgm:pt modelId="{E2C076CE-9512-4191-BAF1-4EFDBB49F04A}" type="pres">
      <dgm:prSet presAssocID="{83119974-4904-4552-B237-276683803D7B}" presName="composite" presStyleCnt="0"/>
      <dgm:spPr/>
    </dgm:pt>
    <dgm:pt modelId="{3D50CE69-9780-4273-B77A-BCD8B450E289}" type="pres">
      <dgm:prSet presAssocID="{83119974-4904-4552-B237-276683803D7B}" presName="rect1" presStyleLbl="trAlignAcc1" presStyleIdx="1" presStyleCnt="4">
        <dgm:presLayoutVars>
          <dgm:bulletEnabled val="1"/>
        </dgm:presLayoutVars>
      </dgm:prSet>
      <dgm:spPr/>
    </dgm:pt>
    <dgm:pt modelId="{297EE11A-CAC1-4712-92AC-2321DA6C8FE6}" type="pres">
      <dgm:prSet presAssocID="{83119974-4904-4552-B237-276683803D7B}" presName="rect2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2000" r="-82000"/>
          </a:stretch>
        </a:blipFill>
      </dgm:spPr>
    </dgm:pt>
    <dgm:pt modelId="{169E045D-EAC3-4787-A91B-82D05232CF6D}" type="pres">
      <dgm:prSet presAssocID="{3E2C56F4-2359-4BDB-A418-404BA4C85893}" presName="sibTrans" presStyleCnt="0"/>
      <dgm:spPr/>
    </dgm:pt>
    <dgm:pt modelId="{552BF800-6316-41CD-A7E0-97CF8F3B8FA8}" type="pres">
      <dgm:prSet presAssocID="{963708DA-CE36-43C4-8E5B-AC0CAD3CD924}" presName="composite" presStyleCnt="0"/>
      <dgm:spPr/>
    </dgm:pt>
    <dgm:pt modelId="{6323D3B7-F06F-4113-A313-1751CD2CEFFC}" type="pres">
      <dgm:prSet presAssocID="{963708DA-CE36-43C4-8E5B-AC0CAD3CD924}" presName="rect1" presStyleLbl="trAlignAcc1" presStyleIdx="2" presStyleCnt="4">
        <dgm:presLayoutVars>
          <dgm:bulletEnabled val="1"/>
        </dgm:presLayoutVars>
      </dgm:prSet>
      <dgm:spPr/>
    </dgm:pt>
    <dgm:pt modelId="{E55C6D9A-3EF2-47AF-B354-924C319DEDC2}" type="pres">
      <dgm:prSet presAssocID="{963708DA-CE36-43C4-8E5B-AC0CAD3CD924}" presName="rect2" presStyleLbl="fgImgPlace1" presStyleIdx="2" presStyleCnt="4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562" r="-8562"/>
          </a:stretch>
        </a:blipFill>
      </dgm:spPr>
    </dgm:pt>
    <dgm:pt modelId="{5A6B9072-04F3-478B-995B-44D9B5F59DE4}" type="pres">
      <dgm:prSet presAssocID="{1A320075-267C-4F19-866D-294CAF8275BA}" presName="sibTrans" presStyleCnt="0"/>
      <dgm:spPr/>
    </dgm:pt>
    <dgm:pt modelId="{071E1142-F1A8-467D-A5EF-57777A74983C}" type="pres">
      <dgm:prSet presAssocID="{89649490-C5B2-43F8-B069-322CD2BD7078}" presName="composite" presStyleCnt="0"/>
      <dgm:spPr/>
    </dgm:pt>
    <dgm:pt modelId="{E263E13E-055F-40E4-B8C6-E982DECEA0AE}" type="pres">
      <dgm:prSet presAssocID="{89649490-C5B2-43F8-B069-322CD2BD7078}" presName="rect1" presStyleLbl="trAlignAcc1" presStyleIdx="3" presStyleCnt="4">
        <dgm:presLayoutVars>
          <dgm:bulletEnabled val="1"/>
        </dgm:presLayoutVars>
      </dgm:prSet>
      <dgm:spPr/>
    </dgm:pt>
    <dgm:pt modelId="{9469B1EF-767F-4EBB-B39E-82CBC041A2D4}" type="pres">
      <dgm:prSet presAssocID="{89649490-C5B2-43F8-B069-322CD2BD7078}" presName="rect2" presStyleLbl="fgImgPlace1" presStyleIdx="3" presStyleCnt="4"/>
      <dgm:spPr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4600" r="-44600"/>
          </a:stretch>
        </a:blipFill>
      </dgm:spPr>
    </dgm:pt>
  </dgm:ptLst>
  <dgm:cxnLst>
    <dgm:cxn modelId="{9938EB01-DCFE-4108-88AB-DBF21CBD5216}" srcId="{82DB063C-99F3-4E6F-934C-D9CB7140583A}" destId="{963708DA-CE36-43C4-8E5B-AC0CAD3CD924}" srcOrd="2" destOrd="0" parTransId="{5C483B44-F3B0-47F7-804C-490A70608A8F}" sibTransId="{1A320075-267C-4F19-866D-294CAF8275BA}"/>
    <dgm:cxn modelId="{5B855924-554B-4D0F-9F84-8685F0CA47CB}" srcId="{82DB063C-99F3-4E6F-934C-D9CB7140583A}" destId="{89649490-C5B2-43F8-B069-322CD2BD7078}" srcOrd="3" destOrd="0" parTransId="{43CCD109-6ACC-4A46-9097-2E9C6B3EFCBF}" sibTransId="{2E43161E-82EA-43D9-9610-B25F4D0EF37C}"/>
    <dgm:cxn modelId="{43217E26-0279-4F0E-93BF-453D23DF75E5}" srcId="{82DB063C-99F3-4E6F-934C-D9CB7140583A}" destId="{468A0865-3D8D-4A96-B615-BBCC3EDD74EF}" srcOrd="0" destOrd="0" parTransId="{F6D737E7-373B-4593-A442-42AC93C0216D}" sibTransId="{AD424322-AF4D-4CDA-AD79-B4E5F3FE73BF}"/>
    <dgm:cxn modelId="{0C432F90-BDFE-4BE1-A503-B0F694F80519}" type="presOf" srcId="{89649490-C5B2-43F8-B069-322CD2BD7078}" destId="{E263E13E-055F-40E4-B8C6-E982DECEA0AE}" srcOrd="0" destOrd="0" presId="urn:microsoft.com/office/officeart/2008/layout/PictureStrips"/>
    <dgm:cxn modelId="{9E319A95-59F0-4348-9DBF-741EDA2FF9E5}" type="presOf" srcId="{468A0865-3D8D-4A96-B615-BBCC3EDD74EF}" destId="{E595BD3E-1A65-4D4D-85C4-DE2FA8331F03}" srcOrd="0" destOrd="0" presId="urn:microsoft.com/office/officeart/2008/layout/PictureStrips"/>
    <dgm:cxn modelId="{C8EE3F9A-B68D-43E5-BF66-21040081B28F}" type="presOf" srcId="{82DB063C-99F3-4E6F-934C-D9CB7140583A}" destId="{9C19E503-BE2E-487B-8EDF-0ED36C20BB05}" srcOrd="0" destOrd="0" presId="urn:microsoft.com/office/officeart/2008/layout/PictureStrips"/>
    <dgm:cxn modelId="{8322029B-39A4-4487-8A2A-117D750DE8C8}" srcId="{82DB063C-99F3-4E6F-934C-D9CB7140583A}" destId="{83119974-4904-4552-B237-276683803D7B}" srcOrd="1" destOrd="0" parTransId="{93F5F1F8-186A-4AE9-A42B-EDB25F020C32}" sibTransId="{3E2C56F4-2359-4BDB-A418-404BA4C85893}"/>
    <dgm:cxn modelId="{40C896A9-C509-434E-A14A-E60DB9CE2681}" type="presOf" srcId="{83119974-4904-4552-B237-276683803D7B}" destId="{3D50CE69-9780-4273-B77A-BCD8B450E289}" srcOrd="0" destOrd="0" presId="urn:microsoft.com/office/officeart/2008/layout/PictureStrips"/>
    <dgm:cxn modelId="{40B07CB7-1B0D-4051-903B-0DCF7B4F5C1C}" type="presOf" srcId="{963708DA-CE36-43C4-8E5B-AC0CAD3CD924}" destId="{6323D3B7-F06F-4113-A313-1751CD2CEFFC}" srcOrd="0" destOrd="0" presId="urn:microsoft.com/office/officeart/2008/layout/PictureStrips"/>
    <dgm:cxn modelId="{7B341014-2631-4452-9A44-34F8BD87189B}" type="presParOf" srcId="{9C19E503-BE2E-487B-8EDF-0ED36C20BB05}" destId="{33FB2D3C-E535-4912-8BA5-670D5495A7F2}" srcOrd="0" destOrd="0" presId="urn:microsoft.com/office/officeart/2008/layout/PictureStrips"/>
    <dgm:cxn modelId="{020C0D42-51E0-4A22-966F-4FDE15F540F7}" type="presParOf" srcId="{33FB2D3C-E535-4912-8BA5-670D5495A7F2}" destId="{E595BD3E-1A65-4D4D-85C4-DE2FA8331F03}" srcOrd="0" destOrd="0" presId="urn:microsoft.com/office/officeart/2008/layout/PictureStrips"/>
    <dgm:cxn modelId="{AE4EB998-FF67-42EA-96F8-E6A1BC8DD676}" type="presParOf" srcId="{33FB2D3C-E535-4912-8BA5-670D5495A7F2}" destId="{CBA4EBD9-BB8D-4D29-89DB-3ED4DCCB1F15}" srcOrd="1" destOrd="0" presId="urn:microsoft.com/office/officeart/2008/layout/PictureStrips"/>
    <dgm:cxn modelId="{2817BB42-41A1-4BC0-896F-8152D3C0FA7E}" type="presParOf" srcId="{9C19E503-BE2E-487B-8EDF-0ED36C20BB05}" destId="{F5FEB449-699A-418C-BE1C-06191FA4594F}" srcOrd="1" destOrd="0" presId="urn:microsoft.com/office/officeart/2008/layout/PictureStrips"/>
    <dgm:cxn modelId="{6DC644E3-974C-4854-8F59-BC79D707D55F}" type="presParOf" srcId="{9C19E503-BE2E-487B-8EDF-0ED36C20BB05}" destId="{E2C076CE-9512-4191-BAF1-4EFDBB49F04A}" srcOrd="2" destOrd="0" presId="urn:microsoft.com/office/officeart/2008/layout/PictureStrips"/>
    <dgm:cxn modelId="{FED1C140-DA54-40E2-BF21-690EB89A4AF2}" type="presParOf" srcId="{E2C076CE-9512-4191-BAF1-4EFDBB49F04A}" destId="{3D50CE69-9780-4273-B77A-BCD8B450E289}" srcOrd="0" destOrd="0" presId="urn:microsoft.com/office/officeart/2008/layout/PictureStrips"/>
    <dgm:cxn modelId="{412E30D9-5D2E-49E4-B831-0497A50F3434}" type="presParOf" srcId="{E2C076CE-9512-4191-BAF1-4EFDBB49F04A}" destId="{297EE11A-CAC1-4712-92AC-2321DA6C8FE6}" srcOrd="1" destOrd="0" presId="urn:microsoft.com/office/officeart/2008/layout/PictureStrips"/>
    <dgm:cxn modelId="{B2EDC3A3-BEC6-4FB6-8921-AA3B4E116054}" type="presParOf" srcId="{9C19E503-BE2E-487B-8EDF-0ED36C20BB05}" destId="{169E045D-EAC3-4787-A91B-82D05232CF6D}" srcOrd="3" destOrd="0" presId="urn:microsoft.com/office/officeart/2008/layout/PictureStrips"/>
    <dgm:cxn modelId="{F3F5FDA1-7952-4574-8C86-8C89AA109A0D}" type="presParOf" srcId="{9C19E503-BE2E-487B-8EDF-0ED36C20BB05}" destId="{552BF800-6316-41CD-A7E0-97CF8F3B8FA8}" srcOrd="4" destOrd="0" presId="urn:microsoft.com/office/officeart/2008/layout/PictureStrips"/>
    <dgm:cxn modelId="{3F5DBE76-D10C-44E1-9865-0653585BB450}" type="presParOf" srcId="{552BF800-6316-41CD-A7E0-97CF8F3B8FA8}" destId="{6323D3B7-F06F-4113-A313-1751CD2CEFFC}" srcOrd="0" destOrd="0" presId="urn:microsoft.com/office/officeart/2008/layout/PictureStrips"/>
    <dgm:cxn modelId="{5D8882B9-5E77-48F4-B3C3-1B712605EDDD}" type="presParOf" srcId="{552BF800-6316-41CD-A7E0-97CF8F3B8FA8}" destId="{E55C6D9A-3EF2-47AF-B354-924C319DEDC2}" srcOrd="1" destOrd="0" presId="urn:microsoft.com/office/officeart/2008/layout/PictureStrips"/>
    <dgm:cxn modelId="{F199D090-E403-480A-8506-89A9FFC731CE}" type="presParOf" srcId="{9C19E503-BE2E-487B-8EDF-0ED36C20BB05}" destId="{5A6B9072-04F3-478B-995B-44D9B5F59DE4}" srcOrd="5" destOrd="0" presId="urn:microsoft.com/office/officeart/2008/layout/PictureStrips"/>
    <dgm:cxn modelId="{8F398065-58CB-4552-BB13-CFF7EF9EF5DE}" type="presParOf" srcId="{9C19E503-BE2E-487B-8EDF-0ED36C20BB05}" destId="{071E1142-F1A8-467D-A5EF-57777A74983C}" srcOrd="6" destOrd="0" presId="urn:microsoft.com/office/officeart/2008/layout/PictureStrips"/>
    <dgm:cxn modelId="{E53A6295-D8E7-4ACB-B52C-E24757E69676}" type="presParOf" srcId="{071E1142-F1A8-467D-A5EF-57777A74983C}" destId="{E263E13E-055F-40E4-B8C6-E982DECEA0AE}" srcOrd="0" destOrd="0" presId="urn:microsoft.com/office/officeart/2008/layout/PictureStrips"/>
    <dgm:cxn modelId="{F2AEE814-A256-49D9-B35E-2C2924340455}" type="presParOf" srcId="{071E1142-F1A8-467D-A5EF-57777A74983C}" destId="{9469B1EF-767F-4EBB-B39E-82CBC041A2D4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8586B6-8F9D-4CD2-A71E-C685455AD20E}" type="doc">
      <dgm:prSet loTypeId="urn:microsoft.com/office/officeart/2005/8/layout/process1" loCatId="process" qsTypeId="urn:microsoft.com/office/officeart/2005/8/quickstyle/simple3" qsCatId="simple" csTypeId="urn:microsoft.com/office/officeart/2005/8/colors/accent1_2" csCatId="accent1" phldr="1"/>
      <dgm:spPr/>
    </dgm:pt>
    <dgm:pt modelId="{588A4335-2A32-40F0-B318-13051B6526EE}">
      <dgm:prSet phldrT="[Text]"/>
      <dgm:spPr/>
      <dgm:t>
        <a:bodyPr/>
        <a:lstStyle/>
        <a:p>
          <a:r>
            <a:rPr lang="en-US" dirty="0" err="1"/>
            <a:t>Terdapat</a:t>
          </a:r>
          <a:r>
            <a:rPr lang="en-US" dirty="0"/>
            <a:t> </a:t>
          </a:r>
          <a:r>
            <a:rPr lang="en-US" dirty="0" err="1"/>
            <a:t>perbedaan</a:t>
          </a:r>
          <a:r>
            <a:rPr lang="en-US" dirty="0"/>
            <a:t> </a:t>
          </a:r>
          <a:r>
            <a:rPr lang="en-US" dirty="0" err="1"/>
            <a:t>penulisan</a:t>
          </a:r>
          <a:r>
            <a:rPr lang="en-US" dirty="0"/>
            <a:t> </a:t>
          </a:r>
          <a:r>
            <a:rPr lang="en-US" dirty="0" err="1"/>
            <a:t>amar</a:t>
          </a:r>
          <a:r>
            <a:rPr lang="en-US" dirty="0"/>
            <a:t> </a:t>
          </a:r>
          <a:r>
            <a:rPr lang="en-US" dirty="0" err="1"/>
            <a:t>putusan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BAS, </a:t>
          </a:r>
          <a:r>
            <a:rPr lang="en-US" dirty="0" err="1"/>
            <a:t>Putusan</a:t>
          </a:r>
          <a:r>
            <a:rPr lang="en-US" dirty="0"/>
            <a:t>, dan SIPP. </a:t>
          </a:r>
        </a:p>
        <a:p>
          <a:r>
            <a:rPr lang="en-US" dirty="0" err="1"/>
            <a:t>Berita</a:t>
          </a:r>
          <a:r>
            <a:rPr lang="en-US" dirty="0"/>
            <a:t> Acara </a:t>
          </a:r>
          <a:r>
            <a:rPr lang="en-US" dirty="0" err="1"/>
            <a:t>Sidang</a:t>
          </a:r>
          <a:r>
            <a:rPr lang="en-US" dirty="0"/>
            <a:t> </a:t>
          </a:r>
          <a:r>
            <a:rPr lang="en-US" dirty="0" err="1"/>
            <a:t>tidak</a:t>
          </a:r>
          <a:r>
            <a:rPr lang="en-US" dirty="0"/>
            <a:t> </a:t>
          </a:r>
          <a:r>
            <a:rPr lang="en-US" dirty="0" err="1"/>
            <a:t>menggambarkan</a:t>
          </a:r>
          <a:r>
            <a:rPr lang="en-US" dirty="0"/>
            <a:t> </a:t>
          </a:r>
          <a:r>
            <a:rPr lang="en-US" dirty="0" err="1"/>
            <a:t>peristiwa</a:t>
          </a:r>
          <a:r>
            <a:rPr lang="en-US" dirty="0"/>
            <a:t> yang </a:t>
          </a:r>
          <a:r>
            <a:rPr lang="en-US" dirty="0" err="1"/>
            <a:t>terjadi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persidangan</a:t>
          </a:r>
          <a:r>
            <a:rPr lang="en-US" dirty="0"/>
            <a:t>.</a:t>
          </a:r>
        </a:p>
      </dgm:t>
    </dgm:pt>
    <dgm:pt modelId="{D6553856-37D3-4829-86D2-33C4D9C62F70}" type="parTrans" cxnId="{2C1B82F0-66CC-4ED2-A1E0-5E256C616096}">
      <dgm:prSet/>
      <dgm:spPr/>
      <dgm:t>
        <a:bodyPr/>
        <a:lstStyle/>
        <a:p>
          <a:endParaRPr lang="en-US"/>
        </a:p>
      </dgm:t>
    </dgm:pt>
    <dgm:pt modelId="{91F7C88C-DD2F-4AE0-8245-CC35CD29AFBA}" type="sibTrans" cxnId="{2C1B82F0-66CC-4ED2-A1E0-5E256C616096}">
      <dgm:prSet/>
      <dgm:spPr>
        <a:gradFill flip="none" rotWithShape="0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</dgm:spPr>
      <dgm:t>
        <a:bodyPr/>
        <a:lstStyle/>
        <a:p>
          <a:endParaRPr lang="en-US"/>
        </a:p>
      </dgm:t>
    </dgm:pt>
    <dgm:pt modelId="{386820A7-4F58-4D14-9C54-0E5662EC29AA}">
      <dgm:prSet phldrT="[Text]"/>
      <dgm:spPr/>
      <dgm:t>
        <a:bodyPr/>
        <a:lstStyle/>
        <a:p>
          <a:r>
            <a:rPr lang="en-US" dirty="0" err="1"/>
            <a:t>Perhatikan</a:t>
          </a:r>
          <a:r>
            <a:rPr lang="en-US" dirty="0"/>
            <a:t> </a:t>
          </a:r>
          <a:r>
            <a:rPr lang="en-US" dirty="0" err="1"/>
            <a:t>Pasal</a:t>
          </a:r>
          <a:r>
            <a:rPr lang="en-US" dirty="0"/>
            <a:t> 13 UU No. 48 </a:t>
          </a:r>
          <a:r>
            <a:rPr lang="en-US" dirty="0" err="1"/>
            <a:t>tahun</a:t>
          </a:r>
          <a:r>
            <a:rPr lang="en-US" dirty="0"/>
            <a:t> 2009, </a:t>
          </a:r>
          <a:r>
            <a:rPr lang="en-US" dirty="0" err="1"/>
            <a:t>Pasal</a:t>
          </a:r>
          <a:r>
            <a:rPr lang="en-US" dirty="0"/>
            <a:t> 33 PP 9 </a:t>
          </a:r>
          <a:r>
            <a:rPr lang="en-US" dirty="0" err="1"/>
            <a:t>tahun</a:t>
          </a:r>
          <a:r>
            <a:rPr lang="en-US" dirty="0"/>
            <a:t> 1975, </a:t>
          </a:r>
          <a:r>
            <a:rPr lang="en-US" dirty="0" err="1"/>
            <a:t>Buku</a:t>
          </a:r>
          <a:r>
            <a:rPr lang="en-US" dirty="0"/>
            <a:t> II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Buku</a:t>
          </a:r>
          <a:r>
            <a:rPr lang="en-US" dirty="0"/>
            <a:t> IV </a:t>
          </a:r>
          <a:r>
            <a:rPr lang="en-US" dirty="0" err="1"/>
            <a:t>hal</a:t>
          </a:r>
          <a:r>
            <a:rPr lang="en-US" dirty="0"/>
            <a:t> 138 point 18 yang </a:t>
          </a:r>
          <a:r>
            <a:rPr lang="en-US" dirty="0" err="1"/>
            <a:t>mengatur</a:t>
          </a:r>
          <a:r>
            <a:rPr lang="en-US" dirty="0"/>
            <a:t> </a:t>
          </a:r>
          <a:r>
            <a:rPr lang="en-US" dirty="0" err="1"/>
            <a:t>tentang</a:t>
          </a:r>
          <a:r>
            <a:rPr lang="en-US" dirty="0"/>
            <a:t> </a:t>
          </a:r>
          <a:r>
            <a:rPr lang="en-US" dirty="0" err="1"/>
            <a:t>Berita</a:t>
          </a:r>
          <a:r>
            <a:rPr lang="en-US" dirty="0"/>
            <a:t> Acara</a:t>
          </a:r>
        </a:p>
      </dgm:t>
    </dgm:pt>
    <dgm:pt modelId="{060CFD2E-91F8-47CD-882C-686E218177B0}" type="parTrans" cxnId="{B0D4028B-CF5B-4EA5-8CE6-03CD5BB3DDA0}">
      <dgm:prSet/>
      <dgm:spPr/>
      <dgm:t>
        <a:bodyPr/>
        <a:lstStyle/>
        <a:p>
          <a:endParaRPr lang="en-US"/>
        </a:p>
      </dgm:t>
    </dgm:pt>
    <dgm:pt modelId="{6DE0C78B-419C-4BAF-BCA5-92685A120CF8}" type="sibTrans" cxnId="{B0D4028B-CF5B-4EA5-8CE6-03CD5BB3DDA0}">
      <dgm:prSet/>
      <dgm:spPr/>
      <dgm:t>
        <a:bodyPr/>
        <a:lstStyle/>
        <a:p>
          <a:endParaRPr lang="en-US"/>
        </a:p>
      </dgm:t>
    </dgm:pt>
    <dgm:pt modelId="{D4490BE1-B786-434D-BD4B-E94F7D5DCAB6}" type="pres">
      <dgm:prSet presAssocID="{248586B6-8F9D-4CD2-A71E-C685455AD20E}" presName="Name0" presStyleCnt="0">
        <dgm:presLayoutVars>
          <dgm:dir/>
          <dgm:resizeHandles val="exact"/>
        </dgm:presLayoutVars>
      </dgm:prSet>
      <dgm:spPr/>
    </dgm:pt>
    <dgm:pt modelId="{291EF000-A490-4DE5-A79F-30D2255F19C3}" type="pres">
      <dgm:prSet presAssocID="{588A4335-2A32-40F0-B318-13051B6526EE}" presName="node" presStyleLbl="node1" presStyleIdx="0" presStyleCnt="2">
        <dgm:presLayoutVars>
          <dgm:bulletEnabled val="1"/>
        </dgm:presLayoutVars>
      </dgm:prSet>
      <dgm:spPr/>
    </dgm:pt>
    <dgm:pt modelId="{48955C86-89D4-4616-9ED8-19A9DE3A4EE5}" type="pres">
      <dgm:prSet presAssocID="{91F7C88C-DD2F-4AE0-8245-CC35CD29AFBA}" presName="sibTrans" presStyleLbl="sibTrans2D1" presStyleIdx="0" presStyleCnt="1"/>
      <dgm:spPr/>
    </dgm:pt>
    <dgm:pt modelId="{370D5528-552A-45D9-A8B4-4E3DDA6B278D}" type="pres">
      <dgm:prSet presAssocID="{91F7C88C-DD2F-4AE0-8245-CC35CD29AFBA}" presName="connectorText" presStyleLbl="sibTrans2D1" presStyleIdx="0" presStyleCnt="1"/>
      <dgm:spPr/>
    </dgm:pt>
    <dgm:pt modelId="{29ECB778-7112-4683-ABC9-C4F9596CDD48}" type="pres">
      <dgm:prSet presAssocID="{386820A7-4F58-4D14-9C54-0E5662EC29AA}" presName="node" presStyleLbl="node1" presStyleIdx="1" presStyleCnt="2">
        <dgm:presLayoutVars>
          <dgm:bulletEnabled val="1"/>
        </dgm:presLayoutVars>
      </dgm:prSet>
      <dgm:spPr/>
    </dgm:pt>
  </dgm:ptLst>
  <dgm:cxnLst>
    <dgm:cxn modelId="{CE196F09-1939-4B7E-8D11-554EFFDEED5F}" type="presOf" srcId="{248586B6-8F9D-4CD2-A71E-C685455AD20E}" destId="{D4490BE1-B786-434D-BD4B-E94F7D5DCAB6}" srcOrd="0" destOrd="0" presId="urn:microsoft.com/office/officeart/2005/8/layout/process1"/>
    <dgm:cxn modelId="{82B64516-A47F-45DC-9E1A-495ECEB9A31F}" type="presOf" srcId="{386820A7-4F58-4D14-9C54-0E5662EC29AA}" destId="{29ECB778-7112-4683-ABC9-C4F9596CDD48}" srcOrd="0" destOrd="0" presId="urn:microsoft.com/office/officeart/2005/8/layout/process1"/>
    <dgm:cxn modelId="{B0D4028B-CF5B-4EA5-8CE6-03CD5BB3DDA0}" srcId="{248586B6-8F9D-4CD2-A71E-C685455AD20E}" destId="{386820A7-4F58-4D14-9C54-0E5662EC29AA}" srcOrd="1" destOrd="0" parTransId="{060CFD2E-91F8-47CD-882C-686E218177B0}" sibTransId="{6DE0C78B-419C-4BAF-BCA5-92685A120CF8}"/>
    <dgm:cxn modelId="{1D3BA29F-48D5-4B68-810C-784624F694BD}" type="presOf" srcId="{91F7C88C-DD2F-4AE0-8245-CC35CD29AFBA}" destId="{48955C86-89D4-4616-9ED8-19A9DE3A4EE5}" srcOrd="0" destOrd="0" presId="urn:microsoft.com/office/officeart/2005/8/layout/process1"/>
    <dgm:cxn modelId="{16AB59C5-0AA6-4B56-9368-E29400550D2C}" type="presOf" srcId="{91F7C88C-DD2F-4AE0-8245-CC35CD29AFBA}" destId="{370D5528-552A-45D9-A8B4-4E3DDA6B278D}" srcOrd="1" destOrd="0" presId="urn:microsoft.com/office/officeart/2005/8/layout/process1"/>
    <dgm:cxn modelId="{F8AA9BC9-BF0B-4B17-87B5-9E4ECB8A78BC}" type="presOf" srcId="{588A4335-2A32-40F0-B318-13051B6526EE}" destId="{291EF000-A490-4DE5-A79F-30D2255F19C3}" srcOrd="0" destOrd="0" presId="urn:microsoft.com/office/officeart/2005/8/layout/process1"/>
    <dgm:cxn modelId="{2C1B82F0-66CC-4ED2-A1E0-5E256C616096}" srcId="{248586B6-8F9D-4CD2-A71E-C685455AD20E}" destId="{588A4335-2A32-40F0-B318-13051B6526EE}" srcOrd="0" destOrd="0" parTransId="{D6553856-37D3-4829-86D2-33C4D9C62F70}" sibTransId="{91F7C88C-DD2F-4AE0-8245-CC35CD29AFBA}"/>
    <dgm:cxn modelId="{8301AA0A-7F6F-4497-9812-3BDCCF6BEC95}" type="presParOf" srcId="{D4490BE1-B786-434D-BD4B-E94F7D5DCAB6}" destId="{291EF000-A490-4DE5-A79F-30D2255F19C3}" srcOrd="0" destOrd="0" presId="urn:microsoft.com/office/officeart/2005/8/layout/process1"/>
    <dgm:cxn modelId="{223E646C-C948-4D94-A7F8-AD5A3D174BB0}" type="presParOf" srcId="{D4490BE1-B786-434D-BD4B-E94F7D5DCAB6}" destId="{48955C86-89D4-4616-9ED8-19A9DE3A4EE5}" srcOrd="1" destOrd="0" presId="urn:microsoft.com/office/officeart/2005/8/layout/process1"/>
    <dgm:cxn modelId="{0E3D27E5-A7BF-4B0F-A771-1B8ABFC2562D}" type="presParOf" srcId="{48955C86-89D4-4616-9ED8-19A9DE3A4EE5}" destId="{370D5528-552A-45D9-A8B4-4E3DDA6B278D}" srcOrd="0" destOrd="0" presId="urn:microsoft.com/office/officeart/2005/8/layout/process1"/>
    <dgm:cxn modelId="{54A445BB-2904-4455-9C3F-854CCD49E7E3}" type="presParOf" srcId="{D4490BE1-B786-434D-BD4B-E94F7D5DCAB6}" destId="{29ECB778-7112-4683-ABC9-C4F9596CDD48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8586B6-8F9D-4CD2-A71E-C685455AD20E}" type="doc">
      <dgm:prSet loTypeId="urn:microsoft.com/office/officeart/2005/8/layout/process1" loCatId="process" qsTypeId="urn:microsoft.com/office/officeart/2005/8/quickstyle/simple3" qsCatId="simple" csTypeId="urn:microsoft.com/office/officeart/2005/8/colors/colorful2" csCatId="colorful" phldr="1"/>
      <dgm:spPr/>
    </dgm:pt>
    <dgm:pt modelId="{588A4335-2A32-40F0-B318-13051B6526EE}">
      <dgm:prSet phldrT="[Text]" custT="1"/>
      <dgm:spPr/>
      <dgm:t>
        <a:bodyPr/>
        <a:lstStyle/>
        <a:p>
          <a:r>
            <a:rPr lang="en-US" sz="2800" dirty="0" err="1"/>
            <a:t>Penetapan</a:t>
          </a:r>
          <a:r>
            <a:rPr lang="en-US" sz="2800" dirty="0"/>
            <a:t> </a:t>
          </a:r>
          <a:r>
            <a:rPr lang="en-US" sz="2800" dirty="0" err="1"/>
            <a:t>panjar</a:t>
          </a:r>
          <a:r>
            <a:rPr lang="en-US" sz="2800" dirty="0"/>
            <a:t> </a:t>
          </a:r>
          <a:r>
            <a:rPr lang="en-US" sz="2800" dirty="0" err="1"/>
            <a:t>biaya</a:t>
          </a:r>
          <a:r>
            <a:rPr lang="en-US" sz="2800" dirty="0"/>
            <a:t> </a:t>
          </a:r>
          <a:r>
            <a:rPr lang="en-US" sz="2800" dirty="0" err="1"/>
            <a:t>perkara</a:t>
          </a:r>
          <a:r>
            <a:rPr lang="en-US" sz="2800" dirty="0"/>
            <a:t> </a:t>
          </a:r>
          <a:r>
            <a:rPr lang="en-US" sz="2800" dirty="0" err="1"/>
            <a:t>oleh</a:t>
          </a:r>
          <a:r>
            <a:rPr lang="en-US" sz="2800" dirty="0"/>
            <a:t> </a:t>
          </a:r>
          <a:r>
            <a:rPr lang="en-US" sz="2800" dirty="0" err="1"/>
            <a:t>Ketua</a:t>
          </a:r>
          <a:r>
            <a:rPr lang="en-US" sz="2800" dirty="0"/>
            <a:t> </a:t>
          </a:r>
          <a:r>
            <a:rPr lang="en-US" sz="2800" dirty="0" err="1"/>
            <a:t>Pengadilan</a:t>
          </a:r>
          <a:endParaRPr lang="en-US" sz="2800" dirty="0"/>
        </a:p>
      </dgm:t>
    </dgm:pt>
    <dgm:pt modelId="{D6553856-37D3-4829-86D2-33C4D9C62F70}" type="parTrans" cxnId="{2C1B82F0-66CC-4ED2-A1E0-5E256C616096}">
      <dgm:prSet/>
      <dgm:spPr/>
      <dgm:t>
        <a:bodyPr/>
        <a:lstStyle/>
        <a:p>
          <a:endParaRPr lang="en-US"/>
        </a:p>
      </dgm:t>
    </dgm:pt>
    <dgm:pt modelId="{91F7C88C-DD2F-4AE0-8245-CC35CD29AFBA}" type="sibTrans" cxnId="{2C1B82F0-66CC-4ED2-A1E0-5E256C616096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/>
        </a:p>
      </dgm:t>
    </dgm:pt>
    <dgm:pt modelId="{386820A7-4F58-4D14-9C54-0E5662EC29AA}">
      <dgm:prSet phldrT="[Text]"/>
      <dgm:spPr/>
      <dgm:t>
        <a:bodyPr/>
        <a:lstStyle/>
        <a:p>
          <a:pPr algn="just"/>
          <a:r>
            <a:rPr lang="en-US" dirty="0" err="1"/>
            <a:t>Pedomani</a:t>
          </a:r>
          <a:r>
            <a:rPr lang="en-US" dirty="0"/>
            <a:t> SEMA </a:t>
          </a:r>
          <a:r>
            <a:rPr lang="en-US" dirty="0" err="1"/>
            <a:t>Nomor</a:t>
          </a:r>
          <a:r>
            <a:rPr lang="en-US" dirty="0"/>
            <a:t> 4 </a:t>
          </a:r>
          <a:r>
            <a:rPr lang="en-US" dirty="0" err="1"/>
            <a:t>Tahun</a:t>
          </a:r>
          <a:r>
            <a:rPr lang="en-US" dirty="0"/>
            <a:t> 2008 </a:t>
          </a:r>
          <a:r>
            <a:rPr lang="en-US" dirty="0" err="1"/>
            <a:t>tentang</a:t>
          </a:r>
          <a:r>
            <a:rPr lang="en-US" dirty="0"/>
            <a:t> </a:t>
          </a:r>
          <a:r>
            <a:rPr lang="en-US" dirty="0" err="1"/>
            <a:t>Pemungutan</a:t>
          </a:r>
          <a:r>
            <a:rPr lang="en-US" dirty="0"/>
            <a:t> </a:t>
          </a:r>
          <a:r>
            <a:rPr lang="en-US" dirty="0" err="1"/>
            <a:t>Biaya</a:t>
          </a:r>
          <a:r>
            <a:rPr lang="en-US" dirty="0"/>
            <a:t> </a:t>
          </a:r>
          <a:r>
            <a:rPr lang="en-US" dirty="0" err="1"/>
            <a:t>Perkara</a:t>
          </a:r>
          <a:r>
            <a:rPr lang="en-US" dirty="0"/>
            <a:t>. </a:t>
          </a:r>
        </a:p>
        <a:p>
          <a:pPr algn="just"/>
          <a:r>
            <a:rPr lang="en-US" dirty="0" err="1"/>
            <a:t>Pimpinan</a:t>
          </a:r>
          <a:r>
            <a:rPr lang="es-ES" dirty="0"/>
            <a:t> </a:t>
          </a:r>
          <a:r>
            <a:rPr lang="es-ES" dirty="0" err="1"/>
            <a:t>Pengadilan</a:t>
          </a:r>
          <a:r>
            <a:rPr lang="es-ES" dirty="0"/>
            <a:t> Negeri dan </a:t>
          </a:r>
          <a:r>
            <a:rPr lang="es-ES" dirty="0" err="1"/>
            <a:t>pimpinan</a:t>
          </a:r>
          <a:r>
            <a:rPr lang="es-ES" dirty="0"/>
            <a:t> </a:t>
          </a:r>
          <a:r>
            <a:rPr lang="es-ES" dirty="0" err="1"/>
            <a:t>Pengadilan</a:t>
          </a:r>
          <a:r>
            <a:rPr lang="es-ES" dirty="0"/>
            <a:t> Agama agar </a:t>
          </a:r>
          <a:r>
            <a:rPr lang="es-ES" dirty="0" err="1"/>
            <a:t>melakukan</a:t>
          </a:r>
          <a:r>
            <a:rPr lang="es-ES" dirty="0"/>
            <a:t> </a:t>
          </a:r>
          <a:r>
            <a:rPr lang="es-ES" dirty="0" err="1"/>
            <a:t>koordinasi</a:t>
          </a:r>
          <a:r>
            <a:rPr lang="es-ES" dirty="0"/>
            <a:t> </a:t>
          </a:r>
          <a:r>
            <a:rPr lang="es-ES" dirty="0" err="1"/>
            <a:t>dalam</a:t>
          </a:r>
          <a:r>
            <a:rPr lang="es-ES" dirty="0"/>
            <a:t>  </a:t>
          </a:r>
          <a:r>
            <a:rPr lang="es-ES" dirty="0" err="1"/>
            <a:t>menetapkan</a:t>
          </a:r>
          <a:r>
            <a:rPr lang="es-ES" dirty="0"/>
            <a:t> </a:t>
          </a:r>
          <a:r>
            <a:rPr lang="es-ES" dirty="0" err="1"/>
            <a:t>panjar</a:t>
          </a:r>
          <a:r>
            <a:rPr lang="es-ES" dirty="0"/>
            <a:t> </a:t>
          </a:r>
          <a:r>
            <a:rPr lang="es-ES" dirty="0" err="1"/>
            <a:t>biaya</a:t>
          </a:r>
          <a:r>
            <a:rPr lang="es-ES" dirty="0"/>
            <a:t> </a:t>
          </a:r>
          <a:r>
            <a:rPr lang="es-ES" dirty="0" err="1"/>
            <a:t>perkara</a:t>
          </a:r>
          <a:endParaRPr lang="en-US" dirty="0"/>
        </a:p>
      </dgm:t>
    </dgm:pt>
    <dgm:pt modelId="{060CFD2E-91F8-47CD-882C-686E218177B0}" type="parTrans" cxnId="{B0D4028B-CF5B-4EA5-8CE6-03CD5BB3DDA0}">
      <dgm:prSet/>
      <dgm:spPr/>
      <dgm:t>
        <a:bodyPr/>
        <a:lstStyle/>
        <a:p>
          <a:endParaRPr lang="en-US"/>
        </a:p>
      </dgm:t>
    </dgm:pt>
    <dgm:pt modelId="{6DE0C78B-419C-4BAF-BCA5-92685A120CF8}" type="sibTrans" cxnId="{B0D4028B-CF5B-4EA5-8CE6-03CD5BB3DDA0}">
      <dgm:prSet/>
      <dgm:spPr/>
      <dgm:t>
        <a:bodyPr/>
        <a:lstStyle/>
        <a:p>
          <a:endParaRPr lang="en-US"/>
        </a:p>
      </dgm:t>
    </dgm:pt>
    <dgm:pt modelId="{D4490BE1-B786-434D-BD4B-E94F7D5DCAB6}" type="pres">
      <dgm:prSet presAssocID="{248586B6-8F9D-4CD2-A71E-C685455AD20E}" presName="Name0" presStyleCnt="0">
        <dgm:presLayoutVars>
          <dgm:dir/>
          <dgm:resizeHandles val="exact"/>
        </dgm:presLayoutVars>
      </dgm:prSet>
      <dgm:spPr/>
    </dgm:pt>
    <dgm:pt modelId="{291EF000-A490-4DE5-A79F-30D2255F19C3}" type="pres">
      <dgm:prSet presAssocID="{588A4335-2A32-40F0-B318-13051B6526EE}" presName="node" presStyleLbl="node1" presStyleIdx="0" presStyleCnt="2">
        <dgm:presLayoutVars>
          <dgm:bulletEnabled val="1"/>
        </dgm:presLayoutVars>
      </dgm:prSet>
      <dgm:spPr/>
    </dgm:pt>
    <dgm:pt modelId="{48955C86-89D4-4616-9ED8-19A9DE3A4EE5}" type="pres">
      <dgm:prSet presAssocID="{91F7C88C-DD2F-4AE0-8245-CC35CD29AFBA}" presName="sibTrans" presStyleLbl="sibTrans2D1" presStyleIdx="0" presStyleCnt="1"/>
      <dgm:spPr/>
    </dgm:pt>
    <dgm:pt modelId="{370D5528-552A-45D9-A8B4-4E3DDA6B278D}" type="pres">
      <dgm:prSet presAssocID="{91F7C88C-DD2F-4AE0-8245-CC35CD29AFBA}" presName="connectorText" presStyleLbl="sibTrans2D1" presStyleIdx="0" presStyleCnt="1"/>
      <dgm:spPr/>
    </dgm:pt>
    <dgm:pt modelId="{29ECB778-7112-4683-ABC9-C4F9596CDD48}" type="pres">
      <dgm:prSet presAssocID="{386820A7-4F58-4D14-9C54-0E5662EC29AA}" presName="node" presStyleLbl="node1" presStyleIdx="1" presStyleCnt="2">
        <dgm:presLayoutVars>
          <dgm:bulletEnabled val="1"/>
        </dgm:presLayoutVars>
      </dgm:prSet>
      <dgm:spPr/>
    </dgm:pt>
  </dgm:ptLst>
  <dgm:cxnLst>
    <dgm:cxn modelId="{D29F9F0B-A73B-4B18-8341-9BF4DB8F17F9}" type="presOf" srcId="{248586B6-8F9D-4CD2-A71E-C685455AD20E}" destId="{D4490BE1-B786-434D-BD4B-E94F7D5DCAB6}" srcOrd="0" destOrd="0" presId="urn:microsoft.com/office/officeart/2005/8/layout/process1"/>
    <dgm:cxn modelId="{DF3CFD18-1324-4004-A252-E51AE57B6DEF}" type="presOf" srcId="{588A4335-2A32-40F0-B318-13051B6526EE}" destId="{291EF000-A490-4DE5-A79F-30D2255F19C3}" srcOrd="0" destOrd="0" presId="urn:microsoft.com/office/officeart/2005/8/layout/process1"/>
    <dgm:cxn modelId="{D84F801D-EBFC-49CF-8249-F7352F85F14A}" type="presOf" srcId="{386820A7-4F58-4D14-9C54-0E5662EC29AA}" destId="{29ECB778-7112-4683-ABC9-C4F9596CDD48}" srcOrd="0" destOrd="0" presId="urn:microsoft.com/office/officeart/2005/8/layout/process1"/>
    <dgm:cxn modelId="{B0D4028B-CF5B-4EA5-8CE6-03CD5BB3DDA0}" srcId="{248586B6-8F9D-4CD2-A71E-C685455AD20E}" destId="{386820A7-4F58-4D14-9C54-0E5662EC29AA}" srcOrd="1" destOrd="0" parTransId="{060CFD2E-91F8-47CD-882C-686E218177B0}" sibTransId="{6DE0C78B-419C-4BAF-BCA5-92685A120CF8}"/>
    <dgm:cxn modelId="{387EFB8E-996E-4768-9E98-EE9F62C2C63D}" type="presOf" srcId="{91F7C88C-DD2F-4AE0-8245-CC35CD29AFBA}" destId="{48955C86-89D4-4616-9ED8-19A9DE3A4EE5}" srcOrd="0" destOrd="0" presId="urn:microsoft.com/office/officeart/2005/8/layout/process1"/>
    <dgm:cxn modelId="{34580AB0-09D2-4FF5-90B0-3F4B4AA4052D}" type="presOf" srcId="{91F7C88C-DD2F-4AE0-8245-CC35CD29AFBA}" destId="{370D5528-552A-45D9-A8B4-4E3DDA6B278D}" srcOrd="1" destOrd="0" presId="urn:microsoft.com/office/officeart/2005/8/layout/process1"/>
    <dgm:cxn modelId="{2C1B82F0-66CC-4ED2-A1E0-5E256C616096}" srcId="{248586B6-8F9D-4CD2-A71E-C685455AD20E}" destId="{588A4335-2A32-40F0-B318-13051B6526EE}" srcOrd="0" destOrd="0" parTransId="{D6553856-37D3-4829-86D2-33C4D9C62F70}" sibTransId="{91F7C88C-DD2F-4AE0-8245-CC35CD29AFBA}"/>
    <dgm:cxn modelId="{02858F5C-3152-4890-9F7C-816B578DDF0D}" type="presParOf" srcId="{D4490BE1-B786-434D-BD4B-E94F7D5DCAB6}" destId="{291EF000-A490-4DE5-A79F-30D2255F19C3}" srcOrd="0" destOrd="0" presId="urn:microsoft.com/office/officeart/2005/8/layout/process1"/>
    <dgm:cxn modelId="{303C855C-9194-4919-A27D-B694FD2A5C83}" type="presParOf" srcId="{D4490BE1-B786-434D-BD4B-E94F7D5DCAB6}" destId="{48955C86-89D4-4616-9ED8-19A9DE3A4EE5}" srcOrd="1" destOrd="0" presId="urn:microsoft.com/office/officeart/2005/8/layout/process1"/>
    <dgm:cxn modelId="{0C660FA4-4EB1-4D2D-9DBF-BDADCD58AFD2}" type="presParOf" srcId="{48955C86-89D4-4616-9ED8-19A9DE3A4EE5}" destId="{370D5528-552A-45D9-A8B4-4E3DDA6B278D}" srcOrd="0" destOrd="0" presId="urn:microsoft.com/office/officeart/2005/8/layout/process1"/>
    <dgm:cxn modelId="{1CD34495-D8B1-421B-85C9-E8637E8E6BD0}" type="presParOf" srcId="{D4490BE1-B786-434D-BD4B-E94F7D5DCAB6}" destId="{29ECB778-7112-4683-ABC9-C4F9596CDD48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48586B6-8F9D-4CD2-A71E-C685455AD20E}" type="doc">
      <dgm:prSet loTypeId="urn:microsoft.com/office/officeart/2005/8/layout/process1" loCatId="process" qsTypeId="urn:microsoft.com/office/officeart/2005/8/quickstyle/simple3" qsCatId="simple" csTypeId="urn:microsoft.com/office/officeart/2005/8/colors/accent2_2" csCatId="accent2" phldr="1"/>
      <dgm:spPr/>
    </dgm:pt>
    <dgm:pt modelId="{588A4335-2A32-40F0-B318-13051B6526EE}">
      <dgm:prSet phldrT="[Text]" custT="1"/>
      <dgm:spPr/>
      <dgm:t>
        <a:bodyPr/>
        <a:lstStyle/>
        <a:p>
          <a:r>
            <a:rPr lang="en-US" sz="3200" dirty="0" err="1">
              <a:latin typeface="Bahnschrift SemiCondensed" panose="020B0502040204020203" pitchFamily="34" charset="0"/>
            </a:rPr>
            <a:t>Pertimbangan</a:t>
          </a:r>
          <a:r>
            <a:rPr lang="en-US" sz="3200" dirty="0">
              <a:latin typeface="Bahnschrift SemiCondensed" panose="020B0502040204020203" pitchFamily="34" charset="0"/>
            </a:rPr>
            <a:t> </a:t>
          </a:r>
          <a:r>
            <a:rPr lang="en-US" sz="3200" dirty="0" err="1">
              <a:latin typeface="Bahnschrift SemiCondensed" panose="020B0502040204020203" pitchFamily="34" charset="0"/>
            </a:rPr>
            <a:t>nusyuz</a:t>
          </a:r>
          <a:r>
            <a:rPr lang="en-US" sz="3200" dirty="0">
              <a:latin typeface="Bahnschrift SemiCondensed" panose="020B0502040204020203" pitchFamily="34" charset="0"/>
            </a:rPr>
            <a:t> </a:t>
          </a:r>
          <a:r>
            <a:rPr lang="en-US" sz="3200" dirty="0" err="1">
              <a:latin typeface="Bahnschrift SemiCondensed" panose="020B0502040204020203" pitchFamily="34" charset="0"/>
            </a:rPr>
            <a:t>istri</a:t>
          </a:r>
          <a:r>
            <a:rPr lang="en-US" sz="3200" dirty="0">
              <a:latin typeface="Bahnschrift SemiCondensed" panose="020B0502040204020203" pitchFamily="34" charset="0"/>
            </a:rPr>
            <a:t> </a:t>
          </a:r>
          <a:r>
            <a:rPr lang="en-US" sz="3200" dirty="0" err="1">
              <a:latin typeface="Bahnschrift SemiCondensed" panose="020B0502040204020203" pitchFamily="34" charset="0"/>
            </a:rPr>
            <a:t>tidak</a:t>
          </a:r>
          <a:r>
            <a:rPr lang="en-US" sz="3200" dirty="0">
              <a:latin typeface="Bahnschrift SemiCondensed" panose="020B0502040204020203" pitchFamily="34" charset="0"/>
            </a:rPr>
            <a:t> </a:t>
          </a:r>
          <a:r>
            <a:rPr lang="en-US" sz="3200" dirty="0" err="1">
              <a:latin typeface="Bahnschrift SemiCondensed" panose="020B0502040204020203" pitchFamily="34" charset="0"/>
            </a:rPr>
            <a:t>didasarkan</a:t>
          </a:r>
          <a:r>
            <a:rPr lang="en-US" sz="3200" dirty="0">
              <a:latin typeface="Bahnschrift SemiCondensed" panose="020B0502040204020203" pitchFamily="34" charset="0"/>
            </a:rPr>
            <a:t> </a:t>
          </a:r>
          <a:r>
            <a:rPr lang="en-US" sz="3200" dirty="0" err="1">
              <a:latin typeface="Bahnschrift SemiCondensed" panose="020B0502040204020203" pitchFamily="34" charset="0"/>
            </a:rPr>
            <a:t>pada</a:t>
          </a:r>
          <a:r>
            <a:rPr lang="en-US" sz="3200" dirty="0">
              <a:latin typeface="Bahnschrift SemiCondensed" panose="020B0502040204020203" pitchFamily="34" charset="0"/>
            </a:rPr>
            <a:t> </a:t>
          </a:r>
          <a:r>
            <a:rPr lang="en-US" sz="3200" dirty="0" err="1">
              <a:latin typeface="Bahnschrift SemiCondensed" panose="020B0502040204020203" pitchFamily="34" charset="0"/>
            </a:rPr>
            <a:t>fakta</a:t>
          </a:r>
          <a:r>
            <a:rPr lang="en-US" sz="3200" dirty="0">
              <a:latin typeface="Bahnschrift SemiCondensed" panose="020B0502040204020203" pitchFamily="34" charset="0"/>
            </a:rPr>
            <a:t> </a:t>
          </a:r>
          <a:r>
            <a:rPr lang="en-US" sz="3200" dirty="0" err="1">
              <a:latin typeface="Bahnschrift SemiCondensed" panose="020B0502040204020203" pitchFamily="34" charset="0"/>
            </a:rPr>
            <a:t>persidangan</a:t>
          </a:r>
          <a:r>
            <a:rPr lang="en-US" sz="3200" dirty="0">
              <a:latin typeface="Bahnschrift SemiCondensed" panose="020B0502040204020203" pitchFamily="34" charset="0"/>
            </a:rPr>
            <a:t> yang </a:t>
          </a:r>
          <a:r>
            <a:rPr lang="en-US" sz="3200" dirty="0" err="1">
              <a:latin typeface="Bahnschrift SemiCondensed" panose="020B0502040204020203" pitchFamily="34" charset="0"/>
            </a:rPr>
            <a:t>jelas</a:t>
          </a:r>
          <a:r>
            <a:rPr lang="en-US" sz="3200" dirty="0">
              <a:latin typeface="Bahnschrift SemiCondensed" panose="020B0502040204020203" pitchFamily="34" charset="0"/>
            </a:rPr>
            <a:t> yang </a:t>
          </a:r>
          <a:r>
            <a:rPr lang="en-US" sz="3200" dirty="0" err="1">
              <a:latin typeface="Bahnschrift SemiCondensed" panose="020B0502040204020203" pitchFamily="34" charset="0"/>
            </a:rPr>
            <a:t>diperoleh</a:t>
          </a:r>
          <a:r>
            <a:rPr lang="en-US" sz="3200" dirty="0">
              <a:latin typeface="Bahnschrift SemiCondensed" panose="020B0502040204020203" pitchFamily="34" charset="0"/>
            </a:rPr>
            <a:t> </a:t>
          </a:r>
          <a:r>
            <a:rPr lang="en-US" sz="3200" dirty="0" err="1">
              <a:latin typeface="Bahnschrift SemiCondensed" panose="020B0502040204020203" pitchFamily="34" charset="0"/>
            </a:rPr>
            <a:t>dari</a:t>
          </a:r>
          <a:r>
            <a:rPr lang="en-US" sz="3200" dirty="0">
              <a:latin typeface="Bahnschrift SemiCondensed" panose="020B0502040204020203" pitchFamily="34" charset="0"/>
            </a:rPr>
            <a:t> proses </a:t>
          </a:r>
          <a:r>
            <a:rPr lang="en-US" sz="3200" dirty="0" err="1">
              <a:latin typeface="Bahnschrift SemiCondensed" panose="020B0502040204020203" pitchFamily="34" charset="0"/>
            </a:rPr>
            <a:t>pembuktian</a:t>
          </a:r>
          <a:r>
            <a:rPr lang="en-US" sz="3200" dirty="0">
              <a:latin typeface="Bahnschrift SemiCondensed" panose="020B0502040204020203" pitchFamily="34" charset="0"/>
            </a:rPr>
            <a:t> </a:t>
          </a:r>
          <a:r>
            <a:rPr lang="en-US" sz="3200" dirty="0" err="1">
              <a:latin typeface="Bahnschrift SemiCondensed" panose="020B0502040204020203" pitchFamily="34" charset="0"/>
            </a:rPr>
            <a:t>dan</a:t>
          </a:r>
          <a:r>
            <a:rPr lang="en-US" sz="3200" dirty="0">
              <a:latin typeface="Bahnschrift SemiCondensed" panose="020B0502040204020203" pitchFamily="34" charset="0"/>
            </a:rPr>
            <a:t> </a:t>
          </a:r>
          <a:r>
            <a:rPr lang="en-US" sz="3200" dirty="0" err="1">
              <a:latin typeface="Bahnschrift SemiCondensed" panose="020B0502040204020203" pitchFamily="34" charset="0"/>
            </a:rPr>
            <a:t>tidak</a:t>
          </a:r>
          <a:r>
            <a:rPr lang="en-US" sz="3200" dirty="0">
              <a:latin typeface="Bahnschrift SemiCondensed" panose="020B0502040204020203" pitchFamily="34" charset="0"/>
            </a:rPr>
            <a:t> </a:t>
          </a:r>
          <a:r>
            <a:rPr lang="en-US" sz="3200" dirty="0" err="1">
              <a:latin typeface="Bahnschrift SemiCondensed" panose="020B0502040204020203" pitchFamily="34" charset="0"/>
            </a:rPr>
            <a:t>mendasarkan</a:t>
          </a:r>
          <a:r>
            <a:rPr lang="en-US" sz="3200" dirty="0">
              <a:latin typeface="Bahnschrift SemiCondensed" panose="020B0502040204020203" pitchFamily="34" charset="0"/>
            </a:rPr>
            <a:t> </a:t>
          </a:r>
          <a:r>
            <a:rPr lang="en-US" sz="3200" dirty="0" err="1">
              <a:latin typeface="Bahnschrift SemiCondensed" panose="020B0502040204020203" pitchFamily="34" charset="0"/>
            </a:rPr>
            <a:t>pada</a:t>
          </a:r>
          <a:r>
            <a:rPr lang="en-US" sz="3200" dirty="0">
              <a:latin typeface="Bahnschrift SemiCondensed" panose="020B0502040204020203" pitchFamily="34" charset="0"/>
            </a:rPr>
            <a:t> </a:t>
          </a:r>
          <a:r>
            <a:rPr lang="en-US" sz="3200" dirty="0" err="1">
              <a:latin typeface="Bahnschrift SemiCondensed" panose="020B0502040204020203" pitchFamily="34" charset="0"/>
            </a:rPr>
            <a:t>hukum</a:t>
          </a:r>
          <a:r>
            <a:rPr lang="en-US" sz="3200" dirty="0">
              <a:latin typeface="Bahnschrift SemiCondensed" panose="020B0502040204020203" pitchFamily="34" charset="0"/>
            </a:rPr>
            <a:t> </a:t>
          </a:r>
          <a:r>
            <a:rPr lang="en-US" sz="3200" dirty="0" err="1">
              <a:latin typeface="Bahnschrift SemiCondensed" panose="020B0502040204020203" pitchFamily="34" charset="0"/>
            </a:rPr>
            <a:t>pembuktian</a:t>
          </a:r>
          <a:endParaRPr lang="en-US" sz="3200" dirty="0">
            <a:latin typeface="Bahnschrift SemiCondensed" panose="020B0502040204020203" pitchFamily="34" charset="0"/>
          </a:endParaRPr>
        </a:p>
      </dgm:t>
    </dgm:pt>
    <dgm:pt modelId="{D6553856-37D3-4829-86D2-33C4D9C62F70}" type="parTrans" cxnId="{2C1B82F0-66CC-4ED2-A1E0-5E256C616096}">
      <dgm:prSet/>
      <dgm:spPr/>
      <dgm:t>
        <a:bodyPr/>
        <a:lstStyle/>
        <a:p>
          <a:endParaRPr lang="en-US"/>
        </a:p>
      </dgm:t>
    </dgm:pt>
    <dgm:pt modelId="{91F7C88C-DD2F-4AE0-8245-CC35CD29AFBA}" type="sibTrans" cxnId="{2C1B82F0-66CC-4ED2-A1E0-5E256C616096}">
      <dgm:prSet/>
      <dgm:spPr>
        <a:gradFill rotWithShape="0">
          <a:gsLst>
            <a:gs pos="0">
              <a:srgbClr val="0070C0"/>
            </a:gs>
            <a:gs pos="9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</a:gradFill>
      </dgm:spPr>
      <dgm:t>
        <a:bodyPr/>
        <a:lstStyle/>
        <a:p>
          <a:endParaRPr lang="en-US"/>
        </a:p>
      </dgm:t>
    </dgm:pt>
    <dgm:pt modelId="{386820A7-4F58-4D14-9C54-0E5662EC29AA}">
      <dgm:prSet phldrT="[Text]"/>
      <dgm:spPr/>
      <dgm:t>
        <a:bodyPr/>
        <a:lstStyle/>
        <a:p>
          <a:r>
            <a:rPr lang="en-US" dirty="0" err="1">
              <a:latin typeface="Bahnschrift SemiCondensed" panose="020B0502040204020203" pitchFamily="34" charset="0"/>
            </a:rPr>
            <a:t>Pertimbangan</a:t>
          </a:r>
          <a:r>
            <a:rPr lang="en-US" dirty="0">
              <a:latin typeface="Bahnschrift SemiCondensed" panose="020B0502040204020203" pitchFamily="34" charset="0"/>
            </a:rPr>
            <a:t> </a:t>
          </a:r>
          <a:r>
            <a:rPr lang="en-US" dirty="0" err="1">
              <a:latin typeface="Bahnschrift SemiCondensed" panose="020B0502040204020203" pitchFamily="34" charset="0"/>
            </a:rPr>
            <a:t>nusyuz</a:t>
          </a:r>
          <a:r>
            <a:rPr lang="en-US" dirty="0">
              <a:latin typeface="Bahnschrift SemiCondensed" panose="020B0502040204020203" pitchFamily="34" charset="0"/>
            </a:rPr>
            <a:t> </a:t>
          </a:r>
          <a:r>
            <a:rPr lang="en-US" dirty="0" err="1">
              <a:latin typeface="Bahnschrift SemiCondensed" panose="020B0502040204020203" pitchFamily="34" charset="0"/>
            </a:rPr>
            <a:t>istri</a:t>
          </a:r>
          <a:r>
            <a:rPr lang="en-US" dirty="0">
              <a:latin typeface="Bahnschrift SemiCondensed" panose="020B0502040204020203" pitchFamily="34" charset="0"/>
            </a:rPr>
            <a:t> </a:t>
          </a:r>
          <a:r>
            <a:rPr lang="en-US" dirty="0" err="1">
              <a:latin typeface="Bahnschrift SemiCondensed" panose="020B0502040204020203" pitchFamily="34" charset="0"/>
            </a:rPr>
            <a:t>harus</a:t>
          </a:r>
          <a:r>
            <a:rPr lang="en-US" dirty="0">
              <a:latin typeface="Bahnschrift SemiCondensed" panose="020B0502040204020203" pitchFamily="34" charset="0"/>
            </a:rPr>
            <a:t> </a:t>
          </a:r>
          <a:r>
            <a:rPr lang="en-US" dirty="0" err="1">
              <a:latin typeface="Bahnschrift SemiCondensed" panose="020B0502040204020203" pitchFamily="34" charset="0"/>
            </a:rPr>
            <a:t>lebih</a:t>
          </a:r>
          <a:r>
            <a:rPr lang="en-US" dirty="0">
              <a:latin typeface="Bahnschrift SemiCondensed" panose="020B0502040204020203" pitchFamily="34" charset="0"/>
            </a:rPr>
            <a:t> </a:t>
          </a:r>
          <a:r>
            <a:rPr lang="en-US" dirty="0" err="1">
              <a:latin typeface="Bahnschrift SemiCondensed" panose="020B0502040204020203" pitchFamily="34" charset="0"/>
            </a:rPr>
            <a:t>saksama</a:t>
          </a:r>
          <a:r>
            <a:rPr lang="en-US" dirty="0">
              <a:latin typeface="Bahnschrift SemiCondensed" panose="020B0502040204020203" pitchFamily="34" charset="0"/>
            </a:rPr>
            <a:t>, </a:t>
          </a:r>
          <a:r>
            <a:rPr lang="en-US" dirty="0" err="1">
              <a:latin typeface="Bahnschrift SemiCondensed" panose="020B0502040204020203" pitchFamily="34" charset="0"/>
            </a:rPr>
            <a:t>hati-hati</a:t>
          </a:r>
          <a:r>
            <a:rPr lang="en-US" dirty="0">
              <a:latin typeface="Bahnschrift SemiCondensed" panose="020B0502040204020203" pitchFamily="34" charset="0"/>
            </a:rPr>
            <a:t> </a:t>
          </a:r>
          <a:r>
            <a:rPr lang="en-US" dirty="0" err="1">
              <a:latin typeface="Bahnschrift SemiCondensed" panose="020B0502040204020203" pitchFamily="34" charset="0"/>
            </a:rPr>
            <a:t>dan</a:t>
          </a:r>
          <a:r>
            <a:rPr lang="en-US" dirty="0">
              <a:latin typeface="Bahnschrift SemiCondensed" panose="020B0502040204020203" pitchFamily="34" charset="0"/>
            </a:rPr>
            <a:t> </a:t>
          </a:r>
          <a:r>
            <a:rPr lang="en-US" dirty="0" err="1">
              <a:latin typeface="Bahnschrift SemiCondensed" panose="020B0502040204020203" pitchFamily="34" charset="0"/>
            </a:rPr>
            <a:t>mendasarkan</a:t>
          </a:r>
          <a:r>
            <a:rPr lang="en-US" dirty="0">
              <a:latin typeface="Bahnschrift SemiCondensed" panose="020B0502040204020203" pitchFamily="34" charset="0"/>
            </a:rPr>
            <a:t> </a:t>
          </a:r>
          <a:r>
            <a:rPr lang="en-US" dirty="0" err="1">
              <a:latin typeface="Bahnschrift SemiCondensed" panose="020B0502040204020203" pitchFamily="34" charset="0"/>
            </a:rPr>
            <a:t>pada</a:t>
          </a:r>
          <a:r>
            <a:rPr lang="en-US" dirty="0">
              <a:latin typeface="Bahnschrift SemiCondensed" panose="020B0502040204020203" pitchFamily="34" charset="0"/>
            </a:rPr>
            <a:t> </a:t>
          </a:r>
          <a:r>
            <a:rPr lang="en-US" dirty="0" err="1">
              <a:latin typeface="Bahnschrift SemiCondensed" panose="020B0502040204020203" pitchFamily="34" charset="0"/>
            </a:rPr>
            <a:t>hukum</a:t>
          </a:r>
          <a:r>
            <a:rPr lang="en-US" dirty="0">
              <a:latin typeface="Bahnschrift SemiCondensed" panose="020B0502040204020203" pitchFamily="34" charset="0"/>
            </a:rPr>
            <a:t> </a:t>
          </a:r>
          <a:r>
            <a:rPr lang="en-US" dirty="0" err="1">
              <a:latin typeface="Bahnschrift SemiCondensed" panose="020B0502040204020203" pitchFamily="34" charset="0"/>
            </a:rPr>
            <a:t>pembuktian</a:t>
          </a:r>
          <a:r>
            <a:rPr lang="en-US" dirty="0">
              <a:latin typeface="Bahnschrift SemiCondensed" panose="020B0502040204020203" pitchFamily="34" charset="0"/>
            </a:rPr>
            <a:t> yang </a:t>
          </a:r>
          <a:r>
            <a:rPr lang="en-US" dirty="0" err="1">
              <a:latin typeface="Bahnschrift SemiCondensed" panose="020B0502040204020203" pitchFamily="34" charset="0"/>
            </a:rPr>
            <a:t>benar</a:t>
          </a:r>
          <a:r>
            <a:rPr lang="en-US" dirty="0">
              <a:latin typeface="Bahnschrift SemiCondensed" panose="020B0502040204020203" pitchFamily="34" charset="0"/>
            </a:rPr>
            <a:t>.</a:t>
          </a:r>
        </a:p>
      </dgm:t>
    </dgm:pt>
    <dgm:pt modelId="{060CFD2E-91F8-47CD-882C-686E218177B0}" type="parTrans" cxnId="{B0D4028B-CF5B-4EA5-8CE6-03CD5BB3DDA0}">
      <dgm:prSet/>
      <dgm:spPr/>
      <dgm:t>
        <a:bodyPr/>
        <a:lstStyle/>
        <a:p>
          <a:endParaRPr lang="en-US"/>
        </a:p>
      </dgm:t>
    </dgm:pt>
    <dgm:pt modelId="{6DE0C78B-419C-4BAF-BCA5-92685A120CF8}" type="sibTrans" cxnId="{B0D4028B-CF5B-4EA5-8CE6-03CD5BB3DDA0}">
      <dgm:prSet/>
      <dgm:spPr/>
      <dgm:t>
        <a:bodyPr/>
        <a:lstStyle/>
        <a:p>
          <a:endParaRPr lang="en-US"/>
        </a:p>
      </dgm:t>
    </dgm:pt>
    <dgm:pt modelId="{D4490BE1-B786-434D-BD4B-E94F7D5DCAB6}" type="pres">
      <dgm:prSet presAssocID="{248586B6-8F9D-4CD2-A71E-C685455AD20E}" presName="Name0" presStyleCnt="0">
        <dgm:presLayoutVars>
          <dgm:dir/>
          <dgm:resizeHandles val="exact"/>
        </dgm:presLayoutVars>
      </dgm:prSet>
      <dgm:spPr/>
    </dgm:pt>
    <dgm:pt modelId="{291EF000-A490-4DE5-A79F-30D2255F19C3}" type="pres">
      <dgm:prSet presAssocID="{588A4335-2A32-40F0-B318-13051B6526EE}" presName="node" presStyleLbl="node1" presStyleIdx="0" presStyleCnt="2">
        <dgm:presLayoutVars>
          <dgm:bulletEnabled val="1"/>
        </dgm:presLayoutVars>
      </dgm:prSet>
      <dgm:spPr/>
    </dgm:pt>
    <dgm:pt modelId="{48955C86-89D4-4616-9ED8-19A9DE3A4EE5}" type="pres">
      <dgm:prSet presAssocID="{91F7C88C-DD2F-4AE0-8245-CC35CD29AFBA}" presName="sibTrans" presStyleLbl="sibTrans2D1" presStyleIdx="0" presStyleCnt="1"/>
      <dgm:spPr/>
    </dgm:pt>
    <dgm:pt modelId="{370D5528-552A-45D9-A8B4-4E3DDA6B278D}" type="pres">
      <dgm:prSet presAssocID="{91F7C88C-DD2F-4AE0-8245-CC35CD29AFBA}" presName="connectorText" presStyleLbl="sibTrans2D1" presStyleIdx="0" presStyleCnt="1"/>
      <dgm:spPr/>
    </dgm:pt>
    <dgm:pt modelId="{29ECB778-7112-4683-ABC9-C4F9596CDD48}" type="pres">
      <dgm:prSet presAssocID="{386820A7-4F58-4D14-9C54-0E5662EC29AA}" presName="node" presStyleLbl="node1" presStyleIdx="1" presStyleCnt="2">
        <dgm:presLayoutVars>
          <dgm:bulletEnabled val="1"/>
        </dgm:presLayoutVars>
      </dgm:prSet>
      <dgm:spPr/>
    </dgm:pt>
  </dgm:ptLst>
  <dgm:cxnLst>
    <dgm:cxn modelId="{FEB6C56D-5DB1-40F2-924D-18869F9A762F}" type="presOf" srcId="{248586B6-8F9D-4CD2-A71E-C685455AD20E}" destId="{D4490BE1-B786-434D-BD4B-E94F7D5DCAB6}" srcOrd="0" destOrd="0" presId="urn:microsoft.com/office/officeart/2005/8/layout/process1"/>
    <dgm:cxn modelId="{C6BEDF57-DF8F-406F-BBB6-E4DFB892CB95}" type="presOf" srcId="{386820A7-4F58-4D14-9C54-0E5662EC29AA}" destId="{29ECB778-7112-4683-ABC9-C4F9596CDD48}" srcOrd="0" destOrd="0" presId="urn:microsoft.com/office/officeart/2005/8/layout/process1"/>
    <dgm:cxn modelId="{B0D4028B-CF5B-4EA5-8CE6-03CD5BB3DDA0}" srcId="{248586B6-8F9D-4CD2-A71E-C685455AD20E}" destId="{386820A7-4F58-4D14-9C54-0E5662EC29AA}" srcOrd="1" destOrd="0" parTransId="{060CFD2E-91F8-47CD-882C-686E218177B0}" sibTransId="{6DE0C78B-419C-4BAF-BCA5-92685A120CF8}"/>
    <dgm:cxn modelId="{F1143EC7-1337-42A2-9E65-5C05816F9FB6}" type="presOf" srcId="{91F7C88C-DD2F-4AE0-8245-CC35CD29AFBA}" destId="{370D5528-552A-45D9-A8B4-4E3DDA6B278D}" srcOrd="1" destOrd="0" presId="urn:microsoft.com/office/officeart/2005/8/layout/process1"/>
    <dgm:cxn modelId="{06A4A4D8-145D-4F86-9F39-3EA6ADBE3D00}" type="presOf" srcId="{91F7C88C-DD2F-4AE0-8245-CC35CD29AFBA}" destId="{48955C86-89D4-4616-9ED8-19A9DE3A4EE5}" srcOrd="0" destOrd="0" presId="urn:microsoft.com/office/officeart/2005/8/layout/process1"/>
    <dgm:cxn modelId="{8DA38ADC-6D17-4582-88F6-631040C259C4}" type="presOf" srcId="{588A4335-2A32-40F0-B318-13051B6526EE}" destId="{291EF000-A490-4DE5-A79F-30D2255F19C3}" srcOrd="0" destOrd="0" presId="urn:microsoft.com/office/officeart/2005/8/layout/process1"/>
    <dgm:cxn modelId="{2C1B82F0-66CC-4ED2-A1E0-5E256C616096}" srcId="{248586B6-8F9D-4CD2-A71E-C685455AD20E}" destId="{588A4335-2A32-40F0-B318-13051B6526EE}" srcOrd="0" destOrd="0" parTransId="{D6553856-37D3-4829-86D2-33C4D9C62F70}" sibTransId="{91F7C88C-DD2F-4AE0-8245-CC35CD29AFBA}"/>
    <dgm:cxn modelId="{48459CFA-F69E-4DB5-A377-A887472BE497}" type="presParOf" srcId="{D4490BE1-B786-434D-BD4B-E94F7D5DCAB6}" destId="{291EF000-A490-4DE5-A79F-30D2255F19C3}" srcOrd="0" destOrd="0" presId="urn:microsoft.com/office/officeart/2005/8/layout/process1"/>
    <dgm:cxn modelId="{288D1A0B-CAF9-49CB-9C99-E471D4E2BC75}" type="presParOf" srcId="{D4490BE1-B786-434D-BD4B-E94F7D5DCAB6}" destId="{48955C86-89D4-4616-9ED8-19A9DE3A4EE5}" srcOrd="1" destOrd="0" presId="urn:microsoft.com/office/officeart/2005/8/layout/process1"/>
    <dgm:cxn modelId="{5258E2F0-FD16-420A-B85B-59C8F05FE84A}" type="presParOf" srcId="{48955C86-89D4-4616-9ED8-19A9DE3A4EE5}" destId="{370D5528-552A-45D9-A8B4-4E3DDA6B278D}" srcOrd="0" destOrd="0" presId="urn:microsoft.com/office/officeart/2005/8/layout/process1"/>
    <dgm:cxn modelId="{E9D52D94-78D8-4EA7-99D3-C433C794C99F}" type="presParOf" srcId="{D4490BE1-B786-434D-BD4B-E94F7D5DCAB6}" destId="{29ECB778-7112-4683-ABC9-C4F9596CDD48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48586B6-8F9D-4CD2-A71E-C685455AD20E}" type="doc">
      <dgm:prSet loTypeId="urn:microsoft.com/office/officeart/2005/8/layout/process1" loCatId="process" qsTypeId="urn:microsoft.com/office/officeart/2005/8/quickstyle/simple3" qsCatId="simple" csTypeId="urn:microsoft.com/office/officeart/2005/8/colors/accent2_2" csCatId="accent2" phldr="1"/>
      <dgm:spPr/>
    </dgm:pt>
    <dgm:pt modelId="{386820A7-4F58-4D14-9C54-0E5662EC29AA}">
      <dgm:prSet phldrT="[Text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dirty="0" err="1">
              <a:latin typeface="Bahnschrift SemiCondensed" panose="020B0502040204020203" pitchFamily="34" charset="0"/>
            </a:rPr>
            <a:t>Pertimbangan</a:t>
          </a:r>
          <a:r>
            <a:rPr lang="en-US" dirty="0">
              <a:latin typeface="Bahnschrift SemiCondensed" panose="020B0502040204020203" pitchFamily="34" charset="0"/>
            </a:rPr>
            <a:t> </a:t>
          </a:r>
          <a:r>
            <a:rPr lang="en-US" dirty="0" err="1">
              <a:latin typeface="Bahnschrift SemiCondensed" panose="020B0502040204020203" pitchFamily="34" charset="0"/>
            </a:rPr>
            <a:t>tentang</a:t>
          </a:r>
          <a:r>
            <a:rPr lang="en-US" dirty="0">
              <a:latin typeface="Bahnschrift SemiCondensed" panose="020B0502040204020203" pitchFamily="34" charset="0"/>
            </a:rPr>
            <a:t> </a:t>
          </a:r>
          <a:r>
            <a:rPr lang="en-US" i="1" dirty="0" err="1">
              <a:latin typeface="Bahnschrift SemiCondensed" panose="020B0502040204020203" pitchFamily="34" charset="0"/>
            </a:rPr>
            <a:t>Nusyuz</a:t>
          </a:r>
          <a:endParaRPr lang="en-US" i="1" dirty="0">
            <a:latin typeface="Bahnschrift SemiCondensed" panose="020B0502040204020203" pitchFamily="34" charset="0"/>
          </a:endParaRPr>
        </a:p>
      </dgm:t>
    </dgm:pt>
    <dgm:pt modelId="{060CFD2E-91F8-47CD-882C-686E218177B0}" type="parTrans" cxnId="{B0D4028B-CF5B-4EA5-8CE6-03CD5BB3DDA0}">
      <dgm:prSet/>
      <dgm:spPr/>
      <dgm:t>
        <a:bodyPr/>
        <a:lstStyle/>
        <a:p>
          <a:endParaRPr lang="en-US"/>
        </a:p>
      </dgm:t>
    </dgm:pt>
    <dgm:pt modelId="{6DE0C78B-419C-4BAF-BCA5-92685A120CF8}" type="sibTrans" cxnId="{B0D4028B-CF5B-4EA5-8CE6-03CD5BB3DDA0}">
      <dgm:prSet/>
      <dgm:spPr/>
      <dgm:t>
        <a:bodyPr/>
        <a:lstStyle/>
        <a:p>
          <a:endParaRPr lang="en-US"/>
        </a:p>
      </dgm:t>
    </dgm:pt>
    <dgm:pt modelId="{D4490BE1-B786-434D-BD4B-E94F7D5DCAB6}" type="pres">
      <dgm:prSet presAssocID="{248586B6-8F9D-4CD2-A71E-C685455AD20E}" presName="Name0" presStyleCnt="0">
        <dgm:presLayoutVars>
          <dgm:dir/>
          <dgm:resizeHandles val="exact"/>
        </dgm:presLayoutVars>
      </dgm:prSet>
      <dgm:spPr/>
    </dgm:pt>
    <dgm:pt modelId="{29ECB778-7112-4683-ABC9-C4F9596CDD48}" type="pres">
      <dgm:prSet presAssocID="{386820A7-4F58-4D14-9C54-0E5662EC29AA}" presName="node" presStyleLbl="node1" presStyleIdx="0" presStyleCnt="1" custScaleY="20289" custLinFactNeighborX="27163">
        <dgm:presLayoutVars>
          <dgm:bulletEnabled val="1"/>
        </dgm:presLayoutVars>
      </dgm:prSet>
      <dgm:spPr/>
    </dgm:pt>
  </dgm:ptLst>
  <dgm:cxnLst>
    <dgm:cxn modelId="{FEB6C56D-5DB1-40F2-924D-18869F9A762F}" type="presOf" srcId="{248586B6-8F9D-4CD2-A71E-C685455AD20E}" destId="{D4490BE1-B786-434D-BD4B-E94F7D5DCAB6}" srcOrd="0" destOrd="0" presId="urn:microsoft.com/office/officeart/2005/8/layout/process1"/>
    <dgm:cxn modelId="{C6BEDF57-DF8F-406F-BBB6-E4DFB892CB95}" type="presOf" srcId="{386820A7-4F58-4D14-9C54-0E5662EC29AA}" destId="{29ECB778-7112-4683-ABC9-C4F9596CDD48}" srcOrd="0" destOrd="0" presId="urn:microsoft.com/office/officeart/2005/8/layout/process1"/>
    <dgm:cxn modelId="{B0D4028B-CF5B-4EA5-8CE6-03CD5BB3DDA0}" srcId="{248586B6-8F9D-4CD2-A71E-C685455AD20E}" destId="{386820A7-4F58-4D14-9C54-0E5662EC29AA}" srcOrd="0" destOrd="0" parTransId="{060CFD2E-91F8-47CD-882C-686E218177B0}" sibTransId="{6DE0C78B-419C-4BAF-BCA5-92685A120CF8}"/>
    <dgm:cxn modelId="{E9D52D94-78D8-4EA7-99D3-C433C794C99F}" type="presParOf" srcId="{D4490BE1-B786-434D-BD4B-E94F7D5DCAB6}" destId="{29ECB778-7112-4683-ABC9-C4F9596CDD48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549DE7-87D5-41CF-A9C9-CE53960F10CD}">
      <dsp:nvSpPr>
        <dsp:cNvPr id="0" name=""/>
        <dsp:cNvSpPr/>
      </dsp:nvSpPr>
      <dsp:spPr>
        <a:xfrm>
          <a:off x="5357" y="25696"/>
          <a:ext cx="2740521" cy="1319175"/>
        </a:xfrm>
        <a:prstGeom prst="rect">
          <a:avLst/>
        </a:prstGeom>
        <a:solidFill>
          <a:srgbClr val="FFC000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71120" rIns="199136" bIns="7112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 err="1">
              <a:solidFill>
                <a:schemeClr val="tx1"/>
              </a:solidFill>
              <a:latin typeface="Bahnschrift SemiBold SemiConden" panose="020B0502040204020203" pitchFamily="34" charset="0"/>
            </a:rPr>
            <a:t>Fungsi</a:t>
          </a:r>
          <a:r>
            <a:rPr lang="en-US" sz="2800" b="1" i="0" kern="1200" dirty="0">
              <a:solidFill>
                <a:schemeClr val="tx1"/>
              </a:solidFill>
              <a:latin typeface="Bahnschrift SemiBold SemiConden" panose="020B0502040204020203" pitchFamily="34" charset="0"/>
            </a:rPr>
            <a:t> </a:t>
          </a:r>
          <a:r>
            <a:rPr lang="en-US" sz="2800" b="1" i="0" kern="1200" dirty="0" err="1">
              <a:solidFill>
                <a:schemeClr val="tx1"/>
              </a:solidFill>
              <a:latin typeface="Bahnschrift SemiBold SemiConden" panose="020B0502040204020203" pitchFamily="34" charset="0"/>
            </a:rPr>
            <a:t>Penyelesaian</a:t>
          </a:r>
          <a:r>
            <a:rPr lang="en-US" sz="2800" b="1" i="0" kern="1200" dirty="0">
              <a:solidFill>
                <a:schemeClr val="tx1"/>
              </a:solidFill>
              <a:latin typeface="Bahnschrift SemiBold SemiConden" panose="020B0502040204020203" pitchFamily="34" charset="0"/>
            </a:rPr>
            <a:t> </a:t>
          </a:r>
          <a:r>
            <a:rPr lang="en-US" sz="2800" b="1" i="0" kern="1200" dirty="0" err="1">
              <a:solidFill>
                <a:schemeClr val="tx1"/>
              </a:solidFill>
              <a:latin typeface="Bahnschrift SemiBold SemiConden" panose="020B0502040204020203" pitchFamily="34" charset="0"/>
            </a:rPr>
            <a:t>Perkara</a:t>
          </a:r>
          <a:endParaRPr lang="en-US" sz="2800" b="1" i="0" kern="1200" dirty="0">
            <a:solidFill>
              <a:schemeClr val="tx1"/>
            </a:solidFill>
            <a:latin typeface="Bahnschrift SemiBold SemiConden" panose="020B0502040204020203" pitchFamily="34" charset="0"/>
          </a:endParaRPr>
        </a:p>
      </dsp:txBody>
      <dsp:txXfrm>
        <a:off x="5357" y="25696"/>
        <a:ext cx="2740521" cy="1319175"/>
      </dsp:txXfrm>
    </dsp:sp>
    <dsp:sp modelId="{D7512DCF-D623-46EC-B020-5C19D1452B2A}">
      <dsp:nvSpPr>
        <dsp:cNvPr id="0" name=""/>
        <dsp:cNvSpPr/>
      </dsp:nvSpPr>
      <dsp:spPr>
        <a:xfrm>
          <a:off x="2745878" y="25696"/>
          <a:ext cx="548104" cy="1319175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B15932-369D-4098-8062-6060A5839462}">
      <dsp:nvSpPr>
        <dsp:cNvPr id="0" name=""/>
        <dsp:cNvSpPr/>
      </dsp:nvSpPr>
      <dsp:spPr>
        <a:xfrm>
          <a:off x="3513224" y="70297"/>
          <a:ext cx="7454217" cy="12299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 err="1">
              <a:latin typeface="Bahnschrift Condensed" panose="020B0502040204020203" pitchFamily="34" charset="0"/>
            </a:rPr>
            <a:t>Tugas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memeriksa</a:t>
          </a:r>
          <a:r>
            <a:rPr lang="en-US" sz="2500" kern="1200" dirty="0">
              <a:latin typeface="Bahnschrift Condensed" panose="020B0502040204020203" pitchFamily="34" charset="0"/>
            </a:rPr>
            <a:t> dan </a:t>
          </a:r>
          <a:r>
            <a:rPr lang="en-US" sz="2500" kern="1200" dirty="0" err="1">
              <a:latin typeface="Bahnschrift Condensed" panose="020B0502040204020203" pitchFamily="34" charset="0"/>
            </a:rPr>
            <a:t>mengadili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perkara</a:t>
          </a:r>
          <a:r>
            <a:rPr lang="en-US" sz="2500" kern="1200" dirty="0">
              <a:latin typeface="Bahnschrift Condensed" panose="020B0502040204020203" pitchFamily="34" charset="0"/>
            </a:rPr>
            <a:t>, </a:t>
          </a:r>
          <a:r>
            <a:rPr lang="en-US" sz="2500" kern="1200" dirty="0" err="1">
              <a:latin typeface="Bahnschrift Condensed" panose="020B0502040204020203" pitchFamily="34" charset="0"/>
            </a:rPr>
            <a:t>baik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perkara</a:t>
          </a:r>
          <a:r>
            <a:rPr lang="en-US" sz="2500" kern="1200" dirty="0">
              <a:latin typeface="Bahnschrift Condensed" panose="020B0502040204020203" pitchFamily="34" charset="0"/>
            </a:rPr>
            <a:t> banding </a:t>
          </a:r>
          <a:r>
            <a:rPr lang="en-US" sz="2500" kern="1200" dirty="0" err="1">
              <a:latin typeface="Bahnschrift Condensed" panose="020B0502040204020203" pitchFamily="34" charset="0"/>
            </a:rPr>
            <a:t>maupun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perkara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sengketa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kewenangan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mengadili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antar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pengadilan</a:t>
          </a:r>
          <a:r>
            <a:rPr lang="en-US" sz="2500" kern="1200" dirty="0">
              <a:latin typeface="Bahnschrift Condensed" panose="020B0502040204020203" pitchFamily="34" charset="0"/>
            </a:rPr>
            <a:t> agama di </a:t>
          </a:r>
          <a:r>
            <a:rPr lang="en-US" sz="2500" kern="1200" dirty="0" err="1">
              <a:latin typeface="Bahnschrift Condensed" panose="020B0502040204020203" pitchFamily="34" charset="0"/>
            </a:rPr>
            <a:t>daerah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hukumnya</a:t>
          </a:r>
          <a:endParaRPr lang="en-US" sz="2500" kern="1200" dirty="0">
            <a:latin typeface="Bahnschrift Condensed" panose="020B0502040204020203" pitchFamily="34" charset="0"/>
          </a:endParaRPr>
        </a:p>
      </dsp:txBody>
      <dsp:txXfrm>
        <a:off x="3513224" y="70297"/>
        <a:ext cx="7454217" cy="1229972"/>
      </dsp:txXfrm>
    </dsp:sp>
    <dsp:sp modelId="{FAA8E0B2-40CE-4EED-A632-FC5C044C1E72}">
      <dsp:nvSpPr>
        <dsp:cNvPr id="0" name=""/>
        <dsp:cNvSpPr/>
      </dsp:nvSpPr>
      <dsp:spPr>
        <a:xfrm>
          <a:off x="5357" y="1796669"/>
          <a:ext cx="2740521" cy="916987"/>
        </a:xfrm>
        <a:prstGeom prst="rect">
          <a:avLst/>
        </a:prstGeom>
        <a:solidFill>
          <a:srgbClr val="FFC000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71120" rIns="199136" bIns="7112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 err="1">
              <a:solidFill>
                <a:schemeClr val="tx1"/>
              </a:solidFill>
              <a:latin typeface="Bahnschrift SemiBold SemiConden" panose="020B0502040204020203" pitchFamily="34" charset="0"/>
            </a:rPr>
            <a:t>Fungsi</a:t>
          </a:r>
          <a:r>
            <a:rPr lang="en-US" sz="2800" b="1" i="0" kern="1200" dirty="0">
              <a:solidFill>
                <a:schemeClr val="tx1"/>
              </a:solidFill>
              <a:latin typeface="Bahnschrift SemiBold SemiConden" panose="020B0502040204020203" pitchFamily="34" charset="0"/>
            </a:rPr>
            <a:t> </a:t>
          </a:r>
          <a:r>
            <a:rPr lang="en-US" sz="2800" b="1" i="0" kern="1200" dirty="0" err="1">
              <a:solidFill>
                <a:schemeClr val="tx1"/>
              </a:solidFill>
              <a:latin typeface="Bahnschrift SemiBold SemiConden" panose="020B0502040204020203" pitchFamily="34" charset="0"/>
            </a:rPr>
            <a:t>Pengawasan</a:t>
          </a:r>
          <a:endParaRPr lang="en-US" sz="2800" b="1" i="0" kern="1200" dirty="0">
            <a:solidFill>
              <a:schemeClr val="tx1"/>
            </a:solidFill>
            <a:latin typeface="Bahnschrift SemiBold SemiConden" panose="020B0502040204020203" pitchFamily="34" charset="0"/>
          </a:endParaRPr>
        </a:p>
      </dsp:txBody>
      <dsp:txXfrm>
        <a:off x="5357" y="1796669"/>
        <a:ext cx="2740521" cy="916987"/>
      </dsp:txXfrm>
    </dsp:sp>
    <dsp:sp modelId="{7AD44698-CA92-4AE0-A7F0-E80E141C516C}">
      <dsp:nvSpPr>
        <dsp:cNvPr id="0" name=""/>
        <dsp:cNvSpPr/>
      </dsp:nvSpPr>
      <dsp:spPr>
        <a:xfrm>
          <a:off x="2745878" y="1438471"/>
          <a:ext cx="548104" cy="1633383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329BDB-21EE-4B13-94A4-305FD3CB0C8C}">
      <dsp:nvSpPr>
        <dsp:cNvPr id="0" name=""/>
        <dsp:cNvSpPr/>
      </dsp:nvSpPr>
      <dsp:spPr>
        <a:xfrm>
          <a:off x="3513224" y="1616583"/>
          <a:ext cx="7454217" cy="12771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 err="1">
              <a:latin typeface="Bahnschrift Condensed" panose="020B0502040204020203" pitchFamily="34" charset="0"/>
            </a:rPr>
            <a:t>Tugas</a:t>
          </a:r>
          <a:r>
            <a:rPr lang="en-US" sz="2500" kern="1200" dirty="0">
              <a:latin typeface="Bahnschrift Condensed" panose="020B0502040204020203" pitchFamily="34" charset="0"/>
            </a:rPr>
            <a:t> yang </a:t>
          </a:r>
          <a:r>
            <a:rPr lang="en-US" sz="2500" kern="1200" dirty="0" err="1">
              <a:latin typeface="Bahnschrift Condensed" panose="020B0502040204020203" pitchFamily="34" charset="0"/>
            </a:rPr>
            <a:t>berkaitan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dengan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pengawasan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terhadap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penyelesaian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perkara</a:t>
          </a:r>
          <a:r>
            <a:rPr lang="en-US" sz="2500" kern="1200" dirty="0">
              <a:latin typeface="Bahnschrift Condensed" panose="020B0502040204020203" pitchFamily="34" charset="0"/>
            </a:rPr>
            <a:t>, </a:t>
          </a:r>
          <a:r>
            <a:rPr lang="en-US" sz="2500" kern="1200" dirty="0" err="1">
              <a:latin typeface="Bahnschrift Condensed" panose="020B0502040204020203" pitchFamily="34" charset="0"/>
            </a:rPr>
            <a:t>pengawasan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terhadap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pelaksanaan</a:t>
          </a:r>
          <a:r>
            <a:rPr lang="en-US" sz="2500" kern="1200" dirty="0">
              <a:latin typeface="Bahnschrift Condensed" panose="020B0502040204020203" pitchFamily="34" charset="0"/>
            </a:rPr>
            <a:t> reformasi </a:t>
          </a:r>
          <a:r>
            <a:rPr lang="en-US" sz="2500" kern="1200" dirty="0" err="1">
              <a:latin typeface="Bahnschrift Condensed" panose="020B0502040204020203" pitchFamily="34" charset="0"/>
            </a:rPr>
            <a:t>birokrasi</a:t>
          </a:r>
          <a:r>
            <a:rPr lang="en-US" sz="2500" kern="1200" dirty="0">
              <a:latin typeface="Bahnschrift Condensed" panose="020B0502040204020203" pitchFamily="34" charset="0"/>
            </a:rPr>
            <a:t> dan </a:t>
          </a:r>
          <a:r>
            <a:rPr lang="en-US" sz="2500" kern="1200" dirty="0" err="1">
              <a:latin typeface="Bahnschrift Condensed" panose="020B0502040204020203" pitchFamily="34" charset="0"/>
            </a:rPr>
            <a:t>pelaksanaan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sistem</a:t>
          </a:r>
          <a:r>
            <a:rPr lang="en-US" sz="2500" kern="1200" dirty="0">
              <a:latin typeface="Bahnschrift Condensed" panose="020B0502040204020203" pitchFamily="34" charset="0"/>
            </a:rPr>
            <a:t> </a:t>
          </a:r>
          <a:r>
            <a:rPr lang="en-US" sz="2500" kern="1200" dirty="0" err="1">
              <a:latin typeface="Bahnschrift Condensed" panose="020B0502040204020203" pitchFamily="34" charset="0"/>
            </a:rPr>
            <a:t>pengendalian</a:t>
          </a:r>
          <a:r>
            <a:rPr lang="en-US" sz="2500" kern="1200" dirty="0">
              <a:latin typeface="Bahnschrift Condensed" panose="020B0502040204020203" pitchFamily="34" charset="0"/>
            </a:rPr>
            <a:t> intern </a:t>
          </a:r>
          <a:r>
            <a:rPr lang="en-US" sz="2500" kern="1200" dirty="0" err="1">
              <a:latin typeface="Bahnschrift Condensed" panose="020B0502040204020203" pitchFamily="34" charset="0"/>
            </a:rPr>
            <a:t>pengadilan</a:t>
          </a:r>
          <a:endParaRPr lang="en-US" sz="2500" kern="1200" dirty="0">
            <a:latin typeface="Bahnschrift Condensed" panose="020B0502040204020203" pitchFamily="34" charset="0"/>
          </a:endParaRPr>
        </a:p>
      </dsp:txBody>
      <dsp:txXfrm>
        <a:off x="3513224" y="1616583"/>
        <a:ext cx="7454217" cy="1277159"/>
      </dsp:txXfrm>
    </dsp:sp>
    <dsp:sp modelId="{6C646332-CC01-44B2-82B0-92842A252CAF}">
      <dsp:nvSpPr>
        <dsp:cNvPr id="0" name=""/>
        <dsp:cNvSpPr/>
      </dsp:nvSpPr>
      <dsp:spPr>
        <a:xfrm>
          <a:off x="5357" y="3523653"/>
          <a:ext cx="2740521" cy="916987"/>
        </a:xfrm>
        <a:prstGeom prst="rect">
          <a:avLst/>
        </a:prstGeom>
        <a:solidFill>
          <a:srgbClr val="FFC000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71120" rIns="199136" bIns="7112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>
              <a:latin typeface="Bahnschrift SemiBold SemiConden" panose="020B0502040204020203" pitchFamily="34" charset="0"/>
            </a:rPr>
            <a:t>Fungsi</a:t>
          </a:r>
          <a:r>
            <a:rPr lang="en-US" sz="2800" kern="1200" dirty="0">
              <a:latin typeface="Bahnschrift SemiBold SemiConden" panose="020B0502040204020203" pitchFamily="34" charset="0"/>
            </a:rPr>
            <a:t> </a:t>
          </a:r>
          <a:r>
            <a:rPr lang="en-US" sz="2800" kern="1200" dirty="0" err="1">
              <a:latin typeface="Bahnschrift SemiBold SemiConden" panose="020B0502040204020203" pitchFamily="34" charset="0"/>
            </a:rPr>
            <a:t>Pembinaan</a:t>
          </a:r>
          <a:endParaRPr lang="en-US" sz="2800" kern="1200" dirty="0">
            <a:latin typeface="Bahnschrift SemiBold SemiConden" panose="020B0502040204020203" pitchFamily="34" charset="0"/>
          </a:endParaRPr>
        </a:p>
      </dsp:txBody>
      <dsp:txXfrm>
        <a:off x="5357" y="3523653"/>
        <a:ext cx="2740521" cy="916987"/>
      </dsp:txXfrm>
    </dsp:sp>
    <dsp:sp modelId="{32A62E83-8988-4A2A-AA8E-535C24759DAC}">
      <dsp:nvSpPr>
        <dsp:cNvPr id="0" name=""/>
        <dsp:cNvSpPr/>
      </dsp:nvSpPr>
      <dsp:spPr>
        <a:xfrm>
          <a:off x="2745878" y="3165455"/>
          <a:ext cx="548104" cy="1633383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3D4251-E4C3-4AC5-9A47-84A8A1AD5B1B}">
      <dsp:nvSpPr>
        <dsp:cNvPr id="0" name=""/>
        <dsp:cNvSpPr/>
      </dsp:nvSpPr>
      <dsp:spPr>
        <a:xfrm>
          <a:off x="3513224" y="3165455"/>
          <a:ext cx="7454217" cy="16333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kern="1200" dirty="0" err="1">
              <a:latin typeface="Bahnschrift SemiCondensed" panose="020B0502040204020203" pitchFamily="34" charset="0"/>
            </a:rPr>
            <a:t>Tugas</a:t>
          </a:r>
          <a:r>
            <a:rPr lang="en-US" sz="2500" b="0" kern="1200" dirty="0">
              <a:latin typeface="Bahnschrift SemiCondensed" panose="020B0502040204020203" pitchFamily="34" charset="0"/>
            </a:rPr>
            <a:t> yang </a:t>
          </a:r>
          <a:r>
            <a:rPr lang="en-US" sz="2500" b="0" kern="1200" dirty="0" err="1">
              <a:latin typeface="Bahnschrift SemiCondensed" panose="020B0502040204020203" pitchFamily="34" charset="0"/>
            </a:rPr>
            <a:t>berkaitan</a:t>
          </a:r>
          <a:r>
            <a:rPr lang="en-US" sz="2500" b="0" kern="1200" dirty="0">
              <a:latin typeface="Bahnschrift SemiCondensed" panose="020B0502040204020203" pitchFamily="34" charset="0"/>
            </a:rPr>
            <a:t> </a:t>
          </a:r>
          <a:r>
            <a:rPr lang="en-US" sz="2500" b="0" kern="1200" dirty="0" err="1">
              <a:latin typeface="Bahnschrift SemiCondensed" panose="020B0502040204020203" pitchFamily="34" charset="0"/>
            </a:rPr>
            <a:t>dengan</a:t>
          </a:r>
          <a:r>
            <a:rPr lang="en-US" sz="2500" b="0" kern="1200" dirty="0">
              <a:latin typeface="Bahnschrift SemiCondensed" panose="020B0502040204020203" pitchFamily="34" charset="0"/>
            </a:rPr>
            <a:t> </a:t>
          </a:r>
          <a:r>
            <a:rPr lang="en-US" sz="2500" b="0" kern="1200" dirty="0" err="1">
              <a:latin typeface="Bahnschrift SemiCondensed" panose="020B0502040204020203" pitchFamily="34" charset="0"/>
            </a:rPr>
            <a:t>pembinaan</a:t>
          </a:r>
          <a:r>
            <a:rPr lang="en-US" sz="2500" b="0" kern="1200" dirty="0">
              <a:latin typeface="Bahnschrift SemiCondensed" panose="020B0502040204020203" pitchFamily="34" charset="0"/>
            </a:rPr>
            <a:t> </a:t>
          </a:r>
          <a:r>
            <a:rPr lang="en-US" sz="2500" b="0" kern="1200" dirty="0" err="1">
              <a:latin typeface="Bahnschrift SemiCondensed" panose="020B0502040204020203" pitchFamily="34" charset="0"/>
            </a:rPr>
            <a:t>terhadap</a:t>
          </a:r>
          <a:r>
            <a:rPr lang="en-US" sz="2500" b="0" kern="1200" dirty="0">
              <a:latin typeface="Bahnschrift SemiCondensed" panose="020B0502040204020203" pitchFamily="34" charset="0"/>
            </a:rPr>
            <a:t> hakim dan </a:t>
          </a:r>
          <a:r>
            <a:rPr lang="en-US" sz="2500" b="0" kern="1200" dirty="0" err="1">
              <a:latin typeface="Bahnschrift SemiCondensed" panose="020B0502040204020203" pitchFamily="34" charset="0"/>
            </a:rPr>
            <a:t>aparat</a:t>
          </a:r>
          <a:r>
            <a:rPr lang="en-US" sz="2500" b="0" kern="1200" dirty="0">
              <a:latin typeface="Bahnschrift SemiCondensed" panose="020B0502040204020203" pitchFamily="34" charset="0"/>
            </a:rPr>
            <a:t> </a:t>
          </a:r>
          <a:r>
            <a:rPr lang="en-US" sz="2500" b="0" kern="1200" dirty="0" err="1">
              <a:latin typeface="Bahnschrift SemiCondensed" panose="020B0502040204020203" pitchFamily="34" charset="0"/>
            </a:rPr>
            <a:t>peradilan</a:t>
          </a:r>
          <a:r>
            <a:rPr lang="en-US" sz="2500" b="0" kern="1200" dirty="0">
              <a:latin typeface="Bahnschrift SemiCondensed" panose="020B0502040204020203" pitchFamily="34" charset="0"/>
            </a:rPr>
            <a:t> pada </a:t>
          </a:r>
          <a:r>
            <a:rPr lang="en-US" sz="2500" b="0" kern="1200" dirty="0" err="1">
              <a:latin typeface="Bahnschrift SemiCondensed" panose="020B0502040204020203" pitchFamily="34" charset="0"/>
            </a:rPr>
            <a:t>tingkat</a:t>
          </a:r>
          <a:r>
            <a:rPr lang="en-US" sz="2500" b="0" kern="1200" dirty="0">
              <a:latin typeface="Bahnschrift SemiCondensed" panose="020B0502040204020203" pitchFamily="34" charset="0"/>
            </a:rPr>
            <a:t> </a:t>
          </a:r>
          <a:r>
            <a:rPr lang="en-US" sz="2500" b="0" kern="1200" dirty="0" err="1">
              <a:latin typeface="Bahnschrift SemiCondensed" panose="020B0502040204020203" pitchFamily="34" charset="0"/>
            </a:rPr>
            <a:t>pertama</a:t>
          </a:r>
          <a:r>
            <a:rPr lang="en-US" sz="2500" b="0" kern="1200" dirty="0">
              <a:latin typeface="Bahnschrift SemiCondensed" panose="020B0502040204020203" pitchFamily="34" charset="0"/>
            </a:rPr>
            <a:t> </a:t>
          </a:r>
          <a:r>
            <a:rPr lang="en-US" sz="2500" b="0" kern="1200" dirty="0" err="1">
              <a:latin typeface="Bahnschrift SemiCondensed" panose="020B0502040204020203" pitchFamily="34" charset="0"/>
            </a:rPr>
            <a:t>baik</a:t>
          </a:r>
          <a:r>
            <a:rPr lang="en-US" sz="2500" b="0" kern="1200" dirty="0">
              <a:latin typeface="Bahnschrift SemiCondensed" panose="020B0502040204020203" pitchFamily="34" charset="0"/>
            </a:rPr>
            <a:t> </a:t>
          </a:r>
          <a:r>
            <a:rPr lang="en-US" sz="2500" b="0" kern="1200" dirty="0" err="1">
              <a:latin typeface="Bahnschrift SemiCondensed" panose="020B0502040204020203" pitchFamily="34" charset="0"/>
            </a:rPr>
            <a:t>dari</a:t>
          </a:r>
          <a:r>
            <a:rPr lang="en-US" sz="2500" b="0" kern="1200" dirty="0">
              <a:latin typeface="Bahnschrift SemiCondensed" panose="020B0502040204020203" pitchFamily="34" charset="0"/>
            </a:rPr>
            <a:t> </a:t>
          </a:r>
          <a:r>
            <a:rPr lang="en-US" sz="2500" b="0" kern="1200" dirty="0" err="1">
              <a:latin typeface="Bahnschrift SemiCondensed" panose="020B0502040204020203" pitchFamily="34" charset="0"/>
            </a:rPr>
            <a:t>segi</a:t>
          </a:r>
          <a:r>
            <a:rPr lang="en-US" sz="2500" b="0" kern="1200" dirty="0">
              <a:latin typeface="Bahnschrift SemiCondensed" panose="020B0502040204020203" pitchFamily="34" charset="0"/>
            </a:rPr>
            <a:t> </a:t>
          </a:r>
          <a:r>
            <a:rPr lang="en-US" sz="2500" b="0" kern="1200" dirty="0" err="1">
              <a:latin typeface="Bahnschrift SemiCondensed" panose="020B0502040204020203" pitchFamily="34" charset="0"/>
            </a:rPr>
            <a:t>kode</a:t>
          </a:r>
          <a:r>
            <a:rPr lang="en-US" sz="2500" b="0" kern="1200" dirty="0">
              <a:latin typeface="Bahnschrift SemiCondensed" panose="020B0502040204020203" pitchFamily="34" charset="0"/>
            </a:rPr>
            <a:t> </a:t>
          </a:r>
          <a:r>
            <a:rPr lang="en-US" sz="2500" b="0" kern="1200" dirty="0" err="1">
              <a:latin typeface="Bahnschrift SemiCondensed" panose="020B0502040204020203" pitchFamily="34" charset="0"/>
            </a:rPr>
            <a:t>etik</a:t>
          </a:r>
          <a:r>
            <a:rPr lang="en-US" sz="2500" b="0" kern="1200" dirty="0">
              <a:latin typeface="Bahnschrift SemiCondensed" panose="020B0502040204020203" pitchFamily="34" charset="0"/>
            </a:rPr>
            <a:t> </a:t>
          </a:r>
          <a:r>
            <a:rPr lang="en-US" sz="2500" b="0" kern="1200" dirty="0" err="1">
              <a:latin typeface="Bahnschrift SemiCondensed" panose="020B0502040204020203" pitchFamily="34" charset="0"/>
            </a:rPr>
            <a:t>maupun</a:t>
          </a:r>
          <a:r>
            <a:rPr lang="en-US" sz="2500" b="0" kern="1200" dirty="0">
              <a:latin typeface="Bahnschrift SemiCondensed" panose="020B0502040204020203" pitchFamily="34" charset="0"/>
            </a:rPr>
            <a:t> </a:t>
          </a:r>
          <a:r>
            <a:rPr lang="en-US" sz="2500" b="0" kern="1200" dirty="0" err="1">
              <a:latin typeface="Bahnschrift SemiCondensed" panose="020B0502040204020203" pitchFamily="34" charset="0"/>
            </a:rPr>
            <a:t>dari</a:t>
          </a:r>
          <a:r>
            <a:rPr lang="en-US" sz="2500" b="0" kern="1200" dirty="0">
              <a:latin typeface="Bahnschrift SemiCondensed" panose="020B0502040204020203" pitchFamily="34" charset="0"/>
            </a:rPr>
            <a:t> </a:t>
          </a:r>
          <a:r>
            <a:rPr lang="en-US" sz="2500" b="0" kern="1200" dirty="0" err="1">
              <a:latin typeface="Bahnschrift SemiCondensed" panose="020B0502040204020203" pitchFamily="34" charset="0"/>
            </a:rPr>
            <a:t>segi</a:t>
          </a:r>
          <a:r>
            <a:rPr lang="en-US" sz="2500" b="0" kern="1200" dirty="0">
              <a:latin typeface="Bahnschrift SemiCondensed" panose="020B0502040204020203" pitchFamily="34" charset="0"/>
            </a:rPr>
            <a:t> </a:t>
          </a:r>
          <a:r>
            <a:rPr lang="en-US" sz="2500" b="0" kern="1200" dirty="0" err="1">
              <a:latin typeface="Bahnschrift SemiCondensed" panose="020B0502040204020203" pitchFamily="34" charset="0"/>
            </a:rPr>
            <a:t>penyelesaian</a:t>
          </a:r>
          <a:r>
            <a:rPr lang="en-US" sz="2500" b="0" kern="1200" dirty="0">
              <a:latin typeface="Bahnschrift SemiCondensed" panose="020B0502040204020203" pitchFamily="34" charset="0"/>
            </a:rPr>
            <a:t> </a:t>
          </a:r>
          <a:r>
            <a:rPr lang="en-US" sz="2500" b="0" kern="1200" dirty="0" err="1">
              <a:latin typeface="Bahnschrift SemiCondensed" panose="020B0502040204020203" pitchFamily="34" charset="0"/>
            </a:rPr>
            <a:t>perkara</a:t>
          </a:r>
          <a:endParaRPr lang="en-US" sz="2500" b="0" kern="1200" dirty="0">
            <a:latin typeface="Bahnschrift SemiCondensed" panose="020B0502040204020203" pitchFamily="34" charset="0"/>
          </a:endParaRPr>
        </a:p>
      </dsp:txBody>
      <dsp:txXfrm>
        <a:off x="3513224" y="3165455"/>
        <a:ext cx="7454217" cy="16333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95BD3E-1A65-4D4D-85C4-DE2FA8331F03}">
      <dsp:nvSpPr>
        <dsp:cNvPr id="0" name=""/>
        <dsp:cNvSpPr/>
      </dsp:nvSpPr>
      <dsp:spPr>
        <a:xfrm>
          <a:off x="230625" y="1377689"/>
          <a:ext cx="5422919" cy="1694662"/>
        </a:xfrm>
        <a:prstGeom prst="rect">
          <a:avLst/>
        </a:prstGeom>
        <a:solidFill>
          <a:schemeClr val="accent1">
            <a:alpha val="50000"/>
          </a:schemeClr>
        </a:solidFill>
        <a:ln>
          <a:noFill/>
        </a:ln>
        <a:effectLst/>
        <a:scene3d>
          <a:camera prst="orthographicFront"/>
          <a:lightRig rig="flat" dir="t"/>
        </a:scene3d>
        <a:sp3d extrusionH="127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7851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Isbath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Nikah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untuk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keperluan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kewarisan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harus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berbentuk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Kontentius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maka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yang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menjadi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pihak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lawan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semua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ahli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waris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utama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,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kecuali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ahli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waris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utama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sudah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tidak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ada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lagi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maka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digantikan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oleh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ahli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 waris </a:t>
          </a:r>
          <a:r>
            <a:rPr lang="es-ES_tradnl" sz="2000" b="0" i="0" kern="1200" baseline="0" dirty="0" err="1">
              <a:solidFill>
                <a:schemeClr val="bg1"/>
              </a:solidFill>
              <a:latin typeface="Arial Nova Cond" panose="020B0506020202020204" pitchFamily="34" charset="0"/>
            </a:rPr>
            <a:t>pengganti</a:t>
          </a:r>
          <a:r>
            <a:rPr lang="es-ES_tradnl" sz="2000" b="0" i="0" kern="1200" baseline="0" dirty="0">
              <a:solidFill>
                <a:schemeClr val="bg1"/>
              </a:solidFill>
              <a:latin typeface="Arial Nova Cond" panose="020B0506020202020204" pitchFamily="34" charset="0"/>
            </a:rPr>
            <a:t>;</a:t>
          </a:r>
          <a:endParaRPr lang="en-ID" sz="2000" kern="1200" dirty="0">
            <a:solidFill>
              <a:schemeClr val="bg1"/>
            </a:solidFill>
            <a:latin typeface="Arial Nova Cond" panose="020B0506020202020204" pitchFamily="34" charset="0"/>
          </a:endParaRPr>
        </a:p>
      </dsp:txBody>
      <dsp:txXfrm>
        <a:off x="230625" y="1377689"/>
        <a:ext cx="5422919" cy="1694662"/>
      </dsp:txXfrm>
    </dsp:sp>
    <dsp:sp modelId="{CBA4EBD9-BB8D-4D29-89DB-3ED4DCCB1F15}">
      <dsp:nvSpPr>
        <dsp:cNvPr id="0" name=""/>
        <dsp:cNvSpPr/>
      </dsp:nvSpPr>
      <dsp:spPr>
        <a:xfrm>
          <a:off x="4670" y="1132904"/>
          <a:ext cx="1186263" cy="1779395"/>
        </a:xfrm>
        <a:prstGeom prst="rect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066" r="-13066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3D50CE69-9780-4273-B77A-BCD8B450E289}">
      <dsp:nvSpPr>
        <dsp:cNvPr id="0" name=""/>
        <dsp:cNvSpPr/>
      </dsp:nvSpPr>
      <dsp:spPr>
        <a:xfrm>
          <a:off x="6187766" y="1377689"/>
          <a:ext cx="5422919" cy="1694662"/>
        </a:xfrm>
        <a:prstGeom prst="rect">
          <a:avLst/>
        </a:prstGeom>
        <a:solidFill>
          <a:schemeClr val="accent3">
            <a:alpha val="50000"/>
          </a:schemeClr>
        </a:solidFill>
        <a:ln>
          <a:noFill/>
        </a:ln>
        <a:effectLst/>
        <a:scene3d>
          <a:camera prst="orthographicFront"/>
          <a:lightRig rig="flat" dir="t"/>
        </a:scene3d>
        <a:sp3d extrusionH="127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7851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Terhadap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objek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sengketa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yang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berada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di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luar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negeri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maka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diajukan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di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tempat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dimana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objek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sengketa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tersebut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berada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;</a:t>
          </a:r>
          <a:endParaRPr lang="en-ID" sz="2500" kern="1200" dirty="0">
            <a:solidFill>
              <a:schemeClr val="bg1"/>
            </a:solidFill>
            <a:latin typeface="Asap"/>
          </a:endParaRPr>
        </a:p>
      </dsp:txBody>
      <dsp:txXfrm>
        <a:off x="6187766" y="1377689"/>
        <a:ext cx="5422919" cy="1694662"/>
      </dsp:txXfrm>
    </dsp:sp>
    <dsp:sp modelId="{297EE11A-CAC1-4712-92AC-2321DA6C8FE6}">
      <dsp:nvSpPr>
        <dsp:cNvPr id="0" name=""/>
        <dsp:cNvSpPr/>
      </dsp:nvSpPr>
      <dsp:spPr>
        <a:xfrm>
          <a:off x="5961811" y="1132904"/>
          <a:ext cx="1186263" cy="1779395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2000" r="-82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6323D3B7-F06F-4113-A313-1751CD2CEFFC}">
      <dsp:nvSpPr>
        <dsp:cNvPr id="0" name=""/>
        <dsp:cNvSpPr/>
      </dsp:nvSpPr>
      <dsp:spPr>
        <a:xfrm>
          <a:off x="230625" y="3511080"/>
          <a:ext cx="5422919" cy="1694662"/>
        </a:xfrm>
        <a:prstGeom prst="rect">
          <a:avLst/>
        </a:prstGeom>
        <a:solidFill>
          <a:schemeClr val="accent2">
            <a:lumMod val="75000"/>
            <a:alpha val="50000"/>
          </a:schemeClr>
        </a:solidFill>
        <a:ln>
          <a:noFill/>
        </a:ln>
        <a:effectLst/>
        <a:scene3d>
          <a:camera prst="orthographicFront"/>
          <a:lightRig rig="flat" dir="t"/>
        </a:scene3d>
        <a:sp3d extrusionH="127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7851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Ketetapan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rumusan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mut’ah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12x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iddah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/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bulan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sudah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menjadi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yurisprudensi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Kamar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Agama,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hendaknya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harus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500" b="0" i="0" kern="1200" baseline="0" dirty="0" err="1">
              <a:solidFill>
                <a:schemeClr val="bg1"/>
              </a:solidFill>
              <a:latin typeface="Asap"/>
            </a:rPr>
            <a:t>diikuti</a:t>
          </a:r>
          <a:r>
            <a:rPr lang="es-ES_tradnl" sz="2500" b="0" i="0" kern="1200" baseline="0" dirty="0">
              <a:solidFill>
                <a:schemeClr val="bg1"/>
              </a:solidFill>
              <a:latin typeface="Asap"/>
            </a:rPr>
            <a:t>;</a:t>
          </a:r>
          <a:endParaRPr lang="en-ID" sz="2500" kern="1200" dirty="0">
            <a:solidFill>
              <a:schemeClr val="bg1"/>
            </a:solidFill>
            <a:latin typeface="Asap"/>
          </a:endParaRPr>
        </a:p>
      </dsp:txBody>
      <dsp:txXfrm>
        <a:off x="230625" y="3511080"/>
        <a:ext cx="5422919" cy="1694662"/>
      </dsp:txXfrm>
    </dsp:sp>
    <dsp:sp modelId="{E55C6D9A-3EF2-47AF-B354-924C319DEDC2}">
      <dsp:nvSpPr>
        <dsp:cNvPr id="0" name=""/>
        <dsp:cNvSpPr/>
      </dsp:nvSpPr>
      <dsp:spPr>
        <a:xfrm>
          <a:off x="4670" y="3266296"/>
          <a:ext cx="1186263" cy="1779395"/>
        </a:xfrm>
        <a:prstGeom prst="rect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562" r="-8562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E263E13E-055F-40E4-B8C6-E982DECEA0AE}">
      <dsp:nvSpPr>
        <dsp:cNvPr id="0" name=""/>
        <dsp:cNvSpPr/>
      </dsp:nvSpPr>
      <dsp:spPr>
        <a:xfrm>
          <a:off x="6187766" y="3511080"/>
          <a:ext cx="5422919" cy="1694662"/>
        </a:xfrm>
        <a:prstGeom prst="rect">
          <a:avLst/>
        </a:prstGeom>
        <a:solidFill>
          <a:srgbClr val="FF0000">
            <a:alpha val="40000"/>
          </a:srgb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7851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800" b="0" i="0" kern="1200" baseline="0" dirty="0" err="1">
              <a:solidFill>
                <a:schemeClr val="bg1"/>
              </a:solidFill>
              <a:latin typeface="Asap"/>
            </a:rPr>
            <a:t>Kompetensi</a:t>
          </a:r>
          <a:r>
            <a:rPr lang="es-ES_tradnl" sz="28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800" b="0" i="0" kern="1200" baseline="0" dirty="0" err="1">
              <a:solidFill>
                <a:schemeClr val="bg1"/>
              </a:solidFill>
              <a:latin typeface="Asap"/>
            </a:rPr>
            <a:t>relatif</a:t>
          </a:r>
          <a:r>
            <a:rPr lang="es-ES_tradnl" sz="28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800" b="0" i="0" kern="1200" baseline="0" dirty="0" err="1">
              <a:solidFill>
                <a:schemeClr val="bg1"/>
              </a:solidFill>
              <a:latin typeface="Asap"/>
            </a:rPr>
            <a:t>gugatan</a:t>
          </a:r>
          <a:r>
            <a:rPr lang="es-ES_tradnl" sz="28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800" b="0" i="0" kern="1200" baseline="0" dirty="0" err="1">
              <a:solidFill>
                <a:schemeClr val="bg1"/>
              </a:solidFill>
              <a:latin typeface="Asap"/>
            </a:rPr>
            <a:t>anak</a:t>
          </a:r>
          <a:r>
            <a:rPr lang="es-ES_tradnl" sz="28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800" b="0" i="0" kern="1200" baseline="0" dirty="0" err="1">
              <a:solidFill>
                <a:schemeClr val="bg1"/>
              </a:solidFill>
              <a:latin typeface="Asap"/>
            </a:rPr>
            <a:t>harus</a:t>
          </a:r>
          <a:r>
            <a:rPr lang="es-ES_tradnl" sz="28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800" b="0" i="0" kern="1200" baseline="0" dirty="0" err="1">
              <a:solidFill>
                <a:schemeClr val="bg1"/>
              </a:solidFill>
              <a:latin typeface="Asap"/>
            </a:rPr>
            <a:t>diajukan</a:t>
          </a:r>
          <a:r>
            <a:rPr lang="es-ES_tradnl" sz="2800" b="0" i="0" kern="1200" baseline="0" dirty="0">
              <a:solidFill>
                <a:schemeClr val="bg1"/>
              </a:solidFill>
              <a:latin typeface="Asap"/>
            </a:rPr>
            <a:t> di </a:t>
          </a:r>
          <a:r>
            <a:rPr lang="es-ES_tradnl" sz="2800" b="0" i="0" kern="1200" baseline="0" dirty="0" err="1">
              <a:solidFill>
                <a:schemeClr val="bg1"/>
              </a:solidFill>
              <a:latin typeface="Asap"/>
            </a:rPr>
            <a:t>tempat</a:t>
          </a:r>
          <a:r>
            <a:rPr lang="es-ES_tradnl" sz="28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800" b="0" i="0" kern="1200" baseline="0" dirty="0" err="1">
              <a:solidFill>
                <a:schemeClr val="bg1"/>
              </a:solidFill>
              <a:latin typeface="Asap"/>
            </a:rPr>
            <a:t>kediaman</a:t>
          </a:r>
          <a:r>
            <a:rPr lang="es-ES_tradnl" sz="2800" b="0" i="0" kern="1200" baseline="0" dirty="0">
              <a:solidFill>
                <a:schemeClr val="bg1"/>
              </a:solidFill>
              <a:latin typeface="Asap"/>
            </a:rPr>
            <a:t> </a:t>
          </a:r>
          <a:r>
            <a:rPr lang="es-ES_tradnl" sz="2800" b="0" i="0" kern="1200" baseline="0" dirty="0" err="1">
              <a:solidFill>
                <a:schemeClr val="bg1"/>
              </a:solidFill>
              <a:latin typeface="Asap"/>
            </a:rPr>
            <a:t>Tergugat</a:t>
          </a:r>
          <a:r>
            <a:rPr lang="es-ES_tradnl" sz="2800" b="0" i="0" kern="1200" baseline="0" dirty="0">
              <a:solidFill>
                <a:schemeClr val="bg1"/>
              </a:solidFill>
              <a:latin typeface="Asap"/>
            </a:rPr>
            <a:t>;</a:t>
          </a:r>
          <a:endParaRPr lang="en-ID" sz="2800" kern="1200" dirty="0">
            <a:solidFill>
              <a:schemeClr val="bg1"/>
            </a:solidFill>
            <a:latin typeface="Asap"/>
          </a:endParaRPr>
        </a:p>
      </dsp:txBody>
      <dsp:txXfrm>
        <a:off x="6187766" y="3511080"/>
        <a:ext cx="5422919" cy="1694662"/>
      </dsp:txXfrm>
    </dsp:sp>
    <dsp:sp modelId="{9469B1EF-767F-4EBB-B39E-82CBC041A2D4}">
      <dsp:nvSpPr>
        <dsp:cNvPr id="0" name=""/>
        <dsp:cNvSpPr/>
      </dsp:nvSpPr>
      <dsp:spPr>
        <a:xfrm>
          <a:off x="5961811" y="3266296"/>
          <a:ext cx="1186263" cy="1779395"/>
        </a:xfrm>
        <a:prstGeom prst="rect">
          <a:avLst/>
        </a:prstGeom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4600" r="-446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1EF000-A490-4DE5-A79F-30D2255F19C3}">
      <dsp:nvSpPr>
        <dsp:cNvPr id="0" name=""/>
        <dsp:cNvSpPr/>
      </dsp:nvSpPr>
      <dsp:spPr>
        <a:xfrm>
          <a:off x="1898" y="338749"/>
          <a:ext cx="4048740" cy="24292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Terdapat</a:t>
          </a:r>
          <a:r>
            <a:rPr lang="en-US" sz="2200" kern="1200" dirty="0"/>
            <a:t> </a:t>
          </a:r>
          <a:r>
            <a:rPr lang="en-US" sz="2200" kern="1200" dirty="0" err="1"/>
            <a:t>perbedaan</a:t>
          </a:r>
          <a:r>
            <a:rPr lang="en-US" sz="2200" kern="1200" dirty="0"/>
            <a:t> </a:t>
          </a:r>
          <a:r>
            <a:rPr lang="en-US" sz="2200" kern="1200" dirty="0" err="1"/>
            <a:t>penulisan</a:t>
          </a:r>
          <a:r>
            <a:rPr lang="en-US" sz="2200" kern="1200" dirty="0"/>
            <a:t> </a:t>
          </a:r>
          <a:r>
            <a:rPr lang="en-US" sz="2200" kern="1200" dirty="0" err="1"/>
            <a:t>amar</a:t>
          </a:r>
          <a:r>
            <a:rPr lang="en-US" sz="2200" kern="1200" dirty="0"/>
            <a:t> </a:t>
          </a:r>
          <a:r>
            <a:rPr lang="en-US" sz="2200" kern="1200" dirty="0" err="1"/>
            <a:t>putusan</a:t>
          </a:r>
          <a:r>
            <a:rPr lang="en-US" sz="2200" kern="1200" dirty="0"/>
            <a:t> </a:t>
          </a:r>
          <a:r>
            <a:rPr lang="en-US" sz="2200" kern="1200" dirty="0" err="1"/>
            <a:t>dalam</a:t>
          </a:r>
          <a:r>
            <a:rPr lang="en-US" sz="2200" kern="1200" dirty="0"/>
            <a:t> BAS, </a:t>
          </a:r>
          <a:r>
            <a:rPr lang="en-US" sz="2200" kern="1200" dirty="0" err="1"/>
            <a:t>Putusan</a:t>
          </a:r>
          <a:r>
            <a:rPr lang="en-US" sz="2200" kern="1200" dirty="0"/>
            <a:t>, dan SIPP.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Berita</a:t>
          </a:r>
          <a:r>
            <a:rPr lang="en-US" sz="2200" kern="1200" dirty="0"/>
            <a:t> Acara </a:t>
          </a:r>
          <a:r>
            <a:rPr lang="en-US" sz="2200" kern="1200" dirty="0" err="1"/>
            <a:t>Sidang</a:t>
          </a:r>
          <a:r>
            <a:rPr lang="en-US" sz="2200" kern="1200" dirty="0"/>
            <a:t> </a:t>
          </a:r>
          <a:r>
            <a:rPr lang="en-US" sz="2200" kern="1200" dirty="0" err="1"/>
            <a:t>tidak</a:t>
          </a:r>
          <a:r>
            <a:rPr lang="en-US" sz="2200" kern="1200" dirty="0"/>
            <a:t> </a:t>
          </a:r>
          <a:r>
            <a:rPr lang="en-US" sz="2200" kern="1200" dirty="0" err="1"/>
            <a:t>menggambarkan</a:t>
          </a:r>
          <a:r>
            <a:rPr lang="en-US" sz="2200" kern="1200" dirty="0"/>
            <a:t> </a:t>
          </a:r>
          <a:r>
            <a:rPr lang="en-US" sz="2200" kern="1200" dirty="0" err="1"/>
            <a:t>peristiwa</a:t>
          </a:r>
          <a:r>
            <a:rPr lang="en-US" sz="2200" kern="1200" dirty="0"/>
            <a:t> yang </a:t>
          </a:r>
          <a:r>
            <a:rPr lang="en-US" sz="2200" kern="1200" dirty="0" err="1"/>
            <a:t>terjadi</a:t>
          </a:r>
          <a:r>
            <a:rPr lang="en-US" sz="2200" kern="1200" dirty="0"/>
            <a:t> </a:t>
          </a:r>
          <a:r>
            <a:rPr lang="en-US" sz="2200" kern="1200" dirty="0" err="1"/>
            <a:t>dalam</a:t>
          </a:r>
          <a:r>
            <a:rPr lang="en-US" sz="2200" kern="1200" dirty="0"/>
            <a:t> </a:t>
          </a:r>
          <a:r>
            <a:rPr lang="en-US" sz="2200" kern="1200" dirty="0" err="1"/>
            <a:t>persidangan</a:t>
          </a:r>
          <a:r>
            <a:rPr lang="en-US" sz="2200" kern="1200" dirty="0"/>
            <a:t>.</a:t>
          </a:r>
        </a:p>
      </dsp:txBody>
      <dsp:txXfrm>
        <a:off x="73048" y="409899"/>
        <a:ext cx="3906440" cy="2286944"/>
      </dsp:txXfrm>
    </dsp:sp>
    <dsp:sp modelId="{48955C86-89D4-4616-9ED8-19A9DE3A4EE5}">
      <dsp:nvSpPr>
        <dsp:cNvPr id="0" name=""/>
        <dsp:cNvSpPr/>
      </dsp:nvSpPr>
      <dsp:spPr>
        <a:xfrm>
          <a:off x="4455513" y="1051328"/>
          <a:ext cx="858333" cy="1004087"/>
        </a:xfrm>
        <a:prstGeom prst="rightArrow">
          <a:avLst>
            <a:gd name="adj1" fmla="val 60000"/>
            <a:gd name="adj2" fmla="val 50000"/>
          </a:avLst>
        </a:prstGeom>
        <a:gradFill flip="none" rotWithShape="0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455513" y="1252145"/>
        <a:ext cx="600833" cy="602453"/>
      </dsp:txXfrm>
    </dsp:sp>
    <dsp:sp modelId="{29ECB778-7112-4683-ABC9-C4F9596CDD48}">
      <dsp:nvSpPr>
        <dsp:cNvPr id="0" name=""/>
        <dsp:cNvSpPr/>
      </dsp:nvSpPr>
      <dsp:spPr>
        <a:xfrm>
          <a:off x="5670135" y="338749"/>
          <a:ext cx="4048740" cy="24292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Perhatikan</a:t>
          </a:r>
          <a:r>
            <a:rPr lang="en-US" sz="2200" kern="1200" dirty="0"/>
            <a:t> </a:t>
          </a:r>
          <a:r>
            <a:rPr lang="en-US" sz="2200" kern="1200" dirty="0" err="1"/>
            <a:t>Pasal</a:t>
          </a:r>
          <a:r>
            <a:rPr lang="en-US" sz="2200" kern="1200" dirty="0"/>
            <a:t> 13 UU No. 48 </a:t>
          </a:r>
          <a:r>
            <a:rPr lang="en-US" sz="2200" kern="1200" dirty="0" err="1"/>
            <a:t>tahun</a:t>
          </a:r>
          <a:r>
            <a:rPr lang="en-US" sz="2200" kern="1200" dirty="0"/>
            <a:t> 2009, </a:t>
          </a:r>
          <a:r>
            <a:rPr lang="en-US" sz="2200" kern="1200" dirty="0" err="1"/>
            <a:t>Pasal</a:t>
          </a:r>
          <a:r>
            <a:rPr lang="en-US" sz="2200" kern="1200" dirty="0"/>
            <a:t> 33 PP 9 </a:t>
          </a:r>
          <a:r>
            <a:rPr lang="en-US" sz="2200" kern="1200" dirty="0" err="1"/>
            <a:t>tahun</a:t>
          </a:r>
          <a:r>
            <a:rPr lang="en-US" sz="2200" kern="1200" dirty="0"/>
            <a:t> 1975, </a:t>
          </a:r>
          <a:r>
            <a:rPr lang="en-US" sz="2200" kern="1200" dirty="0" err="1"/>
            <a:t>Buku</a:t>
          </a:r>
          <a:r>
            <a:rPr lang="en-US" sz="2200" kern="1200" dirty="0"/>
            <a:t> II </a:t>
          </a:r>
          <a:r>
            <a:rPr lang="en-US" sz="2200" kern="1200" dirty="0" err="1"/>
            <a:t>dan</a:t>
          </a:r>
          <a:r>
            <a:rPr lang="en-US" sz="2200" kern="1200" dirty="0"/>
            <a:t> </a:t>
          </a:r>
          <a:r>
            <a:rPr lang="en-US" sz="2200" kern="1200" dirty="0" err="1"/>
            <a:t>Buku</a:t>
          </a:r>
          <a:r>
            <a:rPr lang="en-US" sz="2200" kern="1200" dirty="0"/>
            <a:t> IV </a:t>
          </a:r>
          <a:r>
            <a:rPr lang="en-US" sz="2200" kern="1200" dirty="0" err="1"/>
            <a:t>hal</a:t>
          </a:r>
          <a:r>
            <a:rPr lang="en-US" sz="2200" kern="1200" dirty="0"/>
            <a:t> 138 point 18 yang </a:t>
          </a:r>
          <a:r>
            <a:rPr lang="en-US" sz="2200" kern="1200" dirty="0" err="1"/>
            <a:t>mengatur</a:t>
          </a:r>
          <a:r>
            <a:rPr lang="en-US" sz="2200" kern="1200" dirty="0"/>
            <a:t> </a:t>
          </a:r>
          <a:r>
            <a:rPr lang="en-US" sz="2200" kern="1200" dirty="0" err="1"/>
            <a:t>tentang</a:t>
          </a:r>
          <a:r>
            <a:rPr lang="en-US" sz="2200" kern="1200" dirty="0"/>
            <a:t> </a:t>
          </a:r>
          <a:r>
            <a:rPr lang="en-US" sz="2200" kern="1200" dirty="0" err="1"/>
            <a:t>Berita</a:t>
          </a:r>
          <a:r>
            <a:rPr lang="en-US" sz="2200" kern="1200" dirty="0"/>
            <a:t> Acara</a:t>
          </a:r>
        </a:p>
      </dsp:txBody>
      <dsp:txXfrm>
        <a:off x="5741285" y="409899"/>
        <a:ext cx="3906440" cy="22869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1EF000-A490-4DE5-A79F-30D2255F19C3}">
      <dsp:nvSpPr>
        <dsp:cNvPr id="0" name=""/>
        <dsp:cNvSpPr/>
      </dsp:nvSpPr>
      <dsp:spPr>
        <a:xfrm>
          <a:off x="1898" y="338749"/>
          <a:ext cx="4048740" cy="24292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Penetapan</a:t>
          </a:r>
          <a:r>
            <a:rPr lang="en-US" sz="2800" kern="1200" dirty="0"/>
            <a:t> </a:t>
          </a:r>
          <a:r>
            <a:rPr lang="en-US" sz="2800" kern="1200" dirty="0" err="1"/>
            <a:t>panjar</a:t>
          </a:r>
          <a:r>
            <a:rPr lang="en-US" sz="2800" kern="1200" dirty="0"/>
            <a:t> </a:t>
          </a:r>
          <a:r>
            <a:rPr lang="en-US" sz="2800" kern="1200" dirty="0" err="1"/>
            <a:t>biaya</a:t>
          </a:r>
          <a:r>
            <a:rPr lang="en-US" sz="2800" kern="1200" dirty="0"/>
            <a:t> </a:t>
          </a:r>
          <a:r>
            <a:rPr lang="en-US" sz="2800" kern="1200" dirty="0" err="1"/>
            <a:t>perkara</a:t>
          </a:r>
          <a:r>
            <a:rPr lang="en-US" sz="2800" kern="1200" dirty="0"/>
            <a:t> </a:t>
          </a:r>
          <a:r>
            <a:rPr lang="en-US" sz="2800" kern="1200" dirty="0" err="1"/>
            <a:t>oleh</a:t>
          </a:r>
          <a:r>
            <a:rPr lang="en-US" sz="2800" kern="1200" dirty="0"/>
            <a:t> </a:t>
          </a:r>
          <a:r>
            <a:rPr lang="en-US" sz="2800" kern="1200" dirty="0" err="1"/>
            <a:t>Ketua</a:t>
          </a:r>
          <a:r>
            <a:rPr lang="en-US" sz="2800" kern="1200" dirty="0"/>
            <a:t> </a:t>
          </a:r>
          <a:r>
            <a:rPr lang="en-US" sz="2800" kern="1200" dirty="0" err="1"/>
            <a:t>Pengadilan</a:t>
          </a:r>
          <a:endParaRPr lang="en-US" sz="2800" kern="1200" dirty="0"/>
        </a:p>
      </dsp:txBody>
      <dsp:txXfrm>
        <a:off x="73048" y="409899"/>
        <a:ext cx="3906440" cy="2286944"/>
      </dsp:txXfrm>
    </dsp:sp>
    <dsp:sp modelId="{48955C86-89D4-4616-9ED8-19A9DE3A4EE5}">
      <dsp:nvSpPr>
        <dsp:cNvPr id="0" name=""/>
        <dsp:cNvSpPr/>
      </dsp:nvSpPr>
      <dsp:spPr>
        <a:xfrm>
          <a:off x="4455513" y="1051328"/>
          <a:ext cx="858333" cy="10040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4455513" y="1252145"/>
        <a:ext cx="600833" cy="602453"/>
      </dsp:txXfrm>
    </dsp:sp>
    <dsp:sp modelId="{29ECB778-7112-4683-ABC9-C4F9596CDD48}">
      <dsp:nvSpPr>
        <dsp:cNvPr id="0" name=""/>
        <dsp:cNvSpPr/>
      </dsp:nvSpPr>
      <dsp:spPr>
        <a:xfrm>
          <a:off x="5670135" y="338749"/>
          <a:ext cx="4048740" cy="24292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50000"/>
                <a:satMod val="300000"/>
              </a:schemeClr>
            </a:gs>
            <a:gs pos="35000">
              <a:schemeClr val="accent2">
                <a:hueOff val="4681519"/>
                <a:satOff val="-5839"/>
                <a:lumOff val="1373"/>
                <a:alphaOff val="0"/>
                <a:tint val="37000"/>
                <a:satMod val="30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Pedomani</a:t>
          </a:r>
          <a:r>
            <a:rPr lang="en-US" sz="2000" kern="1200" dirty="0"/>
            <a:t> SEMA </a:t>
          </a:r>
          <a:r>
            <a:rPr lang="en-US" sz="2000" kern="1200" dirty="0" err="1"/>
            <a:t>Nomor</a:t>
          </a:r>
          <a:r>
            <a:rPr lang="en-US" sz="2000" kern="1200" dirty="0"/>
            <a:t> 4 </a:t>
          </a:r>
          <a:r>
            <a:rPr lang="en-US" sz="2000" kern="1200" dirty="0" err="1"/>
            <a:t>Tahun</a:t>
          </a:r>
          <a:r>
            <a:rPr lang="en-US" sz="2000" kern="1200" dirty="0"/>
            <a:t> 2008 </a:t>
          </a:r>
          <a:r>
            <a:rPr lang="en-US" sz="2000" kern="1200" dirty="0" err="1"/>
            <a:t>tentang</a:t>
          </a:r>
          <a:r>
            <a:rPr lang="en-US" sz="2000" kern="1200" dirty="0"/>
            <a:t> </a:t>
          </a:r>
          <a:r>
            <a:rPr lang="en-US" sz="2000" kern="1200" dirty="0" err="1"/>
            <a:t>Pemungutan</a:t>
          </a:r>
          <a:r>
            <a:rPr lang="en-US" sz="2000" kern="1200" dirty="0"/>
            <a:t> </a:t>
          </a:r>
          <a:r>
            <a:rPr lang="en-US" sz="2000" kern="1200" dirty="0" err="1"/>
            <a:t>Biaya</a:t>
          </a:r>
          <a:r>
            <a:rPr lang="en-US" sz="2000" kern="1200" dirty="0"/>
            <a:t> </a:t>
          </a:r>
          <a:r>
            <a:rPr lang="en-US" sz="2000" kern="1200" dirty="0" err="1"/>
            <a:t>Perkara</a:t>
          </a:r>
          <a:r>
            <a:rPr lang="en-US" sz="2000" kern="1200" dirty="0"/>
            <a:t>. </a:t>
          </a:r>
        </a:p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Pimpinan</a:t>
          </a:r>
          <a:r>
            <a:rPr lang="es-ES" sz="2000" kern="1200" dirty="0"/>
            <a:t> </a:t>
          </a:r>
          <a:r>
            <a:rPr lang="es-ES" sz="2000" kern="1200" dirty="0" err="1"/>
            <a:t>Pengadilan</a:t>
          </a:r>
          <a:r>
            <a:rPr lang="es-ES" sz="2000" kern="1200" dirty="0"/>
            <a:t> Negeri dan </a:t>
          </a:r>
          <a:r>
            <a:rPr lang="es-ES" sz="2000" kern="1200" dirty="0" err="1"/>
            <a:t>pimpinan</a:t>
          </a:r>
          <a:r>
            <a:rPr lang="es-ES" sz="2000" kern="1200" dirty="0"/>
            <a:t> </a:t>
          </a:r>
          <a:r>
            <a:rPr lang="es-ES" sz="2000" kern="1200" dirty="0" err="1"/>
            <a:t>Pengadilan</a:t>
          </a:r>
          <a:r>
            <a:rPr lang="es-ES" sz="2000" kern="1200" dirty="0"/>
            <a:t> Agama agar </a:t>
          </a:r>
          <a:r>
            <a:rPr lang="es-ES" sz="2000" kern="1200" dirty="0" err="1"/>
            <a:t>melakukan</a:t>
          </a:r>
          <a:r>
            <a:rPr lang="es-ES" sz="2000" kern="1200" dirty="0"/>
            <a:t> </a:t>
          </a:r>
          <a:r>
            <a:rPr lang="es-ES" sz="2000" kern="1200" dirty="0" err="1"/>
            <a:t>koordinasi</a:t>
          </a:r>
          <a:r>
            <a:rPr lang="es-ES" sz="2000" kern="1200" dirty="0"/>
            <a:t> </a:t>
          </a:r>
          <a:r>
            <a:rPr lang="es-ES" sz="2000" kern="1200" dirty="0" err="1"/>
            <a:t>dalam</a:t>
          </a:r>
          <a:r>
            <a:rPr lang="es-ES" sz="2000" kern="1200" dirty="0"/>
            <a:t>  </a:t>
          </a:r>
          <a:r>
            <a:rPr lang="es-ES" sz="2000" kern="1200" dirty="0" err="1"/>
            <a:t>menetapkan</a:t>
          </a:r>
          <a:r>
            <a:rPr lang="es-ES" sz="2000" kern="1200" dirty="0"/>
            <a:t> </a:t>
          </a:r>
          <a:r>
            <a:rPr lang="es-ES" sz="2000" kern="1200" dirty="0" err="1"/>
            <a:t>panjar</a:t>
          </a:r>
          <a:r>
            <a:rPr lang="es-ES" sz="2000" kern="1200" dirty="0"/>
            <a:t> </a:t>
          </a:r>
          <a:r>
            <a:rPr lang="es-ES" sz="2000" kern="1200" dirty="0" err="1"/>
            <a:t>biaya</a:t>
          </a:r>
          <a:r>
            <a:rPr lang="es-ES" sz="2000" kern="1200" dirty="0"/>
            <a:t> </a:t>
          </a:r>
          <a:r>
            <a:rPr lang="es-ES" sz="2000" kern="1200" dirty="0" err="1"/>
            <a:t>perkara</a:t>
          </a:r>
          <a:endParaRPr lang="en-US" sz="2000" kern="1200" dirty="0"/>
        </a:p>
      </dsp:txBody>
      <dsp:txXfrm>
        <a:off x="5741285" y="409899"/>
        <a:ext cx="3906440" cy="22869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1EF000-A490-4DE5-A79F-30D2255F19C3}">
      <dsp:nvSpPr>
        <dsp:cNvPr id="0" name=""/>
        <dsp:cNvSpPr/>
      </dsp:nvSpPr>
      <dsp:spPr>
        <a:xfrm>
          <a:off x="1898" y="329875"/>
          <a:ext cx="4048740" cy="44789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>
              <a:latin typeface="Bahnschrift SemiCondensed" panose="020B0502040204020203" pitchFamily="34" charset="0"/>
            </a:rPr>
            <a:t>Pertimbangan</a:t>
          </a:r>
          <a:r>
            <a:rPr lang="en-US" sz="3200" kern="1200" dirty="0">
              <a:latin typeface="Bahnschrift SemiCondensed" panose="020B0502040204020203" pitchFamily="34" charset="0"/>
            </a:rPr>
            <a:t> </a:t>
          </a:r>
          <a:r>
            <a:rPr lang="en-US" sz="3200" kern="1200" dirty="0" err="1">
              <a:latin typeface="Bahnschrift SemiCondensed" panose="020B0502040204020203" pitchFamily="34" charset="0"/>
            </a:rPr>
            <a:t>nusyuz</a:t>
          </a:r>
          <a:r>
            <a:rPr lang="en-US" sz="3200" kern="1200" dirty="0">
              <a:latin typeface="Bahnschrift SemiCondensed" panose="020B0502040204020203" pitchFamily="34" charset="0"/>
            </a:rPr>
            <a:t> </a:t>
          </a:r>
          <a:r>
            <a:rPr lang="en-US" sz="3200" kern="1200" dirty="0" err="1">
              <a:latin typeface="Bahnschrift SemiCondensed" panose="020B0502040204020203" pitchFamily="34" charset="0"/>
            </a:rPr>
            <a:t>istri</a:t>
          </a:r>
          <a:r>
            <a:rPr lang="en-US" sz="3200" kern="1200" dirty="0">
              <a:latin typeface="Bahnschrift SemiCondensed" panose="020B0502040204020203" pitchFamily="34" charset="0"/>
            </a:rPr>
            <a:t> </a:t>
          </a:r>
          <a:r>
            <a:rPr lang="en-US" sz="3200" kern="1200" dirty="0" err="1">
              <a:latin typeface="Bahnschrift SemiCondensed" panose="020B0502040204020203" pitchFamily="34" charset="0"/>
            </a:rPr>
            <a:t>tidak</a:t>
          </a:r>
          <a:r>
            <a:rPr lang="en-US" sz="3200" kern="1200" dirty="0">
              <a:latin typeface="Bahnschrift SemiCondensed" panose="020B0502040204020203" pitchFamily="34" charset="0"/>
            </a:rPr>
            <a:t> </a:t>
          </a:r>
          <a:r>
            <a:rPr lang="en-US" sz="3200" kern="1200" dirty="0" err="1">
              <a:latin typeface="Bahnschrift SemiCondensed" panose="020B0502040204020203" pitchFamily="34" charset="0"/>
            </a:rPr>
            <a:t>didasarkan</a:t>
          </a:r>
          <a:r>
            <a:rPr lang="en-US" sz="3200" kern="1200" dirty="0">
              <a:latin typeface="Bahnschrift SemiCondensed" panose="020B0502040204020203" pitchFamily="34" charset="0"/>
            </a:rPr>
            <a:t> </a:t>
          </a:r>
          <a:r>
            <a:rPr lang="en-US" sz="3200" kern="1200" dirty="0" err="1">
              <a:latin typeface="Bahnschrift SemiCondensed" panose="020B0502040204020203" pitchFamily="34" charset="0"/>
            </a:rPr>
            <a:t>pada</a:t>
          </a:r>
          <a:r>
            <a:rPr lang="en-US" sz="3200" kern="1200" dirty="0">
              <a:latin typeface="Bahnschrift SemiCondensed" panose="020B0502040204020203" pitchFamily="34" charset="0"/>
            </a:rPr>
            <a:t> </a:t>
          </a:r>
          <a:r>
            <a:rPr lang="en-US" sz="3200" kern="1200" dirty="0" err="1">
              <a:latin typeface="Bahnschrift SemiCondensed" panose="020B0502040204020203" pitchFamily="34" charset="0"/>
            </a:rPr>
            <a:t>fakta</a:t>
          </a:r>
          <a:r>
            <a:rPr lang="en-US" sz="3200" kern="1200" dirty="0">
              <a:latin typeface="Bahnschrift SemiCondensed" panose="020B0502040204020203" pitchFamily="34" charset="0"/>
            </a:rPr>
            <a:t> </a:t>
          </a:r>
          <a:r>
            <a:rPr lang="en-US" sz="3200" kern="1200" dirty="0" err="1">
              <a:latin typeface="Bahnschrift SemiCondensed" panose="020B0502040204020203" pitchFamily="34" charset="0"/>
            </a:rPr>
            <a:t>persidangan</a:t>
          </a:r>
          <a:r>
            <a:rPr lang="en-US" sz="3200" kern="1200" dirty="0">
              <a:latin typeface="Bahnschrift SemiCondensed" panose="020B0502040204020203" pitchFamily="34" charset="0"/>
            </a:rPr>
            <a:t> yang </a:t>
          </a:r>
          <a:r>
            <a:rPr lang="en-US" sz="3200" kern="1200" dirty="0" err="1">
              <a:latin typeface="Bahnschrift SemiCondensed" panose="020B0502040204020203" pitchFamily="34" charset="0"/>
            </a:rPr>
            <a:t>jelas</a:t>
          </a:r>
          <a:r>
            <a:rPr lang="en-US" sz="3200" kern="1200" dirty="0">
              <a:latin typeface="Bahnschrift SemiCondensed" panose="020B0502040204020203" pitchFamily="34" charset="0"/>
            </a:rPr>
            <a:t> yang </a:t>
          </a:r>
          <a:r>
            <a:rPr lang="en-US" sz="3200" kern="1200" dirty="0" err="1">
              <a:latin typeface="Bahnschrift SemiCondensed" panose="020B0502040204020203" pitchFamily="34" charset="0"/>
            </a:rPr>
            <a:t>diperoleh</a:t>
          </a:r>
          <a:r>
            <a:rPr lang="en-US" sz="3200" kern="1200" dirty="0">
              <a:latin typeface="Bahnschrift SemiCondensed" panose="020B0502040204020203" pitchFamily="34" charset="0"/>
            </a:rPr>
            <a:t> </a:t>
          </a:r>
          <a:r>
            <a:rPr lang="en-US" sz="3200" kern="1200" dirty="0" err="1">
              <a:latin typeface="Bahnschrift SemiCondensed" panose="020B0502040204020203" pitchFamily="34" charset="0"/>
            </a:rPr>
            <a:t>dari</a:t>
          </a:r>
          <a:r>
            <a:rPr lang="en-US" sz="3200" kern="1200" dirty="0">
              <a:latin typeface="Bahnschrift SemiCondensed" panose="020B0502040204020203" pitchFamily="34" charset="0"/>
            </a:rPr>
            <a:t> proses </a:t>
          </a:r>
          <a:r>
            <a:rPr lang="en-US" sz="3200" kern="1200" dirty="0" err="1">
              <a:latin typeface="Bahnschrift SemiCondensed" panose="020B0502040204020203" pitchFamily="34" charset="0"/>
            </a:rPr>
            <a:t>pembuktian</a:t>
          </a:r>
          <a:r>
            <a:rPr lang="en-US" sz="3200" kern="1200" dirty="0">
              <a:latin typeface="Bahnschrift SemiCondensed" panose="020B0502040204020203" pitchFamily="34" charset="0"/>
            </a:rPr>
            <a:t> </a:t>
          </a:r>
          <a:r>
            <a:rPr lang="en-US" sz="3200" kern="1200" dirty="0" err="1">
              <a:latin typeface="Bahnschrift SemiCondensed" panose="020B0502040204020203" pitchFamily="34" charset="0"/>
            </a:rPr>
            <a:t>dan</a:t>
          </a:r>
          <a:r>
            <a:rPr lang="en-US" sz="3200" kern="1200" dirty="0">
              <a:latin typeface="Bahnschrift SemiCondensed" panose="020B0502040204020203" pitchFamily="34" charset="0"/>
            </a:rPr>
            <a:t> </a:t>
          </a:r>
          <a:r>
            <a:rPr lang="en-US" sz="3200" kern="1200" dirty="0" err="1">
              <a:latin typeface="Bahnschrift SemiCondensed" panose="020B0502040204020203" pitchFamily="34" charset="0"/>
            </a:rPr>
            <a:t>tidak</a:t>
          </a:r>
          <a:r>
            <a:rPr lang="en-US" sz="3200" kern="1200" dirty="0">
              <a:latin typeface="Bahnschrift SemiCondensed" panose="020B0502040204020203" pitchFamily="34" charset="0"/>
            </a:rPr>
            <a:t> </a:t>
          </a:r>
          <a:r>
            <a:rPr lang="en-US" sz="3200" kern="1200" dirty="0" err="1">
              <a:latin typeface="Bahnschrift SemiCondensed" panose="020B0502040204020203" pitchFamily="34" charset="0"/>
            </a:rPr>
            <a:t>mendasarkan</a:t>
          </a:r>
          <a:r>
            <a:rPr lang="en-US" sz="3200" kern="1200" dirty="0">
              <a:latin typeface="Bahnschrift SemiCondensed" panose="020B0502040204020203" pitchFamily="34" charset="0"/>
            </a:rPr>
            <a:t> </a:t>
          </a:r>
          <a:r>
            <a:rPr lang="en-US" sz="3200" kern="1200" dirty="0" err="1">
              <a:latin typeface="Bahnschrift SemiCondensed" panose="020B0502040204020203" pitchFamily="34" charset="0"/>
            </a:rPr>
            <a:t>pada</a:t>
          </a:r>
          <a:r>
            <a:rPr lang="en-US" sz="3200" kern="1200" dirty="0">
              <a:latin typeface="Bahnschrift SemiCondensed" panose="020B0502040204020203" pitchFamily="34" charset="0"/>
            </a:rPr>
            <a:t> </a:t>
          </a:r>
          <a:r>
            <a:rPr lang="en-US" sz="3200" kern="1200" dirty="0" err="1">
              <a:latin typeface="Bahnschrift SemiCondensed" panose="020B0502040204020203" pitchFamily="34" charset="0"/>
            </a:rPr>
            <a:t>hukum</a:t>
          </a:r>
          <a:r>
            <a:rPr lang="en-US" sz="3200" kern="1200" dirty="0">
              <a:latin typeface="Bahnschrift SemiCondensed" panose="020B0502040204020203" pitchFamily="34" charset="0"/>
            </a:rPr>
            <a:t> </a:t>
          </a:r>
          <a:r>
            <a:rPr lang="en-US" sz="3200" kern="1200" dirty="0" err="1">
              <a:latin typeface="Bahnschrift SemiCondensed" panose="020B0502040204020203" pitchFamily="34" charset="0"/>
            </a:rPr>
            <a:t>pembuktian</a:t>
          </a:r>
          <a:endParaRPr lang="en-US" sz="3200" kern="1200" dirty="0">
            <a:latin typeface="Bahnschrift SemiCondensed" panose="020B0502040204020203" pitchFamily="34" charset="0"/>
          </a:endParaRPr>
        </a:p>
      </dsp:txBody>
      <dsp:txXfrm>
        <a:off x="120482" y="448459"/>
        <a:ext cx="3811572" cy="4241751"/>
      </dsp:txXfrm>
    </dsp:sp>
    <dsp:sp modelId="{48955C86-89D4-4616-9ED8-19A9DE3A4EE5}">
      <dsp:nvSpPr>
        <dsp:cNvPr id="0" name=""/>
        <dsp:cNvSpPr/>
      </dsp:nvSpPr>
      <dsp:spPr>
        <a:xfrm>
          <a:off x="4455513" y="2067291"/>
          <a:ext cx="858333" cy="100408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rgbClr val="0070C0"/>
            </a:gs>
            <a:gs pos="9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4455513" y="2268108"/>
        <a:ext cx="600833" cy="602453"/>
      </dsp:txXfrm>
    </dsp:sp>
    <dsp:sp modelId="{29ECB778-7112-4683-ABC9-C4F9596CDD48}">
      <dsp:nvSpPr>
        <dsp:cNvPr id="0" name=""/>
        <dsp:cNvSpPr/>
      </dsp:nvSpPr>
      <dsp:spPr>
        <a:xfrm>
          <a:off x="5670135" y="329875"/>
          <a:ext cx="4048740" cy="44789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 err="1">
              <a:latin typeface="Bahnschrift SemiCondensed" panose="020B0502040204020203" pitchFamily="34" charset="0"/>
            </a:rPr>
            <a:t>Pertimbangan</a:t>
          </a:r>
          <a:r>
            <a:rPr lang="en-US" sz="3700" kern="1200" dirty="0">
              <a:latin typeface="Bahnschrift SemiCondensed" panose="020B0502040204020203" pitchFamily="34" charset="0"/>
            </a:rPr>
            <a:t> </a:t>
          </a:r>
          <a:r>
            <a:rPr lang="en-US" sz="3700" kern="1200" dirty="0" err="1">
              <a:latin typeface="Bahnschrift SemiCondensed" panose="020B0502040204020203" pitchFamily="34" charset="0"/>
            </a:rPr>
            <a:t>nusyuz</a:t>
          </a:r>
          <a:r>
            <a:rPr lang="en-US" sz="3700" kern="1200" dirty="0">
              <a:latin typeface="Bahnschrift SemiCondensed" panose="020B0502040204020203" pitchFamily="34" charset="0"/>
            </a:rPr>
            <a:t> </a:t>
          </a:r>
          <a:r>
            <a:rPr lang="en-US" sz="3700" kern="1200" dirty="0" err="1">
              <a:latin typeface="Bahnschrift SemiCondensed" panose="020B0502040204020203" pitchFamily="34" charset="0"/>
            </a:rPr>
            <a:t>istri</a:t>
          </a:r>
          <a:r>
            <a:rPr lang="en-US" sz="3700" kern="1200" dirty="0">
              <a:latin typeface="Bahnschrift SemiCondensed" panose="020B0502040204020203" pitchFamily="34" charset="0"/>
            </a:rPr>
            <a:t> </a:t>
          </a:r>
          <a:r>
            <a:rPr lang="en-US" sz="3700" kern="1200" dirty="0" err="1">
              <a:latin typeface="Bahnschrift SemiCondensed" panose="020B0502040204020203" pitchFamily="34" charset="0"/>
            </a:rPr>
            <a:t>harus</a:t>
          </a:r>
          <a:r>
            <a:rPr lang="en-US" sz="3700" kern="1200" dirty="0">
              <a:latin typeface="Bahnschrift SemiCondensed" panose="020B0502040204020203" pitchFamily="34" charset="0"/>
            </a:rPr>
            <a:t> </a:t>
          </a:r>
          <a:r>
            <a:rPr lang="en-US" sz="3700" kern="1200" dirty="0" err="1">
              <a:latin typeface="Bahnschrift SemiCondensed" panose="020B0502040204020203" pitchFamily="34" charset="0"/>
            </a:rPr>
            <a:t>lebih</a:t>
          </a:r>
          <a:r>
            <a:rPr lang="en-US" sz="3700" kern="1200" dirty="0">
              <a:latin typeface="Bahnschrift SemiCondensed" panose="020B0502040204020203" pitchFamily="34" charset="0"/>
            </a:rPr>
            <a:t> </a:t>
          </a:r>
          <a:r>
            <a:rPr lang="en-US" sz="3700" kern="1200" dirty="0" err="1">
              <a:latin typeface="Bahnschrift SemiCondensed" panose="020B0502040204020203" pitchFamily="34" charset="0"/>
            </a:rPr>
            <a:t>saksama</a:t>
          </a:r>
          <a:r>
            <a:rPr lang="en-US" sz="3700" kern="1200" dirty="0">
              <a:latin typeface="Bahnschrift SemiCondensed" panose="020B0502040204020203" pitchFamily="34" charset="0"/>
            </a:rPr>
            <a:t>, </a:t>
          </a:r>
          <a:r>
            <a:rPr lang="en-US" sz="3700" kern="1200" dirty="0" err="1">
              <a:latin typeface="Bahnschrift SemiCondensed" panose="020B0502040204020203" pitchFamily="34" charset="0"/>
            </a:rPr>
            <a:t>hati-hati</a:t>
          </a:r>
          <a:r>
            <a:rPr lang="en-US" sz="3700" kern="1200" dirty="0">
              <a:latin typeface="Bahnschrift SemiCondensed" panose="020B0502040204020203" pitchFamily="34" charset="0"/>
            </a:rPr>
            <a:t> </a:t>
          </a:r>
          <a:r>
            <a:rPr lang="en-US" sz="3700" kern="1200" dirty="0" err="1">
              <a:latin typeface="Bahnschrift SemiCondensed" panose="020B0502040204020203" pitchFamily="34" charset="0"/>
            </a:rPr>
            <a:t>dan</a:t>
          </a:r>
          <a:r>
            <a:rPr lang="en-US" sz="3700" kern="1200" dirty="0">
              <a:latin typeface="Bahnschrift SemiCondensed" panose="020B0502040204020203" pitchFamily="34" charset="0"/>
            </a:rPr>
            <a:t> </a:t>
          </a:r>
          <a:r>
            <a:rPr lang="en-US" sz="3700" kern="1200" dirty="0" err="1">
              <a:latin typeface="Bahnschrift SemiCondensed" panose="020B0502040204020203" pitchFamily="34" charset="0"/>
            </a:rPr>
            <a:t>mendasarkan</a:t>
          </a:r>
          <a:r>
            <a:rPr lang="en-US" sz="3700" kern="1200" dirty="0">
              <a:latin typeface="Bahnschrift SemiCondensed" panose="020B0502040204020203" pitchFamily="34" charset="0"/>
            </a:rPr>
            <a:t> </a:t>
          </a:r>
          <a:r>
            <a:rPr lang="en-US" sz="3700" kern="1200" dirty="0" err="1">
              <a:latin typeface="Bahnschrift SemiCondensed" panose="020B0502040204020203" pitchFamily="34" charset="0"/>
            </a:rPr>
            <a:t>pada</a:t>
          </a:r>
          <a:r>
            <a:rPr lang="en-US" sz="3700" kern="1200" dirty="0">
              <a:latin typeface="Bahnschrift SemiCondensed" panose="020B0502040204020203" pitchFamily="34" charset="0"/>
            </a:rPr>
            <a:t> </a:t>
          </a:r>
          <a:r>
            <a:rPr lang="en-US" sz="3700" kern="1200" dirty="0" err="1">
              <a:latin typeface="Bahnschrift SemiCondensed" panose="020B0502040204020203" pitchFamily="34" charset="0"/>
            </a:rPr>
            <a:t>hukum</a:t>
          </a:r>
          <a:r>
            <a:rPr lang="en-US" sz="3700" kern="1200" dirty="0">
              <a:latin typeface="Bahnschrift SemiCondensed" panose="020B0502040204020203" pitchFamily="34" charset="0"/>
            </a:rPr>
            <a:t> </a:t>
          </a:r>
          <a:r>
            <a:rPr lang="en-US" sz="3700" kern="1200" dirty="0" err="1">
              <a:latin typeface="Bahnschrift SemiCondensed" panose="020B0502040204020203" pitchFamily="34" charset="0"/>
            </a:rPr>
            <a:t>pembuktian</a:t>
          </a:r>
          <a:r>
            <a:rPr lang="en-US" sz="3700" kern="1200" dirty="0">
              <a:latin typeface="Bahnschrift SemiCondensed" panose="020B0502040204020203" pitchFamily="34" charset="0"/>
            </a:rPr>
            <a:t> yang </a:t>
          </a:r>
          <a:r>
            <a:rPr lang="en-US" sz="3700" kern="1200" dirty="0" err="1">
              <a:latin typeface="Bahnschrift SemiCondensed" panose="020B0502040204020203" pitchFamily="34" charset="0"/>
            </a:rPr>
            <a:t>benar</a:t>
          </a:r>
          <a:r>
            <a:rPr lang="en-US" sz="3700" kern="1200" dirty="0">
              <a:latin typeface="Bahnschrift SemiCondensed" panose="020B0502040204020203" pitchFamily="34" charset="0"/>
            </a:rPr>
            <a:t>.</a:t>
          </a:r>
        </a:p>
      </dsp:txBody>
      <dsp:txXfrm>
        <a:off x="5788719" y="448459"/>
        <a:ext cx="3811572" cy="424175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ECB778-7112-4683-ABC9-C4F9596CDD48}">
      <dsp:nvSpPr>
        <dsp:cNvPr id="0" name=""/>
        <dsp:cNvSpPr/>
      </dsp:nvSpPr>
      <dsp:spPr>
        <a:xfrm>
          <a:off x="12304" y="0"/>
          <a:ext cx="6290850" cy="752949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>
              <a:latin typeface="Bahnschrift SemiCondensed" panose="020B0502040204020203" pitchFamily="34" charset="0"/>
            </a:rPr>
            <a:t>Pertimbangan</a:t>
          </a:r>
          <a:r>
            <a:rPr lang="en-US" sz="3300" kern="1200" dirty="0">
              <a:latin typeface="Bahnschrift SemiCondensed" panose="020B0502040204020203" pitchFamily="34" charset="0"/>
            </a:rPr>
            <a:t> </a:t>
          </a:r>
          <a:r>
            <a:rPr lang="en-US" sz="3300" kern="1200" dirty="0" err="1">
              <a:latin typeface="Bahnschrift SemiCondensed" panose="020B0502040204020203" pitchFamily="34" charset="0"/>
            </a:rPr>
            <a:t>tentang</a:t>
          </a:r>
          <a:r>
            <a:rPr lang="en-US" sz="3300" kern="1200" dirty="0">
              <a:latin typeface="Bahnschrift SemiCondensed" panose="020B0502040204020203" pitchFamily="34" charset="0"/>
            </a:rPr>
            <a:t> </a:t>
          </a:r>
          <a:r>
            <a:rPr lang="en-US" sz="3300" i="1" kern="1200" dirty="0" err="1">
              <a:latin typeface="Bahnschrift SemiCondensed" panose="020B0502040204020203" pitchFamily="34" charset="0"/>
            </a:rPr>
            <a:t>Nusyuz</a:t>
          </a:r>
          <a:endParaRPr lang="en-US" sz="3300" i="1" kern="1200" dirty="0">
            <a:latin typeface="Bahnschrift SemiCondensed" panose="020B0502040204020203" pitchFamily="34" charset="0"/>
          </a:endParaRPr>
        </a:p>
      </dsp:txBody>
      <dsp:txXfrm>
        <a:off x="34357" y="22053"/>
        <a:ext cx="6246744" cy="708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1B78FC-4177-4F52-9F87-3C9596499311}" type="datetimeFigureOut">
              <a:rPr lang="en-US" smtClean="0"/>
              <a:t>12/30/2021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914D4-4C07-4DF5-B2DC-97FC1967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25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1814F3-7BF6-CC41-BA5F-F3649E84E65E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sap" panose="020F0504030102060203" pitchFamily="34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sap" panose="020F05040301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8249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00523" y="6237313"/>
            <a:ext cx="781877" cy="484163"/>
          </a:xfrm>
          <a:solidFill>
            <a:schemeClr val="accent3">
              <a:lumMod val="50000"/>
            </a:schemeClr>
          </a:solidFill>
        </p:spPr>
        <p:txBody>
          <a:bodyPr/>
          <a:lstStyle>
            <a:lvl1pPr>
              <a:defRPr sz="2400">
                <a:latin typeface="Cambria" panose="02040503050406030204" pitchFamily="18" charset="0"/>
              </a:defRPr>
            </a:lvl1pPr>
          </a:lstStyle>
          <a:p>
            <a:fld id="{4C19CBB4-93C3-4A9E-B8CA-0444402DD21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62240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D279-AE56-4E5B-8E73-50EDFEEFB509}" type="datetime1">
              <a:rPr lang="en-US" smtClean="0"/>
              <a:t>12/30/2021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Rapat Pleno Mahkamah Agung RI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96533" y="6126164"/>
            <a:ext cx="685867" cy="595312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>
              <a:defRPr sz="2000" b="1"/>
            </a:lvl1pPr>
          </a:lstStyle>
          <a:p>
            <a:fld id="{4C19CBB4-93C3-4A9E-B8CA-0444402DD2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722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9D3F8-BF84-451F-849E-DF857E6DE142}" type="datetime1">
              <a:rPr lang="en-US" smtClean="0"/>
              <a:t>12/30/2021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Rapat Pleno Mahkamah Agung RI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CBB4-93C3-4A9E-B8CA-0444402DD2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17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BE55-7B13-473F-9420-EAA54EEE4898}" type="datetime1">
              <a:rPr lang="en-US" smtClean="0"/>
              <a:t>12/30/2021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Rapat Pleno Mahkamah Agung RI 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CBB4-93C3-4A9E-B8CA-0444402DD2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45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5AEC-4AC1-4F01-BECE-3B6E2E821C31}" type="datetime1">
              <a:rPr lang="en-US" smtClean="0"/>
              <a:t>12/30/2021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Rapat Pleno Mahkamah Agung RI 2021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CBB4-93C3-4A9E-B8CA-0444402DD2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573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215A-16D2-4DF4-82C7-4EC11EE4F638}" type="datetime1">
              <a:rPr lang="en-US" smtClean="0"/>
              <a:t>12/30/2021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Rapat Pleno Mahkamah Agung RI 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CBB4-93C3-4A9E-B8CA-0444402DD2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51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3FB7-CB7B-42B3-B50E-DDE83E279E81}" type="datetime1">
              <a:rPr lang="en-US" smtClean="0"/>
              <a:t>12/30/2021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Rapat Pleno Mahkamah Agung RI 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CBB4-93C3-4A9E-B8CA-0444402DD2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7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8921-275B-4DC3-B1BA-FD1E3F8154A1}" type="datetime1">
              <a:rPr lang="en-US" smtClean="0"/>
              <a:t>12/30/2021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Rapat Pleno Mahkamah Agung RI 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CBB4-93C3-4A9E-B8CA-0444402DD2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43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D282A-7453-4C84-9C0C-FF7FB7056FF7}" type="datetime1">
              <a:rPr lang="en-US" smtClean="0"/>
              <a:t>12/30/2021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Rapat Pleno Mahkamah Agung RI 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CBB4-93C3-4A9E-B8CA-0444402DD2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50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6EC6F-6A5F-47B6-B38D-C7849CF217D7}" type="datetime1">
              <a:rPr lang="en-US" smtClean="0"/>
              <a:t>12/30/2021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Rapat Pleno Mahkamah Agung RI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CBB4-93C3-4A9E-B8CA-0444402DD2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447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376CC-33C5-47B5-8691-A2B398E06E37}" type="datetime1">
              <a:rPr lang="en-US" smtClean="0"/>
              <a:t>12/30/2021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Rapat Pleno Mahkamah Agung RI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CBB4-93C3-4A9E-B8CA-0444402DD2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11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ELCOME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6400801" y="787400"/>
            <a:ext cx="4267200" cy="609600"/>
          </a:xfrm>
          <a:prstGeom prst="rect">
            <a:avLst/>
          </a:prstGeom>
        </p:spPr>
        <p:txBody>
          <a:bodyPr tIns="182880" anchor="b">
            <a:noAutofit/>
          </a:bodyPr>
          <a:lstStyle>
            <a:lvl1pPr>
              <a:defRPr sz="293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WELCOME MESSAGE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400801" y="1397000"/>
            <a:ext cx="4267200" cy="1625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1828800" y="5226269"/>
            <a:ext cx="2540000" cy="43793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2400" b="0" baseline="0">
                <a:solidFill>
                  <a:srgbClr val="60BC97"/>
                </a:solidFill>
                <a:latin typeface="Coolvetica Rg" pitchFamily="34" charset="0"/>
                <a:ea typeface="123marker" pitchFamily="2" charset="0"/>
                <a:cs typeface="WeblySleek UI Semibold" pitchFamily="34" charset="0"/>
              </a:defRPr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6"/>
          </p:nvPr>
        </p:nvSpPr>
        <p:spPr>
          <a:xfrm>
            <a:off x="0" y="0"/>
            <a:ext cx="12192000" cy="458317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4775201" y="5226269"/>
            <a:ext cx="2540000" cy="43793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2400" b="0" baseline="0">
                <a:solidFill>
                  <a:srgbClr val="60BC97"/>
                </a:solidFill>
                <a:latin typeface="Coolvetica Rg" pitchFamily="34" charset="0"/>
                <a:ea typeface="123marker" pitchFamily="2" charset="0"/>
                <a:cs typeface="WeblySleek UI Semibold" pitchFamily="34" charset="0"/>
              </a:defRPr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7823200" y="5226269"/>
            <a:ext cx="2540000" cy="43793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2400" b="0" baseline="0">
                <a:solidFill>
                  <a:srgbClr val="60BC97"/>
                </a:solidFill>
                <a:latin typeface="Coolvetica Rg" pitchFamily="34" charset="0"/>
                <a:ea typeface="123marker" pitchFamily="2" charset="0"/>
                <a:cs typeface="WeblySleek UI Semibold" pitchFamily="34" charset="0"/>
              </a:defRPr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3113926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PTIFY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64837E-B313-9946-A647-E20CD4F11622}"/>
              </a:ext>
            </a:extLst>
          </p:cNvPr>
          <p:cNvSpPr/>
          <p:nvPr userDrawn="1"/>
        </p:nvSpPr>
        <p:spPr>
          <a:xfrm>
            <a:off x="294640" y="284480"/>
            <a:ext cx="11612880" cy="6573520"/>
          </a:xfrm>
          <a:prstGeom prst="rect">
            <a:avLst/>
          </a:prstGeom>
          <a:solidFill>
            <a:schemeClr val="bg1">
              <a:lumMod val="10000"/>
              <a:alpha val="74000"/>
            </a:schemeClr>
          </a:solidFill>
          <a:ln>
            <a:solidFill>
              <a:schemeClr val="bg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F28EDB-8C88-4AFA-8432-9D3F93E69C81}"/>
              </a:ext>
            </a:extLst>
          </p:cNvPr>
          <p:cNvSpPr/>
          <p:nvPr userDrawn="1"/>
        </p:nvSpPr>
        <p:spPr>
          <a:xfrm>
            <a:off x="0" y="0"/>
            <a:ext cx="12192000" cy="28448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41B4CC50-54C5-4814-8FFA-4C896502CF4D}"/>
              </a:ext>
            </a:extLst>
          </p:cNvPr>
          <p:cNvSpPr/>
          <p:nvPr userDrawn="1"/>
        </p:nvSpPr>
        <p:spPr>
          <a:xfrm rot="5400000" flipH="1">
            <a:off x="35560" y="5938520"/>
            <a:ext cx="883920" cy="955040"/>
          </a:xfrm>
          <a:prstGeom prst="rtTriangle">
            <a:avLst/>
          </a:prstGeom>
          <a:solidFill>
            <a:srgbClr val="2E0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559AF3-4598-47C3-8632-16D28277E084}"/>
              </a:ext>
            </a:extLst>
          </p:cNvPr>
          <p:cNvSpPr/>
          <p:nvPr userDrawn="1"/>
        </p:nvSpPr>
        <p:spPr>
          <a:xfrm>
            <a:off x="0" y="6644640"/>
            <a:ext cx="12192000" cy="284480"/>
          </a:xfrm>
          <a:prstGeom prst="rect">
            <a:avLst/>
          </a:prstGeom>
          <a:solidFill>
            <a:srgbClr val="2E08B8"/>
          </a:solidFill>
          <a:ln>
            <a:solidFill>
              <a:srgbClr val="2E0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0EFB537C-B97D-4C2D-89AB-D88FFFFCA20E}"/>
              </a:ext>
            </a:extLst>
          </p:cNvPr>
          <p:cNvSpPr/>
          <p:nvPr userDrawn="1"/>
        </p:nvSpPr>
        <p:spPr>
          <a:xfrm flipH="1">
            <a:off x="11308080" y="5974080"/>
            <a:ext cx="883920" cy="955040"/>
          </a:xfrm>
          <a:prstGeom prst="rtTriangle">
            <a:avLst/>
          </a:prstGeom>
          <a:solidFill>
            <a:srgbClr val="2E0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83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Thank You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590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01CC3-3C57-460B-AB05-7C614293666E}" type="datetime1">
              <a:rPr lang="en-US" smtClean="0"/>
              <a:t>12/30/2021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Rapat Pleno Mahkamah Agung RI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9CBB4-93C3-4A9E-B8CA-0444402DD2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30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8AE51-F0FB-4D63-8334-D09E1A61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19CBB4-93C3-4A9E-B8CA-0444402DD213}" type="slidenum"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 descr="A group of soldiers in a meeting&#10;&#10;Description automatically generated with medium confidence">
            <a:extLst>
              <a:ext uri="{FF2B5EF4-FFF2-40B4-BE49-F238E27FC236}">
                <a16:creationId xmlns:a16="http://schemas.microsoft.com/office/drawing/2014/main" id="{D08E1D04-A03E-441D-8875-010059F4D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2430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B136A5-6BDE-4AAA-AF86-CF4A7275DB8F}"/>
              </a:ext>
            </a:extLst>
          </p:cNvPr>
          <p:cNvSpPr txBox="1"/>
          <p:nvPr/>
        </p:nvSpPr>
        <p:spPr>
          <a:xfrm>
            <a:off x="1146143" y="467816"/>
            <a:ext cx="10041810" cy="266925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SOSIALISASI SURAT EDARAN MA-RI (SEMA) NOMOR 5 TAHUN 2021</a:t>
            </a:r>
          </a:p>
          <a:p>
            <a:pPr algn="ctr">
              <a:lnSpc>
                <a:spcPct val="115000"/>
              </a:lnSpc>
            </a:pPr>
            <a:r>
              <a:rPr lang="en-US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DAN PEMBINAAN PADA PTA DKI JAKARTA</a:t>
            </a:r>
          </a:p>
          <a:p>
            <a:pPr algn="ctr">
              <a:lnSpc>
                <a:spcPct val="115000"/>
              </a:lnSpc>
            </a:pPr>
            <a:r>
              <a:rPr lang="en-US" sz="2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Kamis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30 </a:t>
            </a:r>
            <a:r>
              <a:rPr lang="en-US" sz="2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Desember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2021</a:t>
            </a:r>
          </a:p>
        </p:txBody>
      </p:sp>
      <p:sp>
        <p:nvSpPr>
          <p:cNvPr id="10" name="Rectangle: Rounded Corners 4">
            <a:extLst>
              <a:ext uri="{FF2B5EF4-FFF2-40B4-BE49-F238E27FC236}">
                <a16:creationId xmlns:a16="http://schemas.microsoft.com/office/drawing/2014/main" id="{9CF9C0E9-CC7B-40E2-B6F2-88402660FCAA}"/>
              </a:ext>
            </a:extLst>
          </p:cNvPr>
          <p:cNvSpPr txBox="1"/>
          <p:nvPr/>
        </p:nvSpPr>
        <p:spPr>
          <a:xfrm>
            <a:off x="2837330" y="4841916"/>
            <a:ext cx="6726546" cy="103803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  <a:scene3d>
            <a:camera prst="orthographicFront"/>
            <a:lightRig rig="flat" dir="t"/>
          </a:scene3d>
          <a:sp3d/>
        </p:spPr>
        <p:txBody>
          <a:bodyPr spcFirstLastPara="0" vert="horz" wrap="square" lIns="125730" tIns="125730" rIns="125730" bIns="125730" numCol="1" spcCol="1270" anchor="ctr" anchorCtr="0">
            <a:noAutofit/>
          </a:bodyPr>
          <a:lstStyle/>
          <a:p>
            <a:pPr marL="0" marR="0" lvl="0" indent="0" algn="ctr" defTabSz="14668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 SemiCondensed" panose="020B0502040204020203" pitchFamily="34" charset="0"/>
                <a:ea typeface="+mn-ea"/>
                <a:cs typeface="+mn-cs"/>
              </a:rPr>
              <a:t>Oleh: Dr. Drs. H. Amran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 SemiCondensed" panose="020B0502040204020203" pitchFamily="34" charset="0"/>
                <a:ea typeface="+mn-ea"/>
                <a:cs typeface="+mn-cs"/>
              </a:rPr>
              <a:t>Suadi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 SemiCondensed" panose="020B0502040204020203" pitchFamily="34" charset="0"/>
                <a:ea typeface="+mn-ea"/>
                <a:cs typeface="+mn-cs"/>
              </a:rPr>
              <a:t>, S.H,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 SemiCondensed" panose="020B0502040204020203" pitchFamily="34" charset="0"/>
                <a:ea typeface="+mn-ea"/>
                <a:cs typeface="+mn-cs"/>
              </a:rPr>
              <a:t>M.Hum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 SemiCondensed" panose="020B0502040204020203" pitchFamily="34" charset="0"/>
                <a:ea typeface="+mn-ea"/>
                <a:cs typeface="+mn-cs"/>
              </a:rPr>
              <a:t>, M.M.</a:t>
            </a:r>
          </a:p>
          <a:p>
            <a:pPr marL="0" marR="0" lvl="0" indent="0" algn="ctr" defTabSz="14668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Bahnschrift SemiCondensed" panose="020B0502040204020203" pitchFamily="34" charset="0"/>
              </a:rPr>
              <a:t>Ketua</a:t>
            </a:r>
            <a:r>
              <a:rPr lang="en-US" sz="24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 Kamar Agama MA-RI)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ahnschrift SemiCondensed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45617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90F62-A979-4E8E-B5FA-BC02AF62C04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TUGAS DAN PERAN HAKIM TINGKAT BANDING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7D35CA-7B3B-437F-91F9-BD38C6637D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7464245"/>
              </p:ext>
            </p:extLst>
          </p:nvPr>
        </p:nvGraphicFramePr>
        <p:xfrm>
          <a:off x="609600" y="1484784"/>
          <a:ext cx="10972800" cy="4824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640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50266" y="596"/>
            <a:ext cx="12190942" cy="6857405"/>
          </a:xfrm>
          <a:prstGeom prst="rect">
            <a:avLst/>
          </a:prstGeom>
          <a:solidFill>
            <a:srgbClr val="60BC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556">
              <a:defRPr/>
            </a:pPr>
            <a:endParaRPr kumimoji="1" lang="en-US" sz="4266" dirty="0">
              <a:solidFill>
                <a:srgbClr val="3A3440"/>
              </a:solidFill>
              <a:latin typeface="Crimson Tex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16442" y="245708"/>
            <a:ext cx="812729" cy="812729"/>
          </a:xfrm>
          <a:prstGeom prst="ellipse">
            <a:avLst/>
          </a:prstGeom>
          <a:solidFill>
            <a:srgbClr val="60BC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556">
              <a:defRPr/>
            </a:pPr>
            <a:endParaRPr kumimoji="1" lang="en-US" sz="4266">
              <a:solidFill>
                <a:srgbClr val="3A3440"/>
              </a:solidFill>
              <a:latin typeface="Crimson Tex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0077" y="348950"/>
            <a:ext cx="956746" cy="582301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556">
              <a:defRPr/>
            </a:pPr>
            <a:r>
              <a:rPr kumimoji="1" lang="id-ID" sz="3200" dirty="0">
                <a:solidFill>
                  <a:srgbClr val="FFFFFF"/>
                </a:solidFill>
                <a:latin typeface="Crimson Text"/>
              </a:rPr>
              <a:t>A</a:t>
            </a:r>
          </a:p>
          <a:p>
            <a:pPr algn="ctr" defTabSz="1088556">
              <a:defRPr/>
            </a:pPr>
            <a:r>
              <a:rPr kumimoji="1" lang="id-ID" sz="3200" dirty="0">
                <a:solidFill>
                  <a:srgbClr val="FFFFFF"/>
                </a:solidFill>
                <a:latin typeface="Crimson Text"/>
              </a:rPr>
              <a:t>S</a:t>
            </a:r>
          </a:p>
          <a:p>
            <a:pPr algn="ctr" defTabSz="1088556">
              <a:defRPr/>
            </a:pPr>
            <a:r>
              <a:rPr kumimoji="1" lang="id-ID" sz="3200" dirty="0">
                <a:solidFill>
                  <a:srgbClr val="FFFFFF"/>
                </a:solidFill>
                <a:latin typeface="Crimson Text"/>
              </a:rPr>
              <a:t>P</a:t>
            </a:r>
          </a:p>
          <a:p>
            <a:pPr algn="ctr" defTabSz="1088556">
              <a:defRPr/>
            </a:pPr>
            <a:r>
              <a:rPr kumimoji="1" lang="id-ID" sz="3200" dirty="0">
                <a:solidFill>
                  <a:srgbClr val="FFFFFF"/>
                </a:solidFill>
                <a:latin typeface="Crimson Text"/>
              </a:rPr>
              <a:t>E</a:t>
            </a:r>
          </a:p>
          <a:p>
            <a:pPr algn="ctr" defTabSz="1088556">
              <a:defRPr/>
            </a:pPr>
            <a:r>
              <a:rPr kumimoji="1" lang="id-ID" sz="3200" dirty="0">
                <a:solidFill>
                  <a:srgbClr val="FFFFFF"/>
                </a:solidFill>
                <a:latin typeface="Crimson Text"/>
              </a:rPr>
              <a:t>K</a:t>
            </a:r>
          </a:p>
          <a:p>
            <a:pPr algn="ctr" defTabSz="1088556">
              <a:defRPr/>
            </a:pPr>
            <a:endParaRPr kumimoji="1" lang="id-ID" sz="3200" dirty="0">
              <a:solidFill>
                <a:srgbClr val="FFFFFF"/>
              </a:solidFill>
              <a:latin typeface="Crimson Text"/>
            </a:endParaRPr>
          </a:p>
          <a:p>
            <a:pPr algn="ctr" defTabSz="1088556">
              <a:defRPr/>
            </a:pPr>
            <a:r>
              <a:rPr kumimoji="1" lang="id-ID" sz="3200" dirty="0">
                <a:solidFill>
                  <a:srgbClr val="FFFFFF"/>
                </a:solidFill>
                <a:latin typeface="Crimson Text"/>
              </a:rPr>
              <a:t>B</a:t>
            </a:r>
          </a:p>
          <a:p>
            <a:pPr algn="ctr" defTabSz="1088556">
              <a:defRPr/>
            </a:pPr>
            <a:r>
              <a:rPr kumimoji="1" lang="id-ID" sz="3200" dirty="0">
                <a:solidFill>
                  <a:srgbClr val="FFFFFF"/>
                </a:solidFill>
                <a:latin typeface="Crimson Text"/>
              </a:rPr>
              <a:t>I</a:t>
            </a:r>
          </a:p>
          <a:p>
            <a:pPr algn="ctr" defTabSz="1088556">
              <a:defRPr/>
            </a:pPr>
            <a:r>
              <a:rPr kumimoji="1" lang="id-ID" sz="3200" dirty="0">
                <a:solidFill>
                  <a:srgbClr val="FFFFFF"/>
                </a:solidFill>
                <a:latin typeface="Crimson Text"/>
              </a:rPr>
              <a:t>N</a:t>
            </a:r>
          </a:p>
          <a:p>
            <a:pPr algn="ctr" defTabSz="1088556">
              <a:defRPr/>
            </a:pPr>
            <a:r>
              <a:rPr kumimoji="1" lang="id-ID" sz="3200" dirty="0">
                <a:solidFill>
                  <a:srgbClr val="FFFFFF"/>
                </a:solidFill>
                <a:latin typeface="Crimson Text"/>
              </a:rPr>
              <a:t>W</a:t>
            </a:r>
          </a:p>
          <a:p>
            <a:pPr algn="ctr" defTabSz="1088556">
              <a:defRPr/>
            </a:pPr>
            <a:r>
              <a:rPr kumimoji="1" lang="id-ID" sz="3200" dirty="0">
                <a:solidFill>
                  <a:srgbClr val="FFFFFF"/>
                </a:solidFill>
                <a:latin typeface="Crimson Text"/>
              </a:rPr>
              <a:t>A</a:t>
            </a:r>
          </a:p>
          <a:p>
            <a:pPr algn="ctr" defTabSz="1088556">
              <a:defRPr/>
            </a:pPr>
            <a:r>
              <a:rPr kumimoji="1" lang="id-ID" sz="3200" dirty="0">
                <a:solidFill>
                  <a:srgbClr val="FFFFFF"/>
                </a:solidFill>
                <a:latin typeface="Crimson Text"/>
              </a:rPr>
              <a:t>S</a:t>
            </a:r>
            <a:endParaRPr kumimoji="1" lang="en-US" sz="3200" dirty="0">
              <a:solidFill>
                <a:srgbClr val="FFFFFF"/>
              </a:solidFill>
              <a:latin typeface="Crimson Text"/>
            </a:endParaRPr>
          </a:p>
        </p:txBody>
      </p:sp>
      <p:sp>
        <p:nvSpPr>
          <p:cNvPr id="22" name="Striped Right Arrow 21"/>
          <p:cNvSpPr/>
          <p:nvPr/>
        </p:nvSpPr>
        <p:spPr>
          <a:xfrm>
            <a:off x="1829171" y="652071"/>
            <a:ext cx="2180215" cy="1456244"/>
          </a:xfrm>
          <a:prstGeom prst="strip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556">
              <a:defRPr/>
            </a:pPr>
            <a:r>
              <a:rPr kumimoji="1" lang="id-ID" sz="2400" dirty="0">
                <a:solidFill>
                  <a:srgbClr val="7030A0"/>
                </a:solidFill>
                <a:latin typeface="Crimson Text"/>
              </a:rPr>
              <a:t>TEKNIS YUDISIAL</a:t>
            </a:r>
            <a:endParaRPr kumimoji="1" lang="en-US" sz="2400" dirty="0">
              <a:solidFill>
                <a:srgbClr val="7030A0"/>
              </a:solidFill>
              <a:latin typeface="Crimson Text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368950" y="337119"/>
            <a:ext cx="5384333" cy="1974379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457177" indent="-457177" defTabSz="1088556">
              <a:buFont typeface="+mj-lt"/>
              <a:buAutoNum type="arabicPeriod"/>
              <a:defRPr/>
            </a:pPr>
            <a:r>
              <a:rPr kumimoji="1" lang="id-ID" sz="2667" dirty="0">
                <a:solidFill>
                  <a:srgbClr val="3A3440"/>
                </a:solidFill>
                <a:latin typeface="Berlin Sans FB" panose="020E0602020502020306" pitchFamily="34" charset="0"/>
              </a:rPr>
              <a:t>PENERAPAN HUKUM ACARA DENGAN BENAR </a:t>
            </a:r>
          </a:p>
          <a:p>
            <a:pPr marL="457177" indent="-457177" defTabSz="1088556">
              <a:buFont typeface="+mj-lt"/>
              <a:buAutoNum type="arabicPeriod"/>
              <a:defRPr/>
            </a:pPr>
            <a:r>
              <a:rPr kumimoji="1" lang="id-ID" sz="2667" dirty="0">
                <a:solidFill>
                  <a:srgbClr val="3A3440"/>
                </a:solidFill>
                <a:latin typeface="Berlin Sans FB" panose="020E0602020502020306" pitchFamily="34" charset="0"/>
              </a:rPr>
              <a:t>PENEMUAN HUKUM</a:t>
            </a:r>
            <a:endParaRPr kumimoji="1" lang="en-US" sz="2667" dirty="0">
              <a:solidFill>
                <a:srgbClr val="3A3440"/>
              </a:solidFill>
              <a:latin typeface="Berlin Sans FB" panose="020E0602020502020306" pitchFamily="34" charset="0"/>
            </a:endParaRPr>
          </a:p>
        </p:txBody>
      </p:sp>
      <p:sp>
        <p:nvSpPr>
          <p:cNvPr id="29" name="Striped Right Arrow 28"/>
          <p:cNvSpPr/>
          <p:nvPr/>
        </p:nvSpPr>
        <p:spPr>
          <a:xfrm>
            <a:off x="1829171" y="2616271"/>
            <a:ext cx="2180215" cy="1320685"/>
          </a:xfrm>
          <a:prstGeom prst="striped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556">
              <a:defRPr/>
            </a:pPr>
            <a:r>
              <a:rPr kumimoji="1" lang="id-ID" sz="1867" dirty="0">
                <a:solidFill>
                  <a:srgbClr val="FF0000"/>
                </a:solidFill>
                <a:latin typeface="Crimson Text"/>
              </a:rPr>
              <a:t>MANAJEMEN PERADILAN</a:t>
            </a:r>
            <a:endParaRPr kumimoji="1" lang="en-US" sz="1867" dirty="0">
              <a:solidFill>
                <a:srgbClr val="FF0000"/>
              </a:solidFill>
              <a:latin typeface="Crimson Text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68950" y="2413089"/>
            <a:ext cx="5384333" cy="193958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457177" indent="-457177" defTabSz="1088556">
              <a:buFont typeface="+mj-lt"/>
              <a:buAutoNum type="arabicPeriod"/>
              <a:defRPr/>
            </a:pPr>
            <a:r>
              <a:rPr kumimoji="1" lang="id-ID" sz="2400" dirty="0">
                <a:solidFill>
                  <a:srgbClr val="002060"/>
                </a:solidFill>
                <a:latin typeface="Berlin Sans FB" panose="020E0602020502020306" pitchFamily="34" charset="0"/>
              </a:rPr>
              <a:t>WAKTU PENYELESAIAN PERKARA</a:t>
            </a:r>
          </a:p>
          <a:p>
            <a:pPr marL="457177" indent="-457177" defTabSz="1088556">
              <a:buFont typeface="+mj-lt"/>
              <a:buAutoNum type="arabicPeriod"/>
              <a:defRPr/>
            </a:pPr>
            <a:r>
              <a:rPr kumimoji="1" lang="id-ID" sz="2400" dirty="0">
                <a:solidFill>
                  <a:srgbClr val="002060"/>
                </a:solidFill>
                <a:latin typeface="Berlin Sans FB" panose="020E0602020502020306" pitchFamily="34" charset="0"/>
              </a:rPr>
              <a:t>PELAKSANAAN EKSEKUSI</a:t>
            </a:r>
          </a:p>
          <a:p>
            <a:pPr marL="457177" indent="-457177" defTabSz="1088556">
              <a:buFont typeface="+mj-lt"/>
              <a:buAutoNum type="arabicPeriod"/>
              <a:defRPr/>
            </a:pPr>
            <a:r>
              <a:rPr kumimoji="1" lang="id-ID" sz="2400" dirty="0">
                <a:solidFill>
                  <a:srgbClr val="002060"/>
                </a:solidFill>
                <a:latin typeface="Berlin Sans FB" panose="020E0602020502020306" pitchFamily="34" charset="0"/>
              </a:rPr>
              <a:t>APLIKASI PELAYANAN SESUAI STANDAR</a:t>
            </a:r>
            <a:endParaRPr kumimoji="1" lang="en-US" sz="2400" dirty="0">
              <a:solidFill>
                <a:srgbClr val="002060"/>
              </a:solidFill>
              <a:latin typeface="Berlin Sans FB" panose="020E0602020502020306" pitchFamily="34" charset="0"/>
            </a:endParaRPr>
          </a:p>
        </p:txBody>
      </p:sp>
      <p:sp>
        <p:nvSpPr>
          <p:cNvPr id="31" name="Striped Right Arrow 30"/>
          <p:cNvSpPr/>
          <p:nvPr/>
        </p:nvSpPr>
        <p:spPr>
          <a:xfrm>
            <a:off x="1829171" y="4647269"/>
            <a:ext cx="2031823" cy="1321511"/>
          </a:xfrm>
          <a:prstGeom prst="striped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088556">
              <a:defRPr/>
            </a:pPr>
            <a:r>
              <a:rPr kumimoji="1" lang="id-ID" sz="1600" dirty="0">
                <a:solidFill>
                  <a:schemeClr val="tx1"/>
                </a:solidFill>
                <a:latin typeface="Crimson Text"/>
              </a:rPr>
              <a:t>SISTEM PENGAWASAN</a:t>
            </a:r>
            <a:endParaRPr kumimoji="1" lang="en-US" sz="1600" dirty="0">
              <a:solidFill>
                <a:schemeClr val="tx1"/>
              </a:solidFill>
              <a:latin typeface="Crimson Text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368950" y="4444912"/>
            <a:ext cx="5384333" cy="193023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457177" indent="-457177" defTabSz="1088556">
              <a:buFont typeface="+mj-lt"/>
              <a:buAutoNum type="arabicPeriod"/>
              <a:defRPr/>
            </a:pPr>
            <a:r>
              <a:rPr kumimoji="1" lang="id-ID" sz="2667" dirty="0">
                <a:solidFill>
                  <a:srgbClr val="524A5A">
                    <a:lumMod val="75000"/>
                  </a:srgbClr>
                </a:solidFill>
                <a:latin typeface="Berlin Sans FB" panose="020E0602020502020306" pitchFamily="34" charset="0"/>
              </a:rPr>
              <a:t>MELEKAT</a:t>
            </a:r>
          </a:p>
          <a:p>
            <a:pPr marL="457177" indent="-457177" defTabSz="1088556">
              <a:buFont typeface="+mj-lt"/>
              <a:buAutoNum type="arabicPeriod"/>
              <a:defRPr/>
            </a:pPr>
            <a:r>
              <a:rPr kumimoji="1" lang="id-ID" sz="2667" dirty="0">
                <a:solidFill>
                  <a:srgbClr val="524A5A">
                    <a:lumMod val="75000"/>
                  </a:srgbClr>
                </a:solidFill>
                <a:latin typeface="Berlin Sans FB" panose="020E0602020502020306" pitchFamily="34" charset="0"/>
              </a:rPr>
              <a:t>FUNGSIONAL</a:t>
            </a:r>
          </a:p>
          <a:p>
            <a:pPr marL="457177" indent="-457177" defTabSz="1088556">
              <a:buFont typeface="+mj-lt"/>
              <a:buAutoNum type="arabicPeriod"/>
              <a:defRPr/>
            </a:pPr>
            <a:r>
              <a:rPr kumimoji="1" lang="id-ID" sz="2667" dirty="0">
                <a:solidFill>
                  <a:srgbClr val="524A5A">
                    <a:lumMod val="75000"/>
                  </a:srgbClr>
                </a:solidFill>
                <a:latin typeface="Berlin Sans FB" panose="020E0602020502020306" pitchFamily="34" charset="0"/>
              </a:rPr>
              <a:t>EKSTERNAL</a:t>
            </a:r>
          </a:p>
          <a:p>
            <a:pPr marL="457177" indent="-457177" defTabSz="1088556">
              <a:buFont typeface="+mj-lt"/>
              <a:buAutoNum type="arabicPeriod"/>
              <a:defRPr/>
            </a:pPr>
            <a:r>
              <a:rPr kumimoji="1" lang="id-ID" sz="2667" dirty="0">
                <a:solidFill>
                  <a:srgbClr val="524A5A">
                    <a:lumMod val="75000"/>
                  </a:srgbClr>
                </a:solidFill>
                <a:latin typeface="Berlin Sans FB" panose="020E0602020502020306" pitchFamily="34" charset="0"/>
              </a:rPr>
              <a:t>DIRI SENDIRI</a:t>
            </a:r>
            <a:endParaRPr kumimoji="1" lang="en-US" sz="2667" dirty="0">
              <a:solidFill>
                <a:srgbClr val="524A5A">
                  <a:lumMod val="75000"/>
                </a:srgbClr>
              </a:solidFill>
              <a:latin typeface="Berlin Sans FB" panose="020E0602020502020306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64EB9A-535B-44FA-A92E-6329E19EE4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4" t="3625" r="13251" b="5279"/>
          <a:stretch/>
        </p:blipFill>
        <p:spPr>
          <a:xfrm>
            <a:off x="10101178" y="437415"/>
            <a:ext cx="1764009" cy="2820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C27D71-8350-46A4-B196-072CFB37602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07" t="8905" r="15106" b="6000"/>
          <a:stretch/>
        </p:blipFill>
        <p:spPr>
          <a:xfrm>
            <a:off x="10014918" y="3669026"/>
            <a:ext cx="1901729" cy="277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5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2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323CE-73B5-4230-9972-C7D3DF1AA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050" y="166328"/>
            <a:ext cx="5314536" cy="1076845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b="1"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Hukum Perkawinan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0322D-8BFA-41A1-9577-32FD38CCB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722" y="1425314"/>
            <a:ext cx="6298058" cy="4412956"/>
          </a:xfrm>
        </p:spPr>
        <p:txBody>
          <a:bodyPr anchor="t">
            <a:normAutofit lnSpcReduction="10000"/>
          </a:bodyPr>
          <a:lstStyle/>
          <a:p>
            <a:pPr marL="342900" lvl="0" indent="-342900">
              <a:lnSpc>
                <a:spcPct val="90000"/>
              </a:lnSpc>
              <a:buFont typeface="+mj-lt"/>
              <a:buAutoNum type="alphaLcPeriod"/>
            </a:pPr>
            <a:r>
              <a:rPr lang="id-ID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Untuk memenuhi asas kepentingan terbaik bagi anak (</a:t>
            </a:r>
            <a:r>
              <a:rPr lang="en-US" sz="20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</a:t>
            </a:r>
            <a:r>
              <a:rPr lang="id-ID" sz="20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he </a:t>
            </a:r>
            <a:r>
              <a:rPr lang="en-US" sz="20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</a:t>
            </a:r>
            <a:r>
              <a:rPr lang="id-ID" sz="20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est</a:t>
            </a:r>
            <a:r>
              <a:rPr lang="id-ID" sz="20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0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</a:t>
            </a:r>
            <a:r>
              <a:rPr lang="id-ID" sz="20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nterest</a:t>
            </a:r>
            <a:r>
              <a:rPr lang="id-ID" sz="20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0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</a:t>
            </a:r>
            <a:r>
              <a:rPr lang="id-ID" sz="20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 </a:t>
            </a:r>
            <a:r>
              <a:rPr lang="en-US" sz="2000" i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</a:t>
            </a:r>
            <a:r>
              <a:rPr lang="id-ID" sz="20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hild</a:t>
            </a:r>
            <a:r>
              <a:rPr lang="id-ID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) dan pelaksanaan Per</a:t>
            </a: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aturan Mahkamah Agung </a:t>
            </a:r>
            <a:r>
              <a:rPr lang="id-ID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Nomor 3 Tahun 2017 </a:t>
            </a: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tentang Pedoman Mengadili Perkara Perempuan Berhadapan dengan Hukum,</a:t>
            </a:r>
            <a:r>
              <a:rPr lang="id-ID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terhadap pembebanan nafkah </a:t>
            </a: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anak</a:t>
            </a:r>
            <a:r>
              <a:rPr lang="id-ID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</a:t>
            </a:r>
            <a:r>
              <a:rPr lang="id-ID" sz="20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steri</a:t>
            </a:r>
            <a:r>
              <a:rPr lang="id-ID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dapat mengajukan permohonan penetapan harta milik suami sebagai jaminan </a:t>
            </a: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pemenuhan </a:t>
            </a:r>
            <a:r>
              <a:rPr lang="id-ID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nafkah anak dan objek </a:t>
            </a: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jaminan </a:t>
            </a:r>
            <a:r>
              <a:rPr lang="id-ID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tersebut diuraikan secara rinci dalam </a:t>
            </a:r>
            <a:r>
              <a:rPr lang="id-ID" sz="20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posita</a:t>
            </a:r>
            <a:r>
              <a:rPr lang="id-ID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dan petitum gugatan, baik </a:t>
            </a: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dalam k</a:t>
            </a:r>
            <a:r>
              <a:rPr lang="id-ID" sz="20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onvensi</a:t>
            </a: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r</a:t>
            </a:r>
            <a:r>
              <a:rPr lang="id-ID" sz="20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ekonvensi</a:t>
            </a:r>
            <a:r>
              <a:rPr lang="id-ID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ataupun </a:t>
            </a: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</a:t>
            </a:r>
            <a:r>
              <a:rPr lang="id-ID" sz="20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ugatan</a:t>
            </a:r>
            <a:r>
              <a:rPr lang="id-ID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tersendiri</a:t>
            </a: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;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lphaLcPeriod"/>
            </a:pP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Permohonan dispensasi kawin</a:t>
            </a:r>
            <a:r>
              <a:rPr lang="id-ID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yang</a:t>
            </a: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kedua calon</a:t>
            </a:r>
            <a:r>
              <a:rPr lang="id-ID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nya masih di bawah usia kawin, dapat diajukan bersama-sama dalam satu permohonan oleh </a:t>
            </a: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pihak yang mengajukan dan diajukan kepada pengadilan dalam wilayah hukum yang meliputi </a:t>
            </a:r>
            <a:r>
              <a:rPr lang="id-ID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domisili salah satu </a:t>
            </a: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anak yang dimohonkan dispensasi kawin</a:t>
            </a:r>
            <a:r>
              <a:rPr lang="id-ID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;</a:t>
            </a:r>
            <a:endParaRPr lang="id-ID" sz="20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id-ID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82780" y="-2008"/>
            <a:ext cx="5609220" cy="5840278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 descr="Hukum Perkawinan di Indonesia | Berita Hukum di Indonesia Saat Ini -  Ideaswithlory">
            <a:extLst>
              <a:ext uri="{FF2B5EF4-FFF2-40B4-BE49-F238E27FC236}">
                <a16:creationId xmlns:a16="http://schemas.microsoft.com/office/drawing/2014/main" id="{94BBD979-CCF8-4AE8-A9C1-0562529068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01" r="24960" b="-1"/>
          <a:stretch/>
        </p:blipFill>
        <p:spPr bwMode="auto">
          <a:xfrm>
            <a:off x="6750141" y="-2"/>
            <a:ext cx="5441859" cy="5654940"/>
          </a:xfrm>
          <a:custGeom>
            <a:avLst/>
            <a:gdLst/>
            <a:ahLst/>
            <a:cxnLst/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BB3C8-4872-4597-9712-F4DAF0F9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0232" y="6108192"/>
            <a:ext cx="548640" cy="548640"/>
          </a:xfrm>
          <a:prstGeom prst="ellipse">
            <a:avLst/>
          </a:prstGeom>
          <a:solidFill>
            <a:srgbClr val="7B694D"/>
          </a:solidFill>
        </p:spPr>
        <p:txBody>
          <a:bodyPr anchor="ctr">
            <a:normAutofit/>
          </a:bodyPr>
          <a:lstStyle/>
          <a:p>
            <a:pPr algn="ctr">
              <a:spcAft>
                <a:spcPts val="600"/>
              </a:spcAft>
            </a:pPr>
            <a:fld id="{4C19CBB4-93C3-4A9E-B8CA-0444402DD213}" type="slidenum">
              <a:rPr lang="en-US" sz="1500">
                <a:solidFill>
                  <a:srgbClr val="FFFFFF"/>
                </a:solidFill>
              </a:rPr>
              <a:pPr algn="ctr">
                <a:spcAft>
                  <a:spcPts val="600"/>
                </a:spcAft>
              </a:pPr>
              <a:t>4</a:t>
            </a:fld>
            <a:endParaRPr lang="en-US" sz="15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884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9E39-3825-4467-A709-C0043BFD4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4367" y="300841"/>
            <a:ext cx="5259707" cy="132556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b="1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Hukum Kewarisan</a:t>
            </a:r>
            <a:endParaRPr lang="id-ID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357DD0D3-F869-46D0-944C-6EC60E19E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36816" cy="5254922"/>
          </a:xfrm>
          <a:custGeom>
            <a:avLst/>
            <a:gdLst>
              <a:gd name="connsiteX0" fmla="*/ 0 w 6136816"/>
              <a:gd name="connsiteY0" fmla="*/ 0 h 5254922"/>
              <a:gd name="connsiteX1" fmla="*/ 6136816 w 6136816"/>
              <a:gd name="connsiteY1" fmla="*/ 0 h 5254922"/>
              <a:gd name="connsiteX2" fmla="*/ 6134892 w 6136816"/>
              <a:gd name="connsiteY2" fmla="*/ 111520 h 5254922"/>
              <a:gd name="connsiteX3" fmla="*/ 6066513 w 6136816"/>
              <a:gd name="connsiteY3" fmla="*/ 752995 h 5254922"/>
              <a:gd name="connsiteX4" fmla="*/ 140712 w 6136816"/>
              <a:gd name="connsiteY4" fmla="*/ 5219363 h 5254922"/>
              <a:gd name="connsiteX5" fmla="*/ 0 w 6136816"/>
              <a:gd name="connsiteY5" fmla="*/ 5199534 h 525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36816" h="5254922">
                <a:moveTo>
                  <a:pt x="0" y="0"/>
                </a:moveTo>
                <a:lnTo>
                  <a:pt x="6136816" y="0"/>
                </a:lnTo>
                <a:lnTo>
                  <a:pt x="6134892" y="111520"/>
                </a:lnTo>
                <a:cubicBezTo>
                  <a:pt x="6124961" y="323936"/>
                  <a:pt x="6102367" y="538040"/>
                  <a:pt x="6066513" y="752995"/>
                </a:cubicBezTo>
                <a:cubicBezTo>
                  <a:pt x="5592281" y="3596146"/>
                  <a:pt x="2972232" y="5545369"/>
                  <a:pt x="140712" y="5219363"/>
                </a:cubicBezTo>
                <a:lnTo>
                  <a:pt x="0" y="5199534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050" name="Picture 2" descr="Memahami Sistem Kewarisan dalam Islam | Republika Online">
            <a:extLst>
              <a:ext uri="{FF2B5EF4-FFF2-40B4-BE49-F238E27FC236}">
                <a16:creationId xmlns:a16="http://schemas.microsoft.com/office/drawing/2014/main" id="{C83470B1-9F54-49FA-90AF-ECDC969332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8"/>
          <a:stretch/>
        </p:blipFill>
        <p:spPr bwMode="auto">
          <a:xfrm>
            <a:off x="1" y="2"/>
            <a:ext cx="5863721" cy="4984915"/>
          </a:xfrm>
          <a:custGeom>
            <a:avLst/>
            <a:gdLst/>
            <a:ahLst/>
            <a:cxnLst/>
            <a:rect l="l" t="t" r="r" b="b"/>
            <a:pathLst>
              <a:path w="5863721" h="4984915">
                <a:moveTo>
                  <a:pt x="0" y="0"/>
                </a:moveTo>
                <a:lnTo>
                  <a:pt x="5863721" y="0"/>
                </a:lnTo>
                <a:lnTo>
                  <a:pt x="5844576" y="326138"/>
                </a:lnTo>
                <a:cubicBezTo>
                  <a:pt x="5833049" y="448313"/>
                  <a:pt x="5817094" y="570952"/>
                  <a:pt x="5796589" y="693884"/>
                </a:cubicBezTo>
                <a:cubicBezTo>
                  <a:pt x="5344573" y="3403845"/>
                  <a:pt x="2847261" y="5261756"/>
                  <a:pt x="148386" y="4951022"/>
                </a:cubicBezTo>
                <a:lnTo>
                  <a:pt x="0" y="493011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84B48-8458-4BD2-9118-83943C0DB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7514" y="2218248"/>
            <a:ext cx="6914508" cy="317656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buFont typeface="+mj-lt"/>
              <a:buAutoNum type="alphaLcPeriod"/>
            </a:pP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Melengkapi Rumusan Kamar Agama A</a:t>
            </a:r>
            <a:r>
              <a:rPr lang="id-ID" sz="18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ngka</a:t>
            </a:r>
            <a:r>
              <a:rPr lang="id-ID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1 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H</a:t>
            </a:r>
            <a:r>
              <a:rPr lang="id-ID" sz="18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uruf</a:t>
            </a:r>
            <a:r>
              <a:rPr lang="id-ID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d S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urat </a:t>
            </a:r>
            <a:r>
              <a:rPr lang="id-ID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</a:t>
            </a:r>
            <a:r>
              <a:rPr lang="en-US" sz="18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daran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</a:t>
            </a:r>
            <a:r>
              <a:rPr lang="en-US" sz="18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ahkamah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gung Nomor 2 Tahun 2019, bahwa permohonan </a:t>
            </a:r>
            <a:r>
              <a:rPr lang="id-ID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enetapan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Ahli Waris (</a:t>
            </a:r>
            <a:r>
              <a:rPr lang="en-US" sz="18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voluntair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) tidak dapat digabungkan dengan permohonan </a:t>
            </a:r>
            <a:r>
              <a:rPr lang="en-US" sz="18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itsbat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nikah Pewaris</a:t>
            </a:r>
            <a:r>
              <a:rPr lang="id-ID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p</a:t>
            </a:r>
            <a:r>
              <a:rPr lang="en-US" sz="18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erlu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dikecualikan dalam hal pernikahan Pewaris yang dilakukan sebelum berlakunya </a:t>
            </a:r>
            <a:r>
              <a:rPr lang="id-ID" sz="18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Undang-Undang</a:t>
            </a:r>
            <a:r>
              <a:rPr lang="id-ID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Nomor 1 tahun 1974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;</a:t>
            </a:r>
            <a:endParaRPr lang="id-ID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lphaLcPeriod"/>
            </a:pP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Permohonan Penetapan Ahli Waris </a:t>
            </a:r>
            <a:r>
              <a:rPr lang="id-ID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harus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diajukan oleh </a:t>
            </a:r>
            <a:r>
              <a:rPr lang="id-ID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seluruh ahli waris atau oleh sebagian ahli waris yang diberi kuasa oleh ahli waris lainnya. Apabila diketahui ada ahli waris yang 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tidak</a:t>
            </a:r>
            <a:r>
              <a:rPr lang="id-ID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memberikan kuasa,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maka perkara </a:t>
            </a:r>
            <a:r>
              <a:rPr lang="id-ID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harus 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diajukan dalam bentuk </a:t>
            </a:r>
            <a:r>
              <a:rPr lang="en-US" sz="18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conten</a:t>
            </a:r>
            <a:r>
              <a:rPr lang="id-ID" sz="18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tious</a:t>
            </a:r>
            <a:r>
              <a:rPr lang="id-ID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</a:p>
          <a:p>
            <a:pPr marL="0" indent="0">
              <a:lnSpc>
                <a:spcPct val="90000"/>
              </a:lnSpc>
              <a:buNone/>
            </a:pPr>
            <a:endParaRPr lang="id-ID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0AB76-A083-4C05-9735-8215C8A8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0232" y="6108192"/>
            <a:ext cx="548640" cy="548640"/>
          </a:xfrm>
          <a:prstGeom prst="ellipse">
            <a:avLst/>
          </a:prstGeom>
          <a:solidFill>
            <a:srgbClr val="7A623C"/>
          </a:solidFill>
        </p:spPr>
        <p:txBody>
          <a:bodyPr anchor="ctr">
            <a:normAutofit/>
          </a:bodyPr>
          <a:lstStyle/>
          <a:p>
            <a:pPr algn="ctr">
              <a:spcAft>
                <a:spcPts val="600"/>
              </a:spcAft>
            </a:pPr>
            <a:fld id="{4C19CBB4-93C3-4A9E-B8CA-0444402DD213}" type="slidenum">
              <a:rPr lang="en-US" sz="1500">
                <a:solidFill>
                  <a:srgbClr val="FFFFFF"/>
                </a:solidFill>
              </a:rPr>
              <a:pPr algn="ctr">
                <a:spcAft>
                  <a:spcPts val="600"/>
                </a:spcAft>
              </a:pPr>
              <a:t>5</a:t>
            </a:fld>
            <a:endParaRPr lang="en-US" sz="15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27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3E3BA-8C73-498D-8243-DD631FF83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4309" y="274638"/>
            <a:ext cx="8126859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Hukum Ekonomi Syariah</a:t>
            </a:r>
            <a:endParaRPr lang="id-ID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21D62-4BDD-4EDD-8733-CF12CBD8A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8162" y="1600201"/>
            <a:ext cx="7333909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Apabila ada perlawanan terhadap eksekusi Hak Tanggungan </a:t>
            </a:r>
            <a:r>
              <a:rPr lang="id-ID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berdasarkan Akad Syariah</a:t>
            </a:r>
            <a:r>
              <a:rPr lang="en-US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maka ketua pengadilan dapat menunda pelaksanaan eksekusi sampai </a:t>
            </a:r>
            <a:r>
              <a:rPr lang="id-ID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perlawanan tersebut diputus oleh Pengadilan Agama</a:t>
            </a:r>
            <a:r>
              <a:rPr lang="en-US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  <a:endParaRPr lang="id-ID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id-ID" sz="4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DBEF4-E8FB-4B21-92D3-A71EB0E7C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CBB4-93C3-4A9E-B8CA-0444402DD21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26" name="Picture 2" descr="Menggenjot peran ekonomi syariah dalam menghadapi resesi - ANTARA News">
            <a:extLst>
              <a:ext uri="{FF2B5EF4-FFF2-40B4-BE49-F238E27FC236}">
                <a16:creationId xmlns:a16="http://schemas.microsoft.com/office/drawing/2014/main" id="{D248E939-EA6B-4B4C-93A9-0B577810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4637"/>
            <a:ext cx="3397321" cy="226076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2463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A6A96-AC53-488A-9B86-B9CBCC37A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Hukum Jinayat</a:t>
            </a:r>
            <a:endParaRPr lang="id-ID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5574C-A895-4F71-A8F7-0287E55B8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d-ID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Dakwaan </a:t>
            </a:r>
            <a:r>
              <a:rPr lang="en-US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khalwat</a:t>
            </a:r>
            <a:r>
              <a:rPr lang="id-ID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atau </a:t>
            </a:r>
            <a:r>
              <a:rPr lang="en-US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ikhtilat</a:t>
            </a:r>
            <a:r>
              <a:rPr lang="en-US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oleh J</a:t>
            </a:r>
            <a:r>
              <a:rPr lang="id-ID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aksa Penuntut Umum (J</a:t>
            </a:r>
            <a:r>
              <a:rPr lang="en-US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PU</a:t>
            </a:r>
            <a:r>
              <a:rPr lang="id-ID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) </a:t>
            </a:r>
            <a:r>
              <a:rPr lang="en-US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dapat </a:t>
            </a:r>
            <a:r>
              <a:rPr lang="id-ID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dijatuhkan </a:t>
            </a:r>
            <a:r>
              <a:rPr lang="id-ID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uqubat</a:t>
            </a:r>
            <a:r>
              <a:rPr lang="id-ID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zina apabila </a:t>
            </a:r>
            <a:r>
              <a:rPr lang="en-US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dalam BAP Kepolisian dan keterangan </a:t>
            </a:r>
            <a:r>
              <a:rPr lang="id-ID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Terdakwa </a:t>
            </a:r>
            <a:r>
              <a:rPr lang="en-US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yang disampaikan dalam persidangan Terdakwa mengakui</a:t>
            </a:r>
            <a:r>
              <a:rPr lang="id-ID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dan bersumpah </a:t>
            </a:r>
            <a:r>
              <a:rPr lang="en-US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telah </a:t>
            </a:r>
            <a:r>
              <a:rPr lang="id-ID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melakukan jarimah </a:t>
            </a:r>
            <a:r>
              <a:rPr lang="en-US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zina</a:t>
            </a:r>
            <a:r>
              <a:rPr lang="id-ID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sesuai </a:t>
            </a:r>
            <a:r>
              <a:rPr lang="en-US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ketentuan Pasal 37 </a:t>
            </a:r>
            <a:r>
              <a:rPr lang="id-ID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dan Pasal 38 </a:t>
            </a:r>
            <a:r>
              <a:rPr lang="en-US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Qanun</a:t>
            </a:r>
            <a:r>
              <a:rPr lang="en-US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Nomor 6 Tahun 2014</a:t>
            </a:r>
            <a:r>
              <a:rPr lang="id-ID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Tentang Hukum </a:t>
            </a:r>
            <a:r>
              <a:rPr lang="id-ID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Jinayat</a:t>
            </a:r>
            <a:r>
              <a:rPr lang="id-ID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</a:p>
          <a:p>
            <a:endParaRPr lang="id-ID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AB60A-EA08-4F34-99BD-C1D29DD1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41564" y="6356350"/>
            <a:ext cx="181223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C19CBB4-93C3-4A9E-B8CA-0444402DD213}" type="slidenum">
              <a:rPr lang="en-US" sz="19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750142735"/>
      </p:ext>
    </p:extLst>
  </p:cSld>
  <p:clrMapOvr>
    <a:masterClrMapping/>
  </p:clrMapOvr>
  <p:transition spd="slow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96D04-FE47-442A-89D9-16511BF16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412" y="274638"/>
            <a:ext cx="10972800" cy="11430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5400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Hukum Formil</a:t>
            </a:r>
            <a:endParaRPr lang="id-ID" sz="11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F2ADD-8F5D-4CDC-A068-FA3DFBA99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0543"/>
            <a:ext cx="10972800" cy="4525962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15000"/>
              </a:lnSpc>
              <a:buFont typeface="+mj-lt"/>
              <a:buAutoNum type="alphaLcPeriod"/>
            </a:pP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Jika </a:t>
            </a:r>
            <a:r>
              <a:rPr lang="id-ID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Hakim Tingkat Banding menilai bahwa pemeriksaan Pengadilan  Tingkat Pertama lalai memenuhi syarat-syarat yang diwajibkan oleh peraturan perundang-undangan yang mengancam kelalaian itu dengan batalnya putusan yang bersangkutan, maka Pengadilan Tingkat Banding, membuat </a:t>
            </a:r>
            <a:r>
              <a:rPr lang="id-ID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putuan</a:t>
            </a:r>
            <a:r>
              <a:rPr lang="id-ID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sela yang diktumnya memerintahkan Pengadilan Tingkat Pertama untuk memeriksa ulang pokok perkara dan berita acaranya dikirimkan kepada Pengadilan Tingkat Banding untuk dijadikan dasar memutus perkara;</a:t>
            </a:r>
            <a:endParaRPr lang="id-ID" sz="20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lphaLcPeriod"/>
            </a:pPr>
            <a:r>
              <a:rPr lang="id-ID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Pemeriksaan perkara dalam Tingkat Banding di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buat</a:t>
            </a:r>
            <a:r>
              <a:rPr lang="id-ID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dalam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bentuk</a:t>
            </a:r>
            <a:r>
              <a:rPr lang="id-ID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CATATAN SIDANG </a:t>
            </a:r>
            <a:r>
              <a:rPr lang="id-ID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CT</a:t>
            </a:r>
            <a:r>
              <a:rPr lang="id-ID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jika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berupa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musyawarah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hakim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tinggi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dan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diletakkan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dalam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bundel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B. Adapun yang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diupload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pada SIPP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hanya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peristiwa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sidangnya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saja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bukan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pendapat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hakim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tinggi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terhadap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perkara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yang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sedang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diperiksa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).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Apabila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PTA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memeriksa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langsung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para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pihak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atau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melalui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PA,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maka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dituangkan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dalam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Berita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Acara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Sidang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(BAS)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sebagai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bagian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dari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bundel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A yang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dikirim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ke</a:t>
            </a:r>
            <a:r>
              <a:rPr lang="en-US" sz="200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PA</a:t>
            </a: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  <a:endParaRPr lang="id-ID" sz="20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lphaLcPeriod"/>
            </a:pP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Untuk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menghitung putusan telah Berkekuatan Hukum Tetap (BHT)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dipergunakan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hari kalender</a:t>
            </a:r>
            <a:r>
              <a:rPr lang="id-ID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bukan hari kerja; </a:t>
            </a:r>
            <a:endParaRPr lang="id-ID" sz="20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id-ID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2E4CA-4B2B-492E-8A8D-A67B70215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9CBB4-93C3-4A9E-B8CA-0444402DD21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69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96181093-D069-46E3-8EFA-D4EF1E61AB7F}"/>
              </a:ext>
            </a:extLst>
          </p:cNvPr>
          <p:cNvSpPr txBox="1"/>
          <p:nvPr/>
        </p:nvSpPr>
        <p:spPr>
          <a:xfrm>
            <a:off x="690563" y="314325"/>
            <a:ext cx="10808351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/>
                <a:ea typeface="+mn-ea"/>
                <a:cs typeface="+mn-cs"/>
              </a:rPr>
              <a:t>TENTANG MEDIASI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63E2F68-FAAD-4B9C-AA3E-5D2EEC51B29B}"/>
              </a:ext>
            </a:extLst>
          </p:cNvPr>
          <p:cNvCxnSpPr>
            <a:cxnSpLocks/>
          </p:cNvCxnSpPr>
          <p:nvPr/>
        </p:nvCxnSpPr>
        <p:spPr>
          <a:xfrm>
            <a:off x="10965048" y="3992605"/>
            <a:ext cx="1239754" cy="1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60862BA-9008-433E-B10B-B6FD8FAA5D54}"/>
              </a:ext>
            </a:extLst>
          </p:cNvPr>
          <p:cNvCxnSpPr>
            <a:cxnSpLocks/>
          </p:cNvCxnSpPr>
          <p:nvPr/>
        </p:nvCxnSpPr>
        <p:spPr>
          <a:xfrm>
            <a:off x="0" y="2185129"/>
            <a:ext cx="759475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12B7D6-9400-4B66-8814-DCF81BEB0C5A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2710-286F-4B00-9BF4-C4E48604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3080" y="647827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04C915-17D6-486A-86EC-048CBE10C8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3439C61-B24B-4F94-AC83-75EFFAF0968C}"/>
              </a:ext>
            </a:extLst>
          </p:cNvPr>
          <p:cNvGrpSpPr/>
          <p:nvPr/>
        </p:nvGrpSpPr>
        <p:grpSpPr>
          <a:xfrm>
            <a:off x="773246" y="3092699"/>
            <a:ext cx="10311314" cy="1797939"/>
            <a:chOff x="6133827" y="2982038"/>
            <a:chExt cx="4699272" cy="1797939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6992184-68A9-4985-8AB1-B1A6FD66C121}"/>
                </a:ext>
              </a:extLst>
            </p:cNvPr>
            <p:cNvSpPr/>
            <p:nvPr/>
          </p:nvSpPr>
          <p:spPr>
            <a:xfrm>
              <a:off x="6908799" y="3138056"/>
              <a:ext cx="3924300" cy="14859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44AEB6FC-837F-4506-87D5-329D7032D6B2}"/>
                </a:ext>
              </a:extLst>
            </p:cNvPr>
            <p:cNvSpPr/>
            <p:nvPr/>
          </p:nvSpPr>
          <p:spPr>
            <a:xfrm rot="5400000">
              <a:off x="5674749" y="3441116"/>
              <a:ext cx="1797939" cy="879783"/>
            </a:xfrm>
            <a:prstGeom prst="hexag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69E2545-C800-42F2-8883-1551D5867FD4}"/>
                </a:ext>
              </a:extLst>
            </p:cNvPr>
            <p:cNvSpPr txBox="1"/>
            <p:nvPr/>
          </p:nvSpPr>
          <p:spPr>
            <a:xfrm>
              <a:off x="6254772" y="3511675"/>
              <a:ext cx="654027" cy="738664"/>
            </a:xfrm>
            <a:prstGeom prst="rect">
              <a:avLst/>
            </a:prstGeom>
            <a:grpFill/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KEHADIRAN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PARA PIHAK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D558ABB-20CF-4D34-A76B-DE8D7E617DFE}"/>
              </a:ext>
            </a:extLst>
          </p:cNvPr>
          <p:cNvGrpSpPr/>
          <p:nvPr/>
        </p:nvGrpSpPr>
        <p:grpSpPr>
          <a:xfrm>
            <a:off x="759475" y="1283628"/>
            <a:ext cx="10325087" cy="1797939"/>
            <a:chOff x="1631076" y="1527468"/>
            <a:chExt cx="4546067" cy="179793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5960659-3872-4C3D-925F-8A285B96802C}"/>
                </a:ext>
              </a:extLst>
            </p:cNvPr>
            <p:cNvSpPr/>
            <p:nvPr/>
          </p:nvSpPr>
          <p:spPr>
            <a:xfrm>
              <a:off x="1631076" y="1686019"/>
              <a:ext cx="3924300" cy="1485900"/>
            </a:xfrm>
            <a:prstGeom prst="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14A31980-B7C1-4F5C-98A5-A737A70C0F1E}"/>
                </a:ext>
              </a:extLst>
            </p:cNvPr>
            <p:cNvSpPr/>
            <p:nvPr/>
          </p:nvSpPr>
          <p:spPr>
            <a:xfrm rot="5400000">
              <a:off x="4834752" y="1983017"/>
              <a:ext cx="1797939" cy="886842"/>
            </a:xfrm>
            <a:prstGeom prst="hexagon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FCF660-37B8-45A0-9C79-E1A032B692ED}"/>
                </a:ext>
              </a:extLst>
            </p:cNvPr>
            <p:cNvSpPr txBox="1"/>
            <p:nvPr/>
          </p:nvSpPr>
          <p:spPr>
            <a:xfrm>
              <a:off x="5313051" y="2114070"/>
              <a:ext cx="833745" cy="615553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PERMA NOMOR 1 TAHUN 2016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577094A-3F01-4AA7-A62C-5314274A6423}"/>
              </a:ext>
            </a:extLst>
          </p:cNvPr>
          <p:cNvSpPr txBox="1"/>
          <p:nvPr/>
        </p:nvSpPr>
        <p:spPr>
          <a:xfrm>
            <a:off x="917755" y="1754244"/>
            <a:ext cx="7901125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Kuasa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untuk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menghadiri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pelaksanaan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mediasi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harus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berpedoman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pada PERMA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Nomor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1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tahun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2016.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5DFFE6-BE30-4FF5-8218-87BC2BB276A6}"/>
              </a:ext>
            </a:extLst>
          </p:cNvPr>
          <p:cNvSpPr txBox="1"/>
          <p:nvPr/>
        </p:nvSpPr>
        <p:spPr>
          <a:xfrm>
            <a:off x="2865119" y="3278627"/>
            <a:ext cx="7947527" cy="138499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Pada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saat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mediasi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para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pihak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secara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prinsipal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harus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hadir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langsung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, 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jika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tidak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memungkinkan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untuk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hadir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karena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berada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di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luar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negeri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atau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di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tempat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yang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jauh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atau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sukar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di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jangkau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maka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dapat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dipergunakan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kuasa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yang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dibuat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di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hadapan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Notaris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atau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Panitera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PA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tempat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tinggal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pemberi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kuasa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,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untuk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yang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berada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di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Luar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Negeri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maka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dibuat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dan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diketahui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Atase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/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pihak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Kedubes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setempat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. 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D3B6FB9-697F-4A1A-88E2-F7EB4666D3FF}"/>
              </a:ext>
            </a:extLst>
          </p:cNvPr>
          <p:cNvCxnSpPr>
            <a:cxnSpLocks/>
          </p:cNvCxnSpPr>
          <p:nvPr/>
        </p:nvCxnSpPr>
        <p:spPr>
          <a:xfrm>
            <a:off x="0" y="5863850"/>
            <a:ext cx="759475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37D42-CBAD-4642-89C0-3C6184A044D1}"/>
              </a:ext>
            </a:extLst>
          </p:cNvPr>
          <p:cNvGrpSpPr/>
          <p:nvPr/>
        </p:nvGrpSpPr>
        <p:grpSpPr>
          <a:xfrm>
            <a:off x="759475" y="4962349"/>
            <a:ext cx="10325087" cy="1797939"/>
            <a:chOff x="1631076" y="1527468"/>
            <a:chExt cx="4546067" cy="1797939"/>
          </a:xfrm>
          <a:solidFill>
            <a:srgbClr val="FFC000"/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E2A3058-BA49-4877-83D7-5220D9B8B58D}"/>
                </a:ext>
              </a:extLst>
            </p:cNvPr>
            <p:cNvSpPr/>
            <p:nvPr/>
          </p:nvSpPr>
          <p:spPr>
            <a:xfrm>
              <a:off x="1631076" y="1686019"/>
              <a:ext cx="3924300" cy="1485900"/>
            </a:xfrm>
            <a:prstGeom prst="rect">
              <a:avLst/>
            </a:prstGeom>
            <a:solidFill>
              <a:srgbClr val="00B0F0">
                <a:alpha val="48000"/>
              </a:srgbClr>
            </a:solidFill>
            <a:ln>
              <a:solidFill>
                <a:srgbClr val="2E08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6520EE5D-F540-486B-9222-38138ABEC5A9}"/>
                </a:ext>
              </a:extLst>
            </p:cNvPr>
            <p:cNvSpPr/>
            <p:nvPr/>
          </p:nvSpPr>
          <p:spPr>
            <a:xfrm rot="5400000">
              <a:off x="4834752" y="1983017"/>
              <a:ext cx="1797939" cy="886842"/>
            </a:xfrm>
            <a:prstGeom prst="hexagon">
              <a:avLst/>
            </a:prstGeom>
            <a:solidFill>
              <a:srgbClr val="00B0F0"/>
            </a:solidFill>
            <a:ln>
              <a:solidFill>
                <a:srgbClr val="2E08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4FC794E-F295-461E-9FCC-46444D7C93EC}"/>
                </a:ext>
              </a:extLst>
            </p:cNvPr>
            <p:cNvSpPr txBox="1"/>
            <p:nvPr/>
          </p:nvSpPr>
          <p:spPr>
            <a:xfrm>
              <a:off x="5321996" y="1990959"/>
              <a:ext cx="833745" cy="861774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haroni" panose="02010803020104030203" pitchFamily="2" charset="-79"/>
                  <a:cs typeface="Aharoni" panose="02010803020104030203" pitchFamily="2" charset="-79"/>
                </a:rPr>
                <a:t>PUTUSAN SELA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C5830A40-C8E1-44DA-B500-6D1284E7112B}"/>
              </a:ext>
            </a:extLst>
          </p:cNvPr>
          <p:cNvSpPr txBox="1"/>
          <p:nvPr/>
        </p:nvSpPr>
        <p:spPr>
          <a:xfrm>
            <a:off x="1038628" y="5084311"/>
            <a:ext cx="7901125" cy="153888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J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ika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mediasi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belum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dilaksanakan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maka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jika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tergugat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hadir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maka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dapat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dilaksanakan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mediasi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dengan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menunda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persidangan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yang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sedang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berjalan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(pada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tingkat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banding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jika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diketahui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mediasi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belum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dilaksanakan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maka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Hakim Tinggi pada Tingkat Banding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memutus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dengan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putusan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sela agar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Pengadilan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Agama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melakukan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mediasi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terlebih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/>
                <a:ea typeface="+mn-ea"/>
                <a:cs typeface="+mn-cs"/>
              </a:rPr>
              <a:t>dahulu</a:t>
            </a:r>
            <a:r>
              <a:rPr lang="en-US" sz="2000" b="1" dirty="0">
                <a:latin typeface="Calibri Light"/>
              </a:rPr>
              <a:t>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38DC5C8-F25C-4DE0-A1C7-8E436D8DF71F}"/>
              </a:ext>
            </a:extLst>
          </p:cNvPr>
          <p:cNvGrpSpPr/>
          <p:nvPr/>
        </p:nvGrpSpPr>
        <p:grpSpPr>
          <a:xfrm>
            <a:off x="10058400" y="97712"/>
            <a:ext cx="2133600" cy="2311400"/>
            <a:chOff x="10058400" y="97712"/>
            <a:chExt cx="2133600" cy="23114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4ABBA9B-1329-47B1-9E6B-E01B6F3823E7}"/>
                </a:ext>
              </a:extLst>
            </p:cNvPr>
            <p:cNvSpPr/>
            <p:nvPr/>
          </p:nvSpPr>
          <p:spPr>
            <a:xfrm>
              <a:off x="10058400" y="97712"/>
              <a:ext cx="2133600" cy="177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17A4A8A-A398-4B6D-8796-AFD843F29BE4}"/>
                </a:ext>
              </a:extLst>
            </p:cNvPr>
            <p:cNvSpPr/>
            <p:nvPr/>
          </p:nvSpPr>
          <p:spPr>
            <a:xfrm rot="16200000">
              <a:off x="10883900" y="1253412"/>
              <a:ext cx="2133600" cy="177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644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233">
            <a:extLst>
              <a:ext uri="{FF2B5EF4-FFF2-40B4-BE49-F238E27FC236}">
                <a16:creationId xmlns:a16="http://schemas.microsoft.com/office/drawing/2014/main" id="{A90D9147-49C0-6A4B-9222-A40E04CA3632}"/>
              </a:ext>
            </a:extLst>
          </p:cNvPr>
          <p:cNvSpPr txBox="1"/>
          <p:nvPr/>
        </p:nvSpPr>
        <p:spPr>
          <a:xfrm>
            <a:off x="40640" y="116205"/>
            <a:ext cx="12106275" cy="646986"/>
          </a:xfrm>
          <a:prstGeom prst="roundRect">
            <a:avLst/>
          </a:prstGeom>
          <a:solidFill>
            <a:schemeClr val="bg1">
              <a:lumMod val="10000"/>
            </a:schemeClr>
          </a:solidFill>
        </p:spPr>
        <p:txBody>
          <a:bodyPr wrap="square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haroni" panose="02010803020104030203" pitchFamily="2" charset="-79"/>
                <a:ea typeface="Baskerville" panose="02020502070401020303" pitchFamily="18" charset="0"/>
                <a:cs typeface="Aharoni" panose="02010803020104030203" pitchFamily="2" charset="-79"/>
              </a:rPr>
              <a:t>Tentang</a:t>
            </a:r>
            <a:r>
              <a:rPr kumimoji="0" lang="en-US" sz="3200" b="1" i="0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haroni" panose="02010803020104030203" pitchFamily="2" charset="-79"/>
                <a:ea typeface="Baskerville" panose="02020502070401020303" pitchFamily="18" charset="0"/>
                <a:cs typeface="Aharoni" panose="02010803020104030203" pitchFamily="2" charset="-79"/>
              </a:rPr>
              <a:t> </a:t>
            </a:r>
            <a:r>
              <a:rPr kumimoji="0" lang="en-US" sz="3200" b="1" i="0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haroni" panose="02010803020104030203" pitchFamily="2" charset="-79"/>
                <a:ea typeface="Baskerville" panose="02020502070401020303" pitchFamily="18" charset="0"/>
                <a:cs typeface="Aharoni" panose="02010803020104030203" pitchFamily="2" charset="-79"/>
              </a:rPr>
              <a:t>Itsbat</a:t>
            </a:r>
            <a:r>
              <a:rPr kumimoji="0" lang="en-US" sz="3200" b="1" i="0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haroni" panose="02010803020104030203" pitchFamily="2" charset="-79"/>
                <a:ea typeface="Baskerville" panose="02020502070401020303" pitchFamily="18" charset="0"/>
                <a:cs typeface="Aharoni" panose="02010803020104030203" pitchFamily="2" charset="-79"/>
              </a:rPr>
              <a:t>, </a:t>
            </a:r>
            <a:r>
              <a:rPr kumimoji="0" lang="en-US" sz="3200" b="1" i="0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haroni" panose="02010803020104030203" pitchFamily="2" charset="-79"/>
                <a:ea typeface="Baskerville" panose="02020502070401020303" pitchFamily="18" charset="0"/>
                <a:cs typeface="Aharoni" panose="02010803020104030203" pitchFamily="2" charset="-79"/>
              </a:rPr>
              <a:t>Objek</a:t>
            </a:r>
            <a:r>
              <a:rPr kumimoji="0" lang="en-US" sz="3200" b="1" i="0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haroni" panose="02010803020104030203" pitchFamily="2" charset="-79"/>
                <a:ea typeface="Baskerville" panose="02020502070401020303" pitchFamily="18" charset="0"/>
                <a:cs typeface="Aharoni" panose="02010803020104030203" pitchFamily="2" charset="-79"/>
              </a:rPr>
              <a:t> </a:t>
            </a:r>
            <a:r>
              <a:rPr kumimoji="0" lang="en-US" sz="3200" b="1" i="0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haroni" panose="02010803020104030203" pitchFamily="2" charset="-79"/>
                <a:ea typeface="Baskerville" panose="02020502070401020303" pitchFamily="18" charset="0"/>
                <a:cs typeface="Aharoni" panose="02010803020104030203" pitchFamily="2" charset="-79"/>
              </a:rPr>
              <a:t>Sengketa</a:t>
            </a:r>
            <a:r>
              <a:rPr kumimoji="0" lang="en-US" sz="3200" b="1" i="0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haroni" panose="02010803020104030203" pitchFamily="2" charset="-79"/>
                <a:ea typeface="Baskerville" panose="02020502070401020303" pitchFamily="18" charset="0"/>
                <a:cs typeface="Aharoni" panose="02010803020104030203" pitchFamily="2" charset="-79"/>
              </a:rPr>
              <a:t>, Mut’ah, &amp; </a:t>
            </a:r>
            <a:r>
              <a:rPr kumimoji="0" lang="en-US" sz="3200" b="1" i="0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haroni" panose="02010803020104030203" pitchFamily="2" charset="-79"/>
                <a:ea typeface="Baskerville" panose="02020502070401020303" pitchFamily="18" charset="0"/>
                <a:cs typeface="Aharoni" panose="02010803020104030203" pitchFamily="2" charset="-79"/>
              </a:rPr>
              <a:t>Gugatan</a:t>
            </a:r>
            <a:r>
              <a:rPr kumimoji="0" lang="en-US" sz="3200" b="1" i="0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haroni" panose="02010803020104030203" pitchFamily="2" charset="-79"/>
                <a:ea typeface="Baskerville" panose="02020502070401020303" pitchFamily="18" charset="0"/>
                <a:cs typeface="Aharoni" panose="02010803020104030203" pitchFamily="2" charset="-79"/>
              </a:rPr>
              <a:t> Anak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4AE0A03-73B4-43AF-ACB2-3837B54173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0373445"/>
              </p:ext>
            </p:extLst>
          </p:nvPr>
        </p:nvGraphicFramePr>
        <p:xfrm>
          <a:off x="286099" y="654249"/>
          <a:ext cx="11615356" cy="6338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95955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289" y="651601"/>
            <a:ext cx="10285828" cy="578577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308995719"/>
              </p:ext>
            </p:extLst>
          </p:nvPr>
        </p:nvGraphicFramePr>
        <p:xfrm>
          <a:off x="1589648" y="584917"/>
          <a:ext cx="9720775" cy="3106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857318317"/>
              </p:ext>
            </p:extLst>
          </p:nvPr>
        </p:nvGraphicFramePr>
        <p:xfrm>
          <a:off x="1589648" y="3474591"/>
          <a:ext cx="9720775" cy="3106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6" name="Oval 5"/>
          <p:cNvSpPr/>
          <p:nvPr/>
        </p:nvSpPr>
        <p:spPr>
          <a:xfrm>
            <a:off x="208670" y="4437120"/>
            <a:ext cx="914400" cy="118168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accent4">
                    <a:lumMod val="50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208670" y="1547446"/>
            <a:ext cx="914400" cy="118168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accent4">
                    <a:lumMod val="50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1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AA381C7-776D-46E9-A22F-12707921E91C}"/>
              </a:ext>
            </a:extLst>
          </p:cNvPr>
          <p:cNvGrpSpPr/>
          <p:nvPr/>
        </p:nvGrpSpPr>
        <p:grpSpPr>
          <a:xfrm>
            <a:off x="2370786" y="56069"/>
            <a:ext cx="8296834" cy="769783"/>
            <a:chOff x="12304" y="0"/>
            <a:chExt cx="6290850" cy="752949"/>
          </a:xfrm>
          <a:solidFill>
            <a:schemeClr val="accent6">
              <a:lumMod val="75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3FFB85E-B803-45B4-A204-29BABE03E6D2}"/>
                </a:ext>
              </a:extLst>
            </p:cNvPr>
            <p:cNvSpPr/>
            <p:nvPr/>
          </p:nvSpPr>
          <p:spPr>
            <a:xfrm>
              <a:off x="12304" y="0"/>
              <a:ext cx="6290850" cy="752949"/>
            </a:xfrm>
            <a:prstGeom prst="roundRect">
              <a:avLst>
                <a:gd name="adj" fmla="val 10000"/>
              </a:avLst>
            </a:prstGeom>
            <a:grpFill/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B012509E-DED4-47B1-9D59-E31C01153D96}"/>
                </a:ext>
              </a:extLst>
            </p:cNvPr>
            <p:cNvSpPr txBox="1"/>
            <p:nvPr/>
          </p:nvSpPr>
          <p:spPr>
            <a:xfrm>
              <a:off x="34357" y="22054"/>
              <a:ext cx="6246744" cy="5625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 err="1">
                  <a:latin typeface="Bahnschrift SemiCondensed" panose="020B0502040204020203" pitchFamily="34" charset="0"/>
                </a:rPr>
                <a:t>Penulisan</a:t>
              </a:r>
              <a:r>
                <a:rPr lang="en-US" sz="2400" kern="1200" dirty="0">
                  <a:latin typeface="Bahnschrift SemiCondensed" panose="020B0502040204020203" pitchFamily="34" charset="0"/>
                </a:rPr>
                <a:t> Amar </a:t>
              </a:r>
              <a:r>
                <a:rPr lang="en-US" sz="2400" kern="1200" dirty="0" err="1">
                  <a:latin typeface="Bahnschrift SemiCondensed" panose="020B0502040204020203" pitchFamily="34" charset="0"/>
                </a:rPr>
                <a:t>Putusan</a:t>
              </a:r>
              <a:r>
                <a:rPr lang="en-US" sz="2400" kern="1200" dirty="0">
                  <a:latin typeface="Bahnschrift SemiCondensed" panose="020B0502040204020203" pitchFamily="34" charset="0"/>
                </a:rPr>
                <a:t>, BAS dan </a:t>
              </a:r>
              <a:r>
                <a:rPr lang="en-US" sz="2400" dirty="0" err="1">
                  <a:latin typeface="Bahnschrift SemiCondensed" panose="020B0502040204020203" pitchFamily="34" charset="0"/>
                </a:rPr>
                <a:t>P</a:t>
              </a:r>
              <a:r>
                <a:rPr lang="en-US" sz="2400" kern="1200" dirty="0" err="1">
                  <a:latin typeface="Bahnschrift SemiCondensed" panose="020B0502040204020203" pitchFamily="34" charset="0"/>
                </a:rPr>
                <a:t>enetapan</a:t>
              </a:r>
              <a:r>
                <a:rPr lang="en-US" sz="2400" kern="1200" dirty="0">
                  <a:latin typeface="Bahnschrift SemiCondensed" panose="020B0502040204020203" pitchFamily="34" charset="0"/>
                </a:rPr>
                <a:t> </a:t>
              </a:r>
              <a:r>
                <a:rPr lang="en-US" sz="2400" dirty="0" err="1">
                  <a:latin typeface="Bahnschrift SemiCondensed" panose="020B0502040204020203" pitchFamily="34" charset="0"/>
                </a:rPr>
                <a:t>P</a:t>
              </a:r>
              <a:r>
                <a:rPr lang="en-US" sz="2400" kern="1200" dirty="0" err="1">
                  <a:latin typeface="Bahnschrift SemiCondensed" panose="020B0502040204020203" pitchFamily="34" charset="0"/>
                </a:rPr>
                <a:t>anjar</a:t>
              </a:r>
              <a:r>
                <a:rPr lang="en-US" sz="2400" kern="1200" dirty="0">
                  <a:latin typeface="Bahnschrift SemiCondensed" panose="020B0502040204020203" pitchFamily="34" charset="0"/>
                </a:rPr>
                <a:t> </a:t>
              </a:r>
              <a:r>
                <a:rPr lang="en-US" sz="2400" dirty="0" err="1">
                  <a:latin typeface="Bahnschrift SemiCondensed" panose="020B0502040204020203" pitchFamily="34" charset="0"/>
                </a:rPr>
                <a:t>P</a:t>
              </a:r>
              <a:r>
                <a:rPr lang="en-US" sz="2400" kern="1200" dirty="0" err="1">
                  <a:latin typeface="Bahnschrift SemiCondensed" panose="020B0502040204020203" pitchFamily="34" charset="0"/>
                </a:rPr>
                <a:t>erkara</a:t>
              </a:r>
              <a:endParaRPr lang="en-US" sz="2400" i="1" kern="1200" dirty="0">
                <a:latin typeface="Bahnschrift SemiCondensed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84677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363" y="801859"/>
            <a:ext cx="10283483" cy="55848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13922510"/>
              </p:ext>
            </p:extLst>
          </p:nvPr>
        </p:nvGraphicFramePr>
        <p:xfrm>
          <a:off x="1603716" y="1024961"/>
          <a:ext cx="9720775" cy="5138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Oval 6"/>
          <p:cNvSpPr/>
          <p:nvPr/>
        </p:nvSpPr>
        <p:spPr>
          <a:xfrm>
            <a:off x="268706" y="3008802"/>
            <a:ext cx="914400" cy="118168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800" dirty="0">
                <a:solidFill>
                  <a:srgbClr val="FFFF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5</a:t>
            </a:r>
            <a:endParaRPr lang="en-US" sz="4800" dirty="0">
              <a:solidFill>
                <a:srgbClr val="FFFF00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9FE4E4A-C131-4E26-B412-D6FCF963A9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8885114"/>
              </p:ext>
            </p:extLst>
          </p:nvPr>
        </p:nvGraphicFramePr>
        <p:xfrm>
          <a:off x="3123234" y="48910"/>
          <a:ext cx="6303155" cy="752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4032892445"/>
      </p:ext>
    </p:extLst>
  </p:cSld>
  <p:clrMapOvr>
    <a:masterClrMapping/>
  </p:clrMapOvr>
  <p:transition spd="slow">
    <p:wheel spokes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7252647-EDFF-4FE1-B981-3E266318AEEA}"/>
              </a:ext>
            </a:extLst>
          </p:cNvPr>
          <p:cNvSpPr txBox="1">
            <a:spLocks/>
          </p:cNvSpPr>
          <p:nvPr/>
        </p:nvSpPr>
        <p:spPr>
          <a:xfrm>
            <a:off x="973845" y="1251963"/>
            <a:ext cx="6787600" cy="3660000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799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sz="4400" i="1" dirty="0">
                <a:solidFill>
                  <a:schemeClr val="tx1"/>
                </a:solidFill>
                <a:latin typeface="Brush Script MT" panose="03060802040406070304" pitchFamily="66" charset="0"/>
              </a:rPr>
              <a:t>”</a:t>
            </a:r>
            <a:r>
              <a:rPr kumimoji="0" lang="sv-SE" sz="4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 Script MT" panose="03060802040406070304" pitchFamily="66" charset="0"/>
              </a:rPr>
              <a:t>Kalau Ada jarum yang patah</a:t>
            </a:r>
            <a:br>
              <a:rPr kumimoji="0" lang="sv-SE" sz="4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 Script MT" panose="03060802040406070304" pitchFamily="66" charset="0"/>
              </a:rPr>
            </a:br>
            <a:r>
              <a:rPr kumimoji="0" lang="sv-SE" sz="4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 Script MT" panose="03060802040406070304" pitchFamily="66" charset="0"/>
              </a:rPr>
              <a:t>Jangan disimpan di dalam peti</a:t>
            </a:r>
            <a:br>
              <a:rPr kumimoji="0" lang="sv-SE" sz="4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 Script MT" panose="03060802040406070304" pitchFamily="66" charset="0"/>
              </a:rPr>
            </a:br>
            <a:r>
              <a:rPr kumimoji="0" lang="sv-SE" sz="4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 Script MT" panose="03060802040406070304" pitchFamily="66" charset="0"/>
              </a:rPr>
              <a:t>Kalau ada kata yang salah</a:t>
            </a:r>
            <a:br>
              <a:rPr kumimoji="0" lang="sv-SE" sz="4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 Script MT" panose="03060802040406070304" pitchFamily="66" charset="0"/>
              </a:rPr>
            </a:br>
            <a:r>
              <a:rPr kumimoji="0" lang="sv-SE" sz="4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 Script MT" panose="03060802040406070304" pitchFamily="66" charset="0"/>
              </a:rPr>
              <a:t>Jangan disimpan di dalam hati”</a:t>
            </a:r>
            <a:endParaRPr kumimoji="0" lang="en-US" sz="4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rush Script MT" panose="030608020404060703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FDB589-CDDF-4C96-B688-6F31ABD2B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101" y="615845"/>
            <a:ext cx="2298391" cy="452972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6C378F6-DD67-4307-A207-23463F54EA42}"/>
              </a:ext>
            </a:extLst>
          </p:cNvPr>
          <p:cNvSpPr txBox="1">
            <a:spLocks/>
          </p:cNvSpPr>
          <p:nvPr/>
        </p:nvSpPr>
        <p:spPr>
          <a:xfrm>
            <a:off x="7761443" y="3970122"/>
            <a:ext cx="4293705" cy="11754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Brush Script MT" panose="03060802040406070304" pitchFamily="66" charset="0"/>
              </a:rPr>
              <a:t>Wassalam</a:t>
            </a:r>
            <a:br>
              <a:rPr lang="en-US" dirty="0">
                <a:latin typeface="Brush Script MT" panose="03060802040406070304" pitchFamily="66" charset="0"/>
              </a:rPr>
            </a:br>
            <a:r>
              <a:rPr lang="en-US" dirty="0" err="1">
                <a:latin typeface="Brush Script MT" panose="03060802040406070304" pitchFamily="66" charset="0"/>
              </a:rPr>
              <a:t>Terima</a:t>
            </a:r>
            <a:r>
              <a:rPr lang="en-US" dirty="0">
                <a:latin typeface="Brush Script MT" panose="03060802040406070304" pitchFamily="66" charset="0"/>
              </a:rPr>
              <a:t> Kasih</a:t>
            </a:r>
          </a:p>
        </p:txBody>
      </p:sp>
    </p:spTree>
    <p:extLst>
      <p:ext uri="{BB962C8B-B14F-4D97-AF65-F5344CB8AC3E}">
        <p14:creationId xmlns:p14="http://schemas.microsoft.com/office/powerpoint/2010/main" val="232842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1032</Words>
  <Application>Microsoft Office PowerPoint</Application>
  <PresentationFormat>Widescreen</PresentationFormat>
  <Paragraphs>86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32" baseType="lpstr">
      <vt:lpstr>Adobe Gothic Std B</vt:lpstr>
      <vt:lpstr>Aharoni</vt:lpstr>
      <vt:lpstr>Arial</vt:lpstr>
      <vt:lpstr>Arial Black</vt:lpstr>
      <vt:lpstr>Arial Nova Cond</vt:lpstr>
      <vt:lpstr>Asap</vt:lpstr>
      <vt:lpstr>Bahnschrift Condensed</vt:lpstr>
      <vt:lpstr>Bahnschrift SemiBold SemiConden</vt:lpstr>
      <vt:lpstr>Bahnschrift SemiCondensed</vt:lpstr>
      <vt:lpstr>Berlin Sans FB</vt:lpstr>
      <vt:lpstr>Brush Script MT</vt:lpstr>
      <vt:lpstr>Calibri</vt:lpstr>
      <vt:lpstr>Calibri Light</vt:lpstr>
      <vt:lpstr>Cambria</vt:lpstr>
      <vt:lpstr>Coolvetica Rg</vt:lpstr>
      <vt:lpstr>Crimson Text</vt:lpstr>
      <vt:lpstr>Segoe UI</vt:lpstr>
      <vt:lpstr>Times New Roman</vt:lpstr>
      <vt:lpstr>1_Office Theme</vt:lpstr>
      <vt:lpstr>PowerPoint Presentation</vt:lpstr>
      <vt:lpstr>TUGAS DAN PERAN HAKIM TINGKAT BANDING</vt:lpstr>
      <vt:lpstr>PowerPoint Presentation</vt:lpstr>
      <vt:lpstr>Hukum Perkawinan</vt:lpstr>
      <vt:lpstr>Hukum Kewarisan</vt:lpstr>
      <vt:lpstr>Hukum Ekonomi Syariah</vt:lpstr>
      <vt:lpstr>Hukum Jinayat</vt:lpstr>
      <vt:lpstr>Hukum Formil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Asep Nursobah</dc:creator>
  <cp:lastModifiedBy>Firman Wahyudi</cp:lastModifiedBy>
  <cp:revision>31</cp:revision>
  <dcterms:created xsi:type="dcterms:W3CDTF">2021-11-19T11:45:59Z</dcterms:created>
  <dcterms:modified xsi:type="dcterms:W3CDTF">2021-12-30T04:02:11Z</dcterms:modified>
</cp:coreProperties>
</file>