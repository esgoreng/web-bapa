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4"/>
  </p:notesMasterIdLst>
  <p:sldIdLst>
    <p:sldId id="298" r:id="rId2"/>
    <p:sldId id="256" r:id="rId3"/>
    <p:sldId id="273" r:id="rId4"/>
    <p:sldId id="287" r:id="rId5"/>
    <p:sldId id="274" r:id="rId6"/>
    <p:sldId id="336" r:id="rId7"/>
    <p:sldId id="371" r:id="rId8"/>
    <p:sldId id="345" r:id="rId9"/>
    <p:sldId id="342" r:id="rId10"/>
    <p:sldId id="338" r:id="rId11"/>
    <p:sldId id="339" r:id="rId12"/>
    <p:sldId id="343" r:id="rId13"/>
    <p:sldId id="276" r:id="rId14"/>
    <p:sldId id="402" r:id="rId15"/>
    <p:sldId id="403" r:id="rId16"/>
    <p:sldId id="404" r:id="rId17"/>
    <p:sldId id="405" r:id="rId18"/>
    <p:sldId id="406" r:id="rId19"/>
    <p:sldId id="407" r:id="rId20"/>
    <p:sldId id="257" r:id="rId21"/>
    <p:sldId id="408" r:id="rId22"/>
    <p:sldId id="262" r:id="rId23"/>
    <p:sldId id="409" r:id="rId24"/>
    <p:sldId id="410" r:id="rId25"/>
    <p:sldId id="265" r:id="rId26"/>
    <p:sldId id="411" r:id="rId27"/>
    <p:sldId id="301" r:id="rId28"/>
    <p:sldId id="412" r:id="rId29"/>
    <p:sldId id="270" r:id="rId30"/>
    <p:sldId id="421" r:id="rId31"/>
    <p:sldId id="381" r:id="rId32"/>
    <p:sldId id="382" r:id="rId33"/>
    <p:sldId id="389" r:id="rId34"/>
    <p:sldId id="414" r:id="rId35"/>
    <p:sldId id="415" r:id="rId36"/>
    <p:sldId id="279" r:id="rId37"/>
    <p:sldId id="297" r:id="rId38"/>
    <p:sldId id="416" r:id="rId39"/>
    <p:sldId id="420" r:id="rId40"/>
    <p:sldId id="418" r:id="rId41"/>
    <p:sldId id="417" r:id="rId42"/>
    <p:sldId id="419" r:id="rId43"/>
  </p:sldIdLst>
  <p:sldSz cx="12192000" cy="6858000"/>
  <p:notesSz cx="6858000" cy="9144000"/>
  <p:embeddedFontLst>
    <p:embeddedFont>
      <p:font typeface="Bookman Old Style" panose="02050604050505020204" pitchFamily="18" charset="0"/>
      <p:regular r:id="rId45"/>
      <p:bold r:id="rId46"/>
      <p:italic r:id="rId47"/>
      <p:boldItalic r:id="rId48"/>
    </p:embeddedFont>
    <p:embeddedFont>
      <p:font typeface="Calibri" panose="020F0502020204030204" pitchFamily="34" charset="0"/>
      <p:regular r:id="rId49"/>
      <p:bold r:id="rId50"/>
      <p:italic r:id="rId51"/>
      <p:boldItalic r:id="rId52"/>
    </p:embeddedFont>
    <p:embeddedFont>
      <p:font typeface="Montserrat ExtraBold" panose="020B0604020202020204" charset="0"/>
      <p:bold r:id="rId53"/>
    </p:embeddedFont>
    <p:embeddedFont>
      <p:font typeface="Open Sans" panose="020B0604020202020204" charset="0"/>
      <p:regular r:id="rId54"/>
      <p:bold r:id="rId55"/>
      <p:italic r:id="rId56"/>
      <p:boldItalic r:id="rId57"/>
    </p:embeddedFont>
    <p:embeddedFont>
      <p:font typeface="Open Sans Extrabold" panose="020B0604020202020204" charset="0"/>
      <p:bold r:id="rId58"/>
      <p:boldItalic r:id="rId59"/>
    </p:embeddedFont>
    <p:embeddedFont>
      <p:font typeface="Poppins Light" panose="020B0604020202020204" charset="0"/>
      <p:regular r:id="rId60"/>
      <p:italic r:id="rId61"/>
    </p:embeddedFont>
    <p:embeddedFont>
      <p:font typeface="Poppins SemiBold" panose="020B0604020202020204" charset="0"/>
      <p:bold r:id="rId62"/>
      <p:boldItalic r:id="rId63"/>
    </p:embeddedFont>
    <p:embeddedFont>
      <p:font typeface="Segoe UI" panose="020B0502040204020203" pitchFamily="34" charset="0"/>
      <p:regular r:id="rId64"/>
      <p:bold r:id="rId65"/>
      <p:italic r:id="rId66"/>
      <p:boldItalic r:id="rId67"/>
    </p:embeddedFont>
    <p:embeddedFont>
      <p:font typeface="Segoe UI Semibold" panose="020B0702040204020203" pitchFamily="34" charset="0"/>
      <p:bold r:id="rId68"/>
      <p:boldItalic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763E"/>
    <a:srgbClr val="44855B"/>
    <a:srgbClr val="3AB54A"/>
    <a:srgbClr val="F9EEE3"/>
    <a:srgbClr val="8D1E1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76" autoAdjust="0"/>
    <p:restoredTop sz="94660"/>
  </p:normalViewPr>
  <p:slideViewPr>
    <p:cSldViewPr snapToGrid="0" showGuides="1">
      <p:cViewPr varScale="1">
        <p:scale>
          <a:sx n="72" d="100"/>
          <a:sy n="72" d="100"/>
        </p:scale>
        <p:origin x="643" y="53"/>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font" Target="fonts/font2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font" Target="fonts/font7.fntdata"/><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CE0195A-9809-4B82-8C2B-E2D4F597A314}" type="doc">
      <dgm:prSet loTypeId="urn:microsoft.com/office/officeart/2005/8/layout/vProcess5" loCatId="process" qsTypeId="urn:microsoft.com/office/officeart/2005/8/quickstyle/simple1#3" qsCatId="simple" csTypeId="urn:microsoft.com/office/officeart/2005/8/colors/accent1_2#3" csCatId="accent1" phldr="1"/>
      <dgm:spPr/>
      <dgm:t>
        <a:bodyPr/>
        <a:lstStyle/>
        <a:p>
          <a:endParaRPr lang="en-ID"/>
        </a:p>
      </dgm:t>
    </dgm:pt>
    <dgm:pt modelId="{E9D025ED-1AA3-404C-AE56-1FFD74769C07}">
      <dgm:prSet phldrT="[Text]"/>
      <dgm:spPr/>
      <dgm:t>
        <a:bodyPr/>
        <a:lstStyle/>
        <a:p>
          <a:r>
            <a:rPr lang="en-US" dirty="0"/>
            <a:t>KONSTATIR</a:t>
          </a:r>
          <a:endParaRPr lang="en-ID" dirty="0"/>
        </a:p>
      </dgm:t>
    </dgm:pt>
    <dgm:pt modelId="{47DA3864-3CD0-44CD-8518-D0D9BF3EC35D}" type="parTrans" cxnId="{B53078C6-BABE-4BA7-BB8B-E23A1DA12336}">
      <dgm:prSet/>
      <dgm:spPr/>
      <dgm:t>
        <a:bodyPr/>
        <a:lstStyle/>
        <a:p>
          <a:endParaRPr lang="en-ID"/>
        </a:p>
      </dgm:t>
    </dgm:pt>
    <dgm:pt modelId="{39CD8A51-63A3-40FB-AFA0-87EFE9E962D8}" type="sibTrans" cxnId="{B53078C6-BABE-4BA7-BB8B-E23A1DA12336}">
      <dgm:prSet/>
      <dgm:spPr/>
      <dgm:t>
        <a:bodyPr/>
        <a:lstStyle/>
        <a:p>
          <a:endParaRPr lang="en-ID"/>
        </a:p>
      </dgm:t>
    </dgm:pt>
    <dgm:pt modelId="{F902A60E-EB48-42B9-B00B-0158C91EBB96}">
      <dgm:prSet phldrT="[Text]"/>
      <dgm:spPr/>
      <dgm:t>
        <a:bodyPr/>
        <a:lstStyle/>
        <a:p>
          <a:r>
            <a:rPr lang="en-US" dirty="0"/>
            <a:t>KUALIFISIR</a:t>
          </a:r>
          <a:endParaRPr lang="en-ID" dirty="0"/>
        </a:p>
      </dgm:t>
    </dgm:pt>
    <dgm:pt modelId="{44217DB5-B803-496A-B157-B9BC4110E29A}" type="parTrans" cxnId="{E218F4A6-7232-4EA7-8BCE-F88DDE962281}">
      <dgm:prSet/>
      <dgm:spPr/>
      <dgm:t>
        <a:bodyPr/>
        <a:lstStyle/>
        <a:p>
          <a:endParaRPr lang="en-ID"/>
        </a:p>
      </dgm:t>
    </dgm:pt>
    <dgm:pt modelId="{5C106F2F-2933-47AD-9476-01281BFE60D8}" type="sibTrans" cxnId="{E218F4A6-7232-4EA7-8BCE-F88DDE962281}">
      <dgm:prSet/>
      <dgm:spPr/>
      <dgm:t>
        <a:bodyPr/>
        <a:lstStyle/>
        <a:p>
          <a:endParaRPr lang="en-ID"/>
        </a:p>
      </dgm:t>
    </dgm:pt>
    <dgm:pt modelId="{CF1B1B8E-3FAB-4521-9B53-FCBE77E8CF90}">
      <dgm:prSet phldrT="[Text]"/>
      <dgm:spPr/>
      <dgm:t>
        <a:bodyPr/>
        <a:lstStyle/>
        <a:p>
          <a:r>
            <a:rPr lang="en-US" dirty="0"/>
            <a:t>KONSTITUIR</a:t>
          </a:r>
          <a:endParaRPr lang="en-ID" dirty="0"/>
        </a:p>
      </dgm:t>
    </dgm:pt>
    <dgm:pt modelId="{8C05AD53-9DA7-4EE5-B831-7C26354B1F0A}" type="parTrans" cxnId="{CBC5DFFF-2850-4D24-8B2F-829C3194515A}">
      <dgm:prSet/>
      <dgm:spPr/>
      <dgm:t>
        <a:bodyPr/>
        <a:lstStyle/>
        <a:p>
          <a:endParaRPr lang="en-ID"/>
        </a:p>
      </dgm:t>
    </dgm:pt>
    <dgm:pt modelId="{609FB452-AF64-481D-A5C2-C5AF0B9751E2}" type="sibTrans" cxnId="{CBC5DFFF-2850-4D24-8B2F-829C3194515A}">
      <dgm:prSet/>
      <dgm:spPr/>
      <dgm:t>
        <a:bodyPr/>
        <a:lstStyle/>
        <a:p>
          <a:endParaRPr lang="en-ID"/>
        </a:p>
      </dgm:t>
    </dgm:pt>
    <dgm:pt modelId="{B84C6275-F940-4AEC-BB09-940DE53380CD}" type="pres">
      <dgm:prSet presAssocID="{4CE0195A-9809-4B82-8C2B-E2D4F597A314}" presName="outerComposite" presStyleCnt="0">
        <dgm:presLayoutVars>
          <dgm:chMax val="5"/>
          <dgm:dir/>
          <dgm:resizeHandles val="exact"/>
        </dgm:presLayoutVars>
      </dgm:prSet>
      <dgm:spPr/>
    </dgm:pt>
    <dgm:pt modelId="{1353209B-DFAB-4865-9E00-F7BABED70B70}" type="pres">
      <dgm:prSet presAssocID="{4CE0195A-9809-4B82-8C2B-E2D4F597A314}" presName="dummyMaxCanvas" presStyleCnt="0">
        <dgm:presLayoutVars/>
      </dgm:prSet>
      <dgm:spPr/>
    </dgm:pt>
    <dgm:pt modelId="{8D482523-3AAE-4E00-AD8B-2F0D267682C5}" type="pres">
      <dgm:prSet presAssocID="{4CE0195A-9809-4B82-8C2B-E2D4F597A314}" presName="ThreeNodes_1" presStyleLbl="node1" presStyleIdx="0" presStyleCnt="3">
        <dgm:presLayoutVars>
          <dgm:bulletEnabled val="1"/>
        </dgm:presLayoutVars>
      </dgm:prSet>
      <dgm:spPr/>
    </dgm:pt>
    <dgm:pt modelId="{1E66E9C8-0A10-4D8A-A720-5FC8297F0E91}" type="pres">
      <dgm:prSet presAssocID="{4CE0195A-9809-4B82-8C2B-E2D4F597A314}" presName="ThreeNodes_2" presStyleLbl="node1" presStyleIdx="1" presStyleCnt="3">
        <dgm:presLayoutVars>
          <dgm:bulletEnabled val="1"/>
        </dgm:presLayoutVars>
      </dgm:prSet>
      <dgm:spPr/>
    </dgm:pt>
    <dgm:pt modelId="{B223B791-9CC8-4973-9AEF-BB922BBC9DBB}" type="pres">
      <dgm:prSet presAssocID="{4CE0195A-9809-4B82-8C2B-E2D4F597A314}" presName="ThreeNodes_3" presStyleLbl="node1" presStyleIdx="2" presStyleCnt="3">
        <dgm:presLayoutVars>
          <dgm:bulletEnabled val="1"/>
        </dgm:presLayoutVars>
      </dgm:prSet>
      <dgm:spPr/>
    </dgm:pt>
    <dgm:pt modelId="{D49F4445-3F3D-4DFB-A05E-7FEBC0688B02}" type="pres">
      <dgm:prSet presAssocID="{4CE0195A-9809-4B82-8C2B-E2D4F597A314}" presName="ThreeConn_1-2" presStyleLbl="fgAccFollowNode1" presStyleIdx="0" presStyleCnt="2">
        <dgm:presLayoutVars>
          <dgm:bulletEnabled val="1"/>
        </dgm:presLayoutVars>
      </dgm:prSet>
      <dgm:spPr/>
    </dgm:pt>
    <dgm:pt modelId="{90EB2B9B-2B39-49C6-BB9A-F903179D1663}" type="pres">
      <dgm:prSet presAssocID="{4CE0195A-9809-4B82-8C2B-E2D4F597A314}" presName="ThreeConn_2-3" presStyleLbl="fgAccFollowNode1" presStyleIdx="1" presStyleCnt="2">
        <dgm:presLayoutVars>
          <dgm:bulletEnabled val="1"/>
        </dgm:presLayoutVars>
      </dgm:prSet>
      <dgm:spPr/>
    </dgm:pt>
    <dgm:pt modelId="{C64B6A36-0F8F-47A1-9B1F-6F274BDD2A29}" type="pres">
      <dgm:prSet presAssocID="{4CE0195A-9809-4B82-8C2B-E2D4F597A314}" presName="ThreeNodes_1_text" presStyleLbl="node1" presStyleIdx="2" presStyleCnt="3">
        <dgm:presLayoutVars>
          <dgm:bulletEnabled val="1"/>
        </dgm:presLayoutVars>
      </dgm:prSet>
      <dgm:spPr/>
    </dgm:pt>
    <dgm:pt modelId="{B917A481-F44F-42CF-9A24-1DF0F8EBCBBA}" type="pres">
      <dgm:prSet presAssocID="{4CE0195A-9809-4B82-8C2B-E2D4F597A314}" presName="ThreeNodes_2_text" presStyleLbl="node1" presStyleIdx="2" presStyleCnt="3">
        <dgm:presLayoutVars>
          <dgm:bulletEnabled val="1"/>
        </dgm:presLayoutVars>
      </dgm:prSet>
      <dgm:spPr/>
    </dgm:pt>
    <dgm:pt modelId="{85D6884E-94E3-4E36-A56A-F092C9A39224}" type="pres">
      <dgm:prSet presAssocID="{4CE0195A-9809-4B82-8C2B-E2D4F597A314}" presName="ThreeNodes_3_text" presStyleLbl="node1" presStyleIdx="2" presStyleCnt="3">
        <dgm:presLayoutVars>
          <dgm:bulletEnabled val="1"/>
        </dgm:presLayoutVars>
      </dgm:prSet>
      <dgm:spPr/>
    </dgm:pt>
  </dgm:ptLst>
  <dgm:cxnLst>
    <dgm:cxn modelId="{10A89727-F2DE-4191-8560-E254441947E7}" type="presOf" srcId="{39CD8A51-63A3-40FB-AFA0-87EFE9E962D8}" destId="{D49F4445-3F3D-4DFB-A05E-7FEBC0688B02}" srcOrd="0" destOrd="0" presId="urn:microsoft.com/office/officeart/2005/8/layout/vProcess5"/>
    <dgm:cxn modelId="{DC91AA51-5CC2-47A9-861B-8DEBC1FEF273}" type="presOf" srcId="{F902A60E-EB48-42B9-B00B-0158C91EBB96}" destId="{1E66E9C8-0A10-4D8A-A720-5FC8297F0E91}" srcOrd="0" destOrd="0" presId="urn:microsoft.com/office/officeart/2005/8/layout/vProcess5"/>
    <dgm:cxn modelId="{51683A9E-2DB4-4B1A-A672-C94B7E2AEFE5}" type="presOf" srcId="{CF1B1B8E-3FAB-4521-9B53-FCBE77E8CF90}" destId="{B223B791-9CC8-4973-9AEF-BB922BBC9DBB}" srcOrd="0" destOrd="0" presId="urn:microsoft.com/office/officeart/2005/8/layout/vProcess5"/>
    <dgm:cxn modelId="{E218F4A6-7232-4EA7-8BCE-F88DDE962281}" srcId="{4CE0195A-9809-4B82-8C2B-E2D4F597A314}" destId="{F902A60E-EB48-42B9-B00B-0158C91EBB96}" srcOrd="1" destOrd="0" parTransId="{44217DB5-B803-496A-B157-B9BC4110E29A}" sibTransId="{5C106F2F-2933-47AD-9476-01281BFE60D8}"/>
    <dgm:cxn modelId="{278071A8-2A8C-408C-B53D-5C98152DD8F7}" type="presOf" srcId="{E9D025ED-1AA3-404C-AE56-1FFD74769C07}" destId="{8D482523-3AAE-4E00-AD8B-2F0D267682C5}" srcOrd="0" destOrd="0" presId="urn:microsoft.com/office/officeart/2005/8/layout/vProcess5"/>
    <dgm:cxn modelId="{7208B5AD-7271-4557-9D0A-16EC5FE3FE9D}" type="presOf" srcId="{5C106F2F-2933-47AD-9476-01281BFE60D8}" destId="{90EB2B9B-2B39-49C6-BB9A-F903179D1663}" srcOrd="0" destOrd="0" presId="urn:microsoft.com/office/officeart/2005/8/layout/vProcess5"/>
    <dgm:cxn modelId="{6A5D3DBE-4AA5-4AE7-BFE5-2E09E648182E}" type="presOf" srcId="{F902A60E-EB48-42B9-B00B-0158C91EBB96}" destId="{B917A481-F44F-42CF-9A24-1DF0F8EBCBBA}" srcOrd="1" destOrd="0" presId="urn:microsoft.com/office/officeart/2005/8/layout/vProcess5"/>
    <dgm:cxn modelId="{B53078C6-BABE-4BA7-BB8B-E23A1DA12336}" srcId="{4CE0195A-9809-4B82-8C2B-E2D4F597A314}" destId="{E9D025ED-1AA3-404C-AE56-1FFD74769C07}" srcOrd="0" destOrd="0" parTransId="{47DA3864-3CD0-44CD-8518-D0D9BF3EC35D}" sibTransId="{39CD8A51-63A3-40FB-AFA0-87EFE9E962D8}"/>
    <dgm:cxn modelId="{40B270C8-4F67-442F-BB71-E3453378DA1F}" type="presOf" srcId="{E9D025ED-1AA3-404C-AE56-1FFD74769C07}" destId="{C64B6A36-0F8F-47A1-9B1F-6F274BDD2A29}" srcOrd="1" destOrd="0" presId="urn:microsoft.com/office/officeart/2005/8/layout/vProcess5"/>
    <dgm:cxn modelId="{F962ACCA-8FBE-4A0B-A7BD-96E80C72621C}" type="presOf" srcId="{CF1B1B8E-3FAB-4521-9B53-FCBE77E8CF90}" destId="{85D6884E-94E3-4E36-A56A-F092C9A39224}" srcOrd="1" destOrd="0" presId="urn:microsoft.com/office/officeart/2005/8/layout/vProcess5"/>
    <dgm:cxn modelId="{E92CDEFB-24C7-452E-9677-00B0EBD1004B}" type="presOf" srcId="{4CE0195A-9809-4B82-8C2B-E2D4F597A314}" destId="{B84C6275-F940-4AEC-BB09-940DE53380CD}" srcOrd="0" destOrd="0" presId="urn:microsoft.com/office/officeart/2005/8/layout/vProcess5"/>
    <dgm:cxn modelId="{CBC5DFFF-2850-4D24-8B2F-829C3194515A}" srcId="{4CE0195A-9809-4B82-8C2B-E2D4F597A314}" destId="{CF1B1B8E-3FAB-4521-9B53-FCBE77E8CF90}" srcOrd="2" destOrd="0" parTransId="{8C05AD53-9DA7-4EE5-B831-7C26354B1F0A}" sibTransId="{609FB452-AF64-481D-A5C2-C5AF0B9751E2}"/>
    <dgm:cxn modelId="{AFA0AEF6-A3F1-44D9-92F9-A4C8EFDA2873}" type="presParOf" srcId="{B84C6275-F940-4AEC-BB09-940DE53380CD}" destId="{1353209B-DFAB-4865-9E00-F7BABED70B70}" srcOrd="0" destOrd="0" presId="urn:microsoft.com/office/officeart/2005/8/layout/vProcess5"/>
    <dgm:cxn modelId="{0164DFB9-ABE2-43B0-82D6-032C5AB11F24}" type="presParOf" srcId="{B84C6275-F940-4AEC-BB09-940DE53380CD}" destId="{8D482523-3AAE-4E00-AD8B-2F0D267682C5}" srcOrd="1" destOrd="0" presId="urn:microsoft.com/office/officeart/2005/8/layout/vProcess5"/>
    <dgm:cxn modelId="{D36DA013-6A10-4BC8-AD22-6E97861E1816}" type="presParOf" srcId="{B84C6275-F940-4AEC-BB09-940DE53380CD}" destId="{1E66E9C8-0A10-4D8A-A720-5FC8297F0E91}" srcOrd="2" destOrd="0" presId="urn:microsoft.com/office/officeart/2005/8/layout/vProcess5"/>
    <dgm:cxn modelId="{2286B4D1-73EF-4C89-ACFE-BB51DE490DE1}" type="presParOf" srcId="{B84C6275-F940-4AEC-BB09-940DE53380CD}" destId="{B223B791-9CC8-4973-9AEF-BB922BBC9DBB}" srcOrd="3" destOrd="0" presId="urn:microsoft.com/office/officeart/2005/8/layout/vProcess5"/>
    <dgm:cxn modelId="{195F3AE7-2407-4310-AC55-917847053728}" type="presParOf" srcId="{B84C6275-F940-4AEC-BB09-940DE53380CD}" destId="{D49F4445-3F3D-4DFB-A05E-7FEBC0688B02}" srcOrd="4" destOrd="0" presId="urn:microsoft.com/office/officeart/2005/8/layout/vProcess5"/>
    <dgm:cxn modelId="{78DBA341-451F-491C-8F47-D75BDD58600C}" type="presParOf" srcId="{B84C6275-F940-4AEC-BB09-940DE53380CD}" destId="{90EB2B9B-2B39-49C6-BB9A-F903179D1663}" srcOrd="5" destOrd="0" presId="urn:microsoft.com/office/officeart/2005/8/layout/vProcess5"/>
    <dgm:cxn modelId="{F3142F21-06C7-4D18-8C8A-48891F391938}" type="presParOf" srcId="{B84C6275-F940-4AEC-BB09-940DE53380CD}" destId="{C64B6A36-0F8F-47A1-9B1F-6F274BDD2A29}" srcOrd="6" destOrd="0" presId="urn:microsoft.com/office/officeart/2005/8/layout/vProcess5"/>
    <dgm:cxn modelId="{FFAC2722-560A-463D-8765-EAD150EF7A05}" type="presParOf" srcId="{B84C6275-F940-4AEC-BB09-940DE53380CD}" destId="{B917A481-F44F-42CF-9A24-1DF0F8EBCBBA}" srcOrd="7" destOrd="0" presId="urn:microsoft.com/office/officeart/2005/8/layout/vProcess5"/>
    <dgm:cxn modelId="{47B9F84A-E72C-4F89-84A6-91D1B02041ED}" type="presParOf" srcId="{B84C6275-F940-4AEC-BB09-940DE53380CD}" destId="{85D6884E-94E3-4E36-A56A-F092C9A39224}"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82523-3AAE-4E00-AD8B-2F0D267682C5}">
      <dsp:nvSpPr>
        <dsp:cNvPr id="0" name=""/>
        <dsp:cNvSpPr/>
      </dsp:nvSpPr>
      <dsp:spPr bwMode="white">
        <a:xfrm>
          <a:off x="0" y="0"/>
          <a:ext cx="9077245" cy="11925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KONSTATIR</a:t>
          </a:r>
          <a:endParaRPr lang="en-ID" sz="5200" kern="1200" dirty="0"/>
        </a:p>
      </dsp:txBody>
      <dsp:txXfrm>
        <a:off x="34928" y="34928"/>
        <a:ext cx="7790412" cy="1122674"/>
      </dsp:txXfrm>
    </dsp:sp>
    <dsp:sp modelId="{1E66E9C8-0A10-4D8A-A720-5FC8297F0E91}">
      <dsp:nvSpPr>
        <dsp:cNvPr id="0" name=""/>
        <dsp:cNvSpPr/>
      </dsp:nvSpPr>
      <dsp:spPr bwMode="white">
        <a:xfrm>
          <a:off x="800933" y="1391285"/>
          <a:ext cx="9077245" cy="11925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KUALIFISIR</a:t>
          </a:r>
          <a:endParaRPr lang="en-ID" sz="5200" kern="1200" dirty="0"/>
        </a:p>
      </dsp:txBody>
      <dsp:txXfrm>
        <a:off x="835861" y="1426213"/>
        <a:ext cx="7431311" cy="1122674"/>
      </dsp:txXfrm>
    </dsp:sp>
    <dsp:sp modelId="{B223B791-9CC8-4973-9AEF-BB922BBC9DBB}">
      <dsp:nvSpPr>
        <dsp:cNvPr id="0" name=""/>
        <dsp:cNvSpPr/>
      </dsp:nvSpPr>
      <dsp:spPr bwMode="white">
        <a:xfrm>
          <a:off x="1601866" y="2782570"/>
          <a:ext cx="9077245" cy="11925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KONSTITUIR</a:t>
          </a:r>
          <a:endParaRPr lang="en-ID" sz="5200" kern="1200" dirty="0"/>
        </a:p>
      </dsp:txBody>
      <dsp:txXfrm>
        <a:off x="1636794" y="2817498"/>
        <a:ext cx="7431311" cy="1122674"/>
      </dsp:txXfrm>
    </dsp:sp>
    <dsp:sp modelId="{D49F4445-3F3D-4DFB-A05E-7FEBC0688B02}">
      <dsp:nvSpPr>
        <dsp:cNvPr id="0" name=""/>
        <dsp:cNvSpPr/>
      </dsp:nvSpPr>
      <dsp:spPr bwMode="white">
        <a:xfrm>
          <a:off x="8302100" y="904335"/>
          <a:ext cx="775144" cy="77514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ID" sz="3500" kern="1200"/>
        </a:p>
      </dsp:txBody>
      <dsp:txXfrm>
        <a:off x="8476507" y="904335"/>
        <a:ext cx="426330" cy="583296"/>
      </dsp:txXfrm>
    </dsp:sp>
    <dsp:sp modelId="{90EB2B9B-2B39-49C6-BB9A-F903179D1663}">
      <dsp:nvSpPr>
        <dsp:cNvPr id="0" name=""/>
        <dsp:cNvSpPr/>
      </dsp:nvSpPr>
      <dsp:spPr bwMode="white">
        <a:xfrm>
          <a:off x="9103034" y="2287670"/>
          <a:ext cx="775144" cy="77514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ID" sz="3500" kern="1200"/>
        </a:p>
      </dsp:txBody>
      <dsp:txXfrm>
        <a:off x="9277441" y="2287670"/>
        <a:ext cx="426330" cy="58329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228D58-5B9B-4C16-AB0C-3A5A68295EA6}" type="datetimeFigureOut">
              <a:rPr lang="en-US" smtClean="0"/>
              <a:t>8/14/2022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26E303-AD83-43BD-93DE-D80AEEE71288}" type="slidenum">
              <a:rPr lang="en-US" smtClean="0"/>
              <a:t>‹#›</a:t>
            </a:fld>
            <a:endParaRPr lang="en-US"/>
          </a:p>
        </p:txBody>
      </p:sp>
    </p:spTree>
    <p:extLst>
      <p:ext uri="{BB962C8B-B14F-4D97-AF65-F5344CB8AC3E}">
        <p14:creationId xmlns:p14="http://schemas.microsoft.com/office/powerpoint/2010/main" val="1923641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726E303-AD83-43BD-93DE-D80AEEE71288}" type="slidenum">
              <a:rPr lang="en-US" smtClean="0"/>
              <a:t>2</a:t>
            </a:fld>
            <a:endParaRPr lang="en-US"/>
          </a:p>
        </p:txBody>
      </p:sp>
    </p:spTree>
    <p:extLst>
      <p:ext uri="{BB962C8B-B14F-4D97-AF65-F5344CB8AC3E}">
        <p14:creationId xmlns:p14="http://schemas.microsoft.com/office/powerpoint/2010/main" val="4285341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726E303-AD83-43BD-93DE-D80AEEE71288}" type="slidenum">
              <a:rPr lang="en-US" smtClean="0"/>
              <a:t>33</a:t>
            </a:fld>
            <a:endParaRPr lang="en-US"/>
          </a:p>
        </p:txBody>
      </p:sp>
    </p:spTree>
    <p:extLst>
      <p:ext uri="{BB962C8B-B14F-4D97-AF65-F5344CB8AC3E}">
        <p14:creationId xmlns:p14="http://schemas.microsoft.com/office/powerpoint/2010/main" val="2680995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7726E303-AD83-43BD-93DE-D80AEEE71288}" type="slidenum">
              <a:rPr lang="en-US" smtClean="0"/>
              <a:t>41</a:t>
            </a:fld>
            <a:endParaRPr lang="en-US"/>
          </a:p>
        </p:txBody>
      </p:sp>
    </p:spTree>
    <p:extLst>
      <p:ext uri="{BB962C8B-B14F-4D97-AF65-F5344CB8AC3E}">
        <p14:creationId xmlns:p14="http://schemas.microsoft.com/office/powerpoint/2010/main" val="4326301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pic>
        <p:nvPicPr>
          <p:cNvPr id="29" name="Picture 4" descr="gray and white optical illusion">
            <a:extLst>
              <a:ext uri="{FF2B5EF4-FFF2-40B4-BE49-F238E27FC236}">
                <a16:creationId xmlns:a16="http://schemas.microsoft.com/office/drawing/2014/main" id="{51A813E9-887B-406B-A42D-55DA26013D66}"/>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7C4DFC90-082B-40D4-A7BF-C9568AF5B2F8}"/>
              </a:ext>
            </a:extLst>
          </p:cNvPr>
          <p:cNvSpPr/>
          <p:nvPr userDrawn="1"/>
        </p:nvSpPr>
        <p:spPr>
          <a:xfrm flipH="1">
            <a:off x="-2" y="0"/>
            <a:ext cx="12192000" cy="6864095"/>
          </a:xfrm>
          <a:prstGeom prst="rect">
            <a:avLst/>
          </a:prstGeom>
          <a:gradFill flip="none" rotWithShape="1">
            <a:gsLst>
              <a:gs pos="0">
                <a:schemeClr val="bg1"/>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8DF0EA1-729E-428B-8171-2A5B0AEAB577}"/>
              </a:ext>
            </a:extLst>
          </p:cNvPr>
          <p:cNvSpPr/>
          <p:nvPr userDrawn="1"/>
        </p:nvSpPr>
        <p:spPr>
          <a:xfrm>
            <a:off x="0" y="0"/>
            <a:ext cx="12191999"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Picture Placeholder 38">
            <a:extLst>
              <a:ext uri="{FF2B5EF4-FFF2-40B4-BE49-F238E27FC236}">
                <a16:creationId xmlns:a16="http://schemas.microsoft.com/office/drawing/2014/main" id="{8EEE3C6C-CB7E-4EC4-98BE-BA710A5FDBAB}"/>
              </a:ext>
            </a:extLst>
          </p:cNvPr>
          <p:cNvSpPr>
            <a:spLocks noGrp="1"/>
          </p:cNvSpPr>
          <p:nvPr>
            <p:ph type="pic" sz="quarter" idx="17"/>
          </p:nvPr>
        </p:nvSpPr>
        <p:spPr>
          <a:xfrm>
            <a:off x="5244339" y="0"/>
            <a:ext cx="6947661" cy="6172410"/>
          </a:xfrm>
          <a:custGeom>
            <a:avLst/>
            <a:gdLst>
              <a:gd name="connsiteX0" fmla="*/ 0 w 6947661"/>
              <a:gd name="connsiteY0" fmla="*/ 0 h 6172410"/>
              <a:gd name="connsiteX1" fmla="*/ 6947661 w 6947661"/>
              <a:gd name="connsiteY1" fmla="*/ 0 h 6172410"/>
              <a:gd name="connsiteX2" fmla="*/ 6947661 w 6947661"/>
              <a:gd name="connsiteY2" fmla="*/ 5919102 h 6172410"/>
              <a:gd name="connsiteX3" fmla="*/ 6705058 w 6947661"/>
              <a:gd name="connsiteY3" fmla="*/ 5981504 h 6172410"/>
              <a:gd name="connsiteX4" fmla="*/ 3605027 w 6947661"/>
              <a:gd name="connsiteY4" fmla="*/ 5886463 h 6172410"/>
              <a:gd name="connsiteX5" fmla="*/ 1344 w 6947661"/>
              <a:gd name="connsiteY5" fmla="*/ 60677 h 6172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7661" h="6172410">
                <a:moveTo>
                  <a:pt x="0" y="0"/>
                </a:moveTo>
                <a:lnTo>
                  <a:pt x="6947661" y="0"/>
                </a:lnTo>
                <a:lnTo>
                  <a:pt x="6947661" y="5919102"/>
                </a:lnTo>
                <a:lnTo>
                  <a:pt x="6705058" y="5981504"/>
                </a:lnTo>
                <a:cubicBezTo>
                  <a:pt x="5561124" y="6240281"/>
                  <a:pt x="4369627" y="6261320"/>
                  <a:pt x="3605027" y="5886463"/>
                </a:cubicBezTo>
                <a:cubicBezTo>
                  <a:pt x="2075829" y="5136749"/>
                  <a:pt x="106419" y="1812123"/>
                  <a:pt x="1344" y="60677"/>
                </a:cubicBez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2" name="Title 1">
            <a:extLst>
              <a:ext uri="{FF2B5EF4-FFF2-40B4-BE49-F238E27FC236}">
                <a16:creationId xmlns:a16="http://schemas.microsoft.com/office/drawing/2014/main" id="{089BF5C2-7237-432B-8EE0-B282855ECE5A}"/>
              </a:ext>
            </a:extLst>
          </p:cNvPr>
          <p:cNvSpPr>
            <a:spLocks noGrp="1"/>
          </p:cNvSpPr>
          <p:nvPr>
            <p:ph type="title" hasCustomPrompt="1"/>
          </p:nvPr>
        </p:nvSpPr>
        <p:spPr>
          <a:xfrm>
            <a:off x="828674" y="969240"/>
            <a:ext cx="4875439" cy="2215991"/>
          </a:xfrm>
        </p:spPr>
        <p:txBody>
          <a:bodyPr wrap="square" lIns="0" tIns="0" rIns="0" bIns="0" anchor="b" anchorCtr="0">
            <a:normAutofit/>
          </a:bodyPr>
          <a:lstStyle>
            <a:lvl1pPr>
              <a:lnSpc>
                <a:spcPct val="90000"/>
              </a:lnSpc>
              <a:defRPr sz="40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SIMPAN JUDUL SKRIPSI ANDA DI SINI (CUKUP HINGGA 4 BARIS)</a:t>
            </a:r>
          </a:p>
        </p:txBody>
      </p:sp>
      <p:sp>
        <p:nvSpPr>
          <p:cNvPr id="9" name="Text Placeholder 8">
            <a:extLst>
              <a:ext uri="{FF2B5EF4-FFF2-40B4-BE49-F238E27FC236}">
                <a16:creationId xmlns:a16="http://schemas.microsoft.com/office/drawing/2014/main" id="{1B97C28E-05D6-4910-9183-43706FBAE78B}"/>
              </a:ext>
            </a:extLst>
          </p:cNvPr>
          <p:cNvSpPr>
            <a:spLocks noGrp="1"/>
          </p:cNvSpPr>
          <p:nvPr>
            <p:ph type="body" sz="quarter" idx="10" hasCustomPrompt="1"/>
          </p:nvPr>
        </p:nvSpPr>
        <p:spPr>
          <a:xfrm>
            <a:off x="828675" y="3284537"/>
            <a:ext cx="5697538" cy="534989"/>
          </a:xfrm>
        </p:spPr>
        <p:txBody>
          <a:bodyPr lIns="0" tIns="0" rIns="0" bIns="0"/>
          <a:lstStyle>
            <a:lvl1pPr>
              <a:lnSpc>
                <a:spcPct val="100000"/>
              </a:lnSpc>
              <a:buNone/>
              <a:defRPr/>
            </a:lvl1pPr>
            <a:lvl2pPr>
              <a:buNone/>
              <a:defRPr/>
            </a:lvl2pPr>
            <a:lvl3pPr>
              <a:buNone/>
              <a:defRPr/>
            </a:lvl3pPr>
            <a:lvl4pPr>
              <a:buNone/>
              <a:defRPr/>
            </a:lvl4pPr>
            <a:lvl5pPr>
              <a:buNone/>
              <a:defRPr/>
            </a:lvl5pPr>
          </a:lstStyle>
          <a:p>
            <a:pPr lvl="0"/>
            <a:r>
              <a:rPr lang="en-US"/>
              <a:t>Sub Judul Teks Presentasi</a:t>
            </a:r>
          </a:p>
        </p:txBody>
      </p:sp>
      <p:sp>
        <p:nvSpPr>
          <p:cNvPr id="11" name="Text Placeholder 10">
            <a:extLst>
              <a:ext uri="{FF2B5EF4-FFF2-40B4-BE49-F238E27FC236}">
                <a16:creationId xmlns:a16="http://schemas.microsoft.com/office/drawing/2014/main" id="{08812CD9-026A-43FF-8C74-D3576D4CF3A1}"/>
              </a:ext>
            </a:extLst>
          </p:cNvPr>
          <p:cNvSpPr>
            <a:spLocks noGrp="1"/>
          </p:cNvSpPr>
          <p:nvPr>
            <p:ph type="body" sz="quarter" idx="11" hasCustomPrompt="1"/>
          </p:nvPr>
        </p:nvSpPr>
        <p:spPr>
          <a:xfrm>
            <a:off x="828675" y="4076700"/>
            <a:ext cx="6124575" cy="498598"/>
          </a:xfrm>
        </p:spPr>
        <p:txBody>
          <a:bodyPr lIns="0" tIns="0" rIns="0" bIns="0">
            <a:normAutofit/>
          </a:bodyPr>
          <a:lstStyle>
            <a:lvl1pPr>
              <a:buNone/>
              <a:defRPr sz="36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Nama Mahasiswa</a:t>
            </a:r>
          </a:p>
        </p:txBody>
      </p:sp>
      <p:sp>
        <p:nvSpPr>
          <p:cNvPr id="12" name="Text Placeholder 10">
            <a:extLst>
              <a:ext uri="{FF2B5EF4-FFF2-40B4-BE49-F238E27FC236}">
                <a16:creationId xmlns:a16="http://schemas.microsoft.com/office/drawing/2014/main" id="{5BB1B8CE-4595-413D-9A99-28299ECA672F}"/>
              </a:ext>
            </a:extLst>
          </p:cNvPr>
          <p:cNvSpPr>
            <a:spLocks noGrp="1"/>
          </p:cNvSpPr>
          <p:nvPr>
            <p:ph type="body" sz="quarter" idx="12" hasCustomPrompt="1"/>
          </p:nvPr>
        </p:nvSpPr>
        <p:spPr>
          <a:xfrm>
            <a:off x="828675" y="4562475"/>
            <a:ext cx="6124575" cy="332399"/>
          </a:xfrm>
        </p:spPr>
        <p:txBody>
          <a:bodyPr lIns="0" tIns="0" rIns="0" bIns="0">
            <a:normAutofit/>
          </a:bodyPr>
          <a:lstStyle>
            <a:lvl1pPr>
              <a:buNone/>
              <a:defRPr sz="24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Nomor Induk Mahasiswa</a:t>
            </a:r>
          </a:p>
        </p:txBody>
      </p:sp>
      <p:sp>
        <p:nvSpPr>
          <p:cNvPr id="13" name="Text Placeholder 10">
            <a:extLst>
              <a:ext uri="{FF2B5EF4-FFF2-40B4-BE49-F238E27FC236}">
                <a16:creationId xmlns:a16="http://schemas.microsoft.com/office/drawing/2014/main" id="{90885E76-6003-4292-8C3B-72E0349382D2}"/>
              </a:ext>
            </a:extLst>
          </p:cNvPr>
          <p:cNvSpPr>
            <a:spLocks noGrp="1"/>
          </p:cNvSpPr>
          <p:nvPr>
            <p:ph type="body" sz="quarter" idx="13" hasCustomPrompt="1"/>
          </p:nvPr>
        </p:nvSpPr>
        <p:spPr>
          <a:xfrm>
            <a:off x="1592261" y="5477496"/>
            <a:ext cx="6728178" cy="332399"/>
          </a:xfrm>
        </p:spPr>
        <p:txBody>
          <a:bodyPr lIns="0" tIns="0" rIns="0" bIns="0">
            <a:normAutofit/>
          </a:bodyPr>
          <a:lstStyle>
            <a:lvl1pP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Nama Universitas</a:t>
            </a:r>
          </a:p>
        </p:txBody>
      </p:sp>
      <p:sp>
        <p:nvSpPr>
          <p:cNvPr id="14" name="Text Placeholder 10">
            <a:extLst>
              <a:ext uri="{FF2B5EF4-FFF2-40B4-BE49-F238E27FC236}">
                <a16:creationId xmlns:a16="http://schemas.microsoft.com/office/drawing/2014/main" id="{F1659210-D971-465D-8448-D1D1778563CA}"/>
              </a:ext>
            </a:extLst>
          </p:cNvPr>
          <p:cNvSpPr>
            <a:spLocks noGrp="1"/>
          </p:cNvSpPr>
          <p:nvPr>
            <p:ph type="body" sz="quarter" idx="14" hasCustomPrompt="1"/>
          </p:nvPr>
        </p:nvSpPr>
        <p:spPr>
          <a:xfrm>
            <a:off x="1592261" y="5825149"/>
            <a:ext cx="6728178" cy="332399"/>
          </a:xfrm>
        </p:spPr>
        <p:txBody>
          <a:bodyPr lIns="0" tIns="0" rIns="0" bIns="0">
            <a:normAutofit/>
          </a:bodyPr>
          <a:lstStyle>
            <a:lvl1pPr>
              <a:buNone/>
              <a:defRPr sz="24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Jurusan </a:t>
            </a:r>
          </a:p>
        </p:txBody>
      </p:sp>
      <p:sp>
        <p:nvSpPr>
          <p:cNvPr id="21" name="Picture Placeholder 20">
            <a:extLst>
              <a:ext uri="{FF2B5EF4-FFF2-40B4-BE49-F238E27FC236}">
                <a16:creationId xmlns:a16="http://schemas.microsoft.com/office/drawing/2014/main" id="{6AE35119-B593-4FEF-A559-744AE802CDD6}"/>
              </a:ext>
            </a:extLst>
          </p:cNvPr>
          <p:cNvSpPr>
            <a:spLocks noGrp="1"/>
          </p:cNvSpPr>
          <p:nvPr>
            <p:ph type="pic" sz="quarter" idx="16" hasCustomPrompt="1"/>
          </p:nvPr>
        </p:nvSpPr>
        <p:spPr>
          <a:xfrm>
            <a:off x="828674" y="5476875"/>
            <a:ext cx="679450" cy="681038"/>
          </a:xfrm>
        </p:spPr>
        <p:txBody>
          <a:bodyPr anchor="ctr" anchorCtr="0">
            <a:noAutofit/>
          </a:bodyPr>
          <a:lstStyle>
            <a:lvl1pPr algn="ctr">
              <a:buNone/>
              <a:defRPr sz="2000"/>
            </a:lvl1pPr>
          </a:lstStyle>
          <a:p>
            <a:r>
              <a:rPr lang="en-US"/>
              <a:t>icon</a:t>
            </a:r>
          </a:p>
        </p:txBody>
      </p:sp>
      <p:sp>
        <p:nvSpPr>
          <p:cNvPr id="34" name="Freeform: Shape 33">
            <a:extLst>
              <a:ext uri="{FF2B5EF4-FFF2-40B4-BE49-F238E27FC236}">
                <a16:creationId xmlns:a16="http://schemas.microsoft.com/office/drawing/2014/main" id="{BAFEC0DC-D75C-498F-BBAE-3815209F6C52}"/>
              </a:ext>
            </a:extLst>
          </p:cNvPr>
          <p:cNvSpPr/>
          <p:nvPr userDrawn="1"/>
        </p:nvSpPr>
        <p:spPr>
          <a:xfrm>
            <a:off x="1" y="6075066"/>
            <a:ext cx="1183897" cy="782935"/>
          </a:xfrm>
          <a:custGeom>
            <a:avLst/>
            <a:gdLst>
              <a:gd name="connsiteX0" fmla="*/ 99667 w 1183897"/>
              <a:gd name="connsiteY0" fmla="*/ 0 h 782935"/>
              <a:gd name="connsiteX1" fmla="*/ 1152844 w 1183897"/>
              <a:gd name="connsiteY1" fmla="*/ 698093 h 782935"/>
              <a:gd name="connsiteX2" fmla="*/ 1183897 w 1183897"/>
              <a:gd name="connsiteY2" fmla="*/ 782935 h 782935"/>
              <a:gd name="connsiteX3" fmla="*/ 0 w 1183897"/>
              <a:gd name="connsiteY3" fmla="*/ 782935 h 782935"/>
              <a:gd name="connsiteX4" fmla="*/ 0 w 1183897"/>
              <a:gd name="connsiteY4" fmla="*/ 5033 h 78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3897" h="782935">
                <a:moveTo>
                  <a:pt x="99667" y="0"/>
                </a:moveTo>
                <a:cubicBezTo>
                  <a:pt x="573113" y="0"/>
                  <a:pt x="979328" y="287853"/>
                  <a:pt x="1152844" y="698093"/>
                </a:cubicBezTo>
                <a:lnTo>
                  <a:pt x="1183897" y="782935"/>
                </a:lnTo>
                <a:lnTo>
                  <a:pt x="0" y="782935"/>
                </a:lnTo>
                <a:lnTo>
                  <a:pt x="0" y="503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42009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1+#ppt_w/2"/>
                                          </p:val>
                                        </p:tav>
                                        <p:tav tm="100000">
                                          <p:val>
                                            <p:strVal val="#ppt_x"/>
                                          </p:val>
                                        </p:tav>
                                      </p:tavLst>
                                    </p:anim>
                                    <p:anim calcmode="lin" valueType="num">
                                      <p:cBhvr additive="base">
                                        <p:cTn id="8" dur="500" fill="hold"/>
                                        <p:tgtEl>
                                          <p:spTgt spid="39"/>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9">
                                            <p:txEl>
                                              <p:pRg st="0" end="0"/>
                                            </p:txEl>
                                          </p:spTgt>
                                        </p:tgtEl>
                                        <p:attrNameLst>
                                          <p:attrName>style.visibility</p:attrName>
                                        </p:attrNameLst>
                                      </p:cBhvr>
                                      <p:to>
                                        <p:strVal val="visible"/>
                                      </p:to>
                                    </p:set>
                                    <p:anim calcmode="lin" valueType="num">
                                      <p:cBhvr additive="base">
                                        <p:cTn id="15"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9">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750"/>
                                  </p:stCondLst>
                                  <p:childTnLst>
                                    <p:set>
                                      <p:cBhvr>
                                        <p:cTn id="18" dur="1" fill="hold">
                                          <p:stCondLst>
                                            <p:cond delay="0"/>
                                          </p:stCondLst>
                                        </p:cTn>
                                        <p:tgtEl>
                                          <p:spTgt spid="11">
                                            <p:txEl>
                                              <p:pRg st="0" end="0"/>
                                            </p:txEl>
                                          </p:spTgt>
                                        </p:tgtEl>
                                        <p:attrNameLst>
                                          <p:attrName>style.visibility</p:attrName>
                                        </p:attrNameLst>
                                      </p:cBhvr>
                                      <p:to>
                                        <p:strVal val="visible"/>
                                      </p:to>
                                    </p:set>
                                    <p:anim calcmode="lin" valueType="num">
                                      <p:cBhvr additive="base">
                                        <p:cTn id="19"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0"/>
                                  </p:stCondLst>
                                  <p:childTnLst>
                                    <p:set>
                                      <p:cBhvr>
                                        <p:cTn id="22" dur="1" fill="hold">
                                          <p:stCondLst>
                                            <p:cond delay="0"/>
                                          </p:stCondLst>
                                        </p:cTn>
                                        <p:tgtEl>
                                          <p:spTgt spid="12">
                                            <p:txEl>
                                              <p:pRg st="0" end="0"/>
                                            </p:txEl>
                                          </p:spTgt>
                                        </p:tgtEl>
                                        <p:attrNameLst>
                                          <p:attrName>style.visibility</p:attrName>
                                        </p:attrNameLst>
                                      </p:cBhvr>
                                      <p:to>
                                        <p:strVal val="visible"/>
                                      </p:to>
                                    </p:set>
                                    <p:anim calcmode="lin" valueType="num">
                                      <p:cBhvr additive="base">
                                        <p:cTn id="23"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25" fill="hold">
                            <p:stCondLst>
                              <p:cond delay="1500"/>
                            </p:stCondLst>
                            <p:childTnLst>
                              <p:par>
                                <p:cTn id="26" presetID="2" presetClass="entr" presetSubtype="8" decel="10000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500" fill="hold"/>
                                        <p:tgtEl>
                                          <p:spTgt spid="21"/>
                                        </p:tgtEl>
                                        <p:attrNameLst>
                                          <p:attrName>ppt_x</p:attrName>
                                        </p:attrNameLst>
                                      </p:cBhvr>
                                      <p:tavLst>
                                        <p:tav tm="0">
                                          <p:val>
                                            <p:strVal val="0-#ppt_w/2"/>
                                          </p:val>
                                        </p:tav>
                                        <p:tav tm="100000">
                                          <p:val>
                                            <p:strVal val="#ppt_x"/>
                                          </p:val>
                                        </p:tav>
                                      </p:tavLst>
                                    </p:anim>
                                    <p:anim calcmode="lin" valueType="num">
                                      <p:cBhvr additive="base">
                                        <p:cTn id="29" dur="500" fill="hold"/>
                                        <p:tgtEl>
                                          <p:spTgt spid="21"/>
                                        </p:tgtEl>
                                        <p:attrNameLst>
                                          <p:attrName>ppt_y</p:attrName>
                                        </p:attrNameLst>
                                      </p:cBhvr>
                                      <p:tavLst>
                                        <p:tav tm="0">
                                          <p:val>
                                            <p:strVal val="#ppt_y"/>
                                          </p:val>
                                        </p:tav>
                                        <p:tav tm="100000">
                                          <p:val>
                                            <p:strVal val="#ppt_y"/>
                                          </p:val>
                                        </p:tav>
                                      </p:tavLst>
                                    </p:anim>
                                  </p:childTnLst>
                                </p:cTn>
                              </p:par>
                              <p:par>
                                <p:cTn id="30" presetID="2" presetClass="entr" presetSubtype="4" decel="100000" fill="hold" grpId="0" nodeType="with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 calcmode="lin" valueType="num">
                                      <p:cBhvr additive="base">
                                        <p:cTn id="32"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34" presetID="2" presetClass="entr" presetSubtype="4" decel="100000" fill="hold" grpId="0" nodeType="withEffect">
                                  <p:stCondLst>
                                    <p:cond delay="250"/>
                                  </p:stCondLst>
                                  <p:childTnLst>
                                    <p:set>
                                      <p:cBhvr>
                                        <p:cTn id="35" dur="1" fill="hold">
                                          <p:stCondLst>
                                            <p:cond delay="0"/>
                                          </p:stCondLst>
                                        </p:cTn>
                                        <p:tgtEl>
                                          <p:spTgt spid="14">
                                            <p:txEl>
                                              <p:pRg st="0" end="0"/>
                                            </p:txEl>
                                          </p:spTgt>
                                        </p:tgtEl>
                                        <p:attrNameLst>
                                          <p:attrName>style.visibility</p:attrName>
                                        </p:attrNameLst>
                                      </p:cBhvr>
                                      <p:to>
                                        <p:strVal val="visible"/>
                                      </p:to>
                                    </p:set>
                                    <p:anim calcmode="lin" valueType="num">
                                      <p:cBhvr additive="base">
                                        <p:cTn id="36"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 grpId="0"/>
      <p:bldP spid="9" grpId="0" build="p">
        <p:tmplLst>
          <p:tmpl lvl="1">
            <p:tnLst>
              <p:par>
                <p:cTn presetID="2" presetClass="entr" presetSubtype="8" decel="100000" fill="hold" nodeType="withEffect">
                  <p:stCondLst>
                    <p:cond delay="5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75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build="p">
        <p:tmplLst>
          <p:tmpl lvl="1">
            <p:tnLst>
              <p:par>
                <p:cTn presetID="2" presetClass="entr" presetSubtype="8" decel="10000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build="p">
        <p:tmplLst>
          <p:tmpl lvl="1">
            <p:tnLst>
              <p:par>
                <p:cTn presetID="2" presetClass="entr" presetSubtype="4" decel="10000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Lst>
      </p:bldP>
      <p:bldP spid="14" grpId="0" build="p">
        <p:tmplLst>
          <p:tmpl lvl="1">
            <p:tnLst>
              <p:par>
                <p:cTn presetID="2" presetClass="entr" presetSubtype="4" decel="100000"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21"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C4DFC90-082B-40D4-A7BF-C9568AF5B2F8}"/>
              </a:ext>
            </a:extLst>
          </p:cNvPr>
          <p:cNvSpPr/>
          <p:nvPr userDrawn="1"/>
        </p:nvSpPr>
        <p:spPr>
          <a:xfrm flipH="1">
            <a:off x="-2" y="0"/>
            <a:ext cx="12192000" cy="6864095"/>
          </a:xfrm>
          <a:prstGeom prst="rect">
            <a:avLst/>
          </a:prstGeom>
          <a:gradFill flip="none" rotWithShape="1">
            <a:gsLst>
              <a:gs pos="0">
                <a:schemeClr val="bg1"/>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4" descr="gray and white optical illusion">
            <a:extLst>
              <a:ext uri="{FF2B5EF4-FFF2-40B4-BE49-F238E27FC236}">
                <a16:creationId xmlns:a16="http://schemas.microsoft.com/office/drawing/2014/main" id="{51A813E9-887B-406B-A42D-55DA26013D66}"/>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58DF0EA1-729E-428B-8171-2A5B0AEAB577}"/>
              </a:ext>
            </a:extLst>
          </p:cNvPr>
          <p:cNvSpPr/>
          <p:nvPr userDrawn="1"/>
        </p:nvSpPr>
        <p:spPr>
          <a:xfrm>
            <a:off x="0" y="0"/>
            <a:ext cx="12191999"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Picture Placeholder 53">
            <a:extLst>
              <a:ext uri="{FF2B5EF4-FFF2-40B4-BE49-F238E27FC236}">
                <a16:creationId xmlns:a16="http://schemas.microsoft.com/office/drawing/2014/main" id="{54F14199-0C5B-473E-991C-2B586E60207B}"/>
              </a:ext>
            </a:extLst>
          </p:cNvPr>
          <p:cNvSpPr>
            <a:spLocks noGrp="1"/>
          </p:cNvSpPr>
          <p:nvPr>
            <p:ph type="pic" sz="quarter" idx="17"/>
          </p:nvPr>
        </p:nvSpPr>
        <p:spPr>
          <a:xfrm>
            <a:off x="0" y="0"/>
            <a:ext cx="12192000" cy="4536050"/>
          </a:xfrm>
          <a:custGeom>
            <a:avLst/>
            <a:gdLst>
              <a:gd name="connsiteX0" fmla="*/ 0 w 12192000"/>
              <a:gd name="connsiteY0" fmla="*/ 0 h 4536050"/>
              <a:gd name="connsiteX1" fmla="*/ 12192000 w 12192000"/>
              <a:gd name="connsiteY1" fmla="*/ 0 h 4536050"/>
              <a:gd name="connsiteX2" fmla="*/ 12192000 w 12192000"/>
              <a:gd name="connsiteY2" fmla="*/ 3429620 h 4536050"/>
              <a:gd name="connsiteX3" fmla="*/ 12061658 w 12192000"/>
              <a:gd name="connsiteY3" fmla="*/ 3505401 h 4536050"/>
              <a:gd name="connsiteX4" fmla="*/ 11665531 w 12192000"/>
              <a:gd name="connsiteY4" fmla="*/ 3711047 h 4536050"/>
              <a:gd name="connsiteX5" fmla="*/ 11409957 w 12192000"/>
              <a:gd name="connsiteY5" fmla="*/ 3826615 h 4536050"/>
              <a:gd name="connsiteX6" fmla="*/ 11401328 w 12192000"/>
              <a:gd name="connsiteY6" fmla="*/ 3798816 h 4536050"/>
              <a:gd name="connsiteX7" fmla="*/ 10980057 w 12192000"/>
              <a:gd name="connsiteY7" fmla="*/ 3519579 h 4536050"/>
              <a:gd name="connsiteX8" fmla="*/ 10522857 w 12192000"/>
              <a:gd name="connsiteY8" fmla="*/ 3976779 h 4536050"/>
              <a:gd name="connsiteX9" fmla="*/ 10532146 w 12192000"/>
              <a:gd name="connsiteY9" fmla="*/ 4068921 h 4536050"/>
              <a:gd name="connsiteX10" fmla="*/ 10557306 w 12192000"/>
              <a:gd name="connsiteY10" fmla="*/ 4149976 h 4536050"/>
              <a:gd name="connsiteX11" fmla="*/ 10374075 w 12192000"/>
              <a:gd name="connsiteY11" fmla="*/ 4209144 h 4536050"/>
              <a:gd name="connsiteX12" fmla="*/ 8436394 w 12192000"/>
              <a:gd name="connsiteY12" fmla="*/ 4525757 h 4536050"/>
              <a:gd name="connsiteX13" fmla="*/ 152823 w 12192000"/>
              <a:gd name="connsiteY13" fmla="*/ 1582390 h 4536050"/>
              <a:gd name="connsiteX14" fmla="*/ 0 w 12192000"/>
              <a:gd name="connsiteY14" fmla="*/ 1459358 h 4536050"/>
              <a:gd name="connsiteX15" fmla="*/ 0 w 12192000"/>
              <a:gd name="connsiteY15" fmla="*/ 1057216 h 4536050"/>
              <a:gd name="connsiteX16" fmla="*/ 5681632 w 12192000"/>
              <a:gd name="connsiteY16" fmla="*/ 1057217 h 4536050"/>
              <a:gd name="connsiteX17" fmla="*/ 6095999 w 12192000"/>
              <a:gd name="connsiteY17" fmla="*/ 642850 h 4536050"/>
              <a:gd name="connsiteX18" fmla="*/ 6096000 w 12192000"/>
              <a:gd name="connsiteY18" fmla="*/ 642850 h 4536050"/>
              <a:gd name="connsiteX19" fmla="*/ 5681633 w 12192000"/>
              <a:gd name="connsiteY19" fmla="*/ 228483 h 4536050"/>
              <a:gd name="connsiteX20" fmla="*/ 0 w 12192000"/>
              <a:gd name="connsiteY20" fmla="*/ 228483 h 4536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2000" h="4536050">
                <a:moveTo>
                  <a:pt x="0" y="0"/>
                </a:moveTo>
                <a:lnTo>
                  <a:pt x="12192000" y="0"/>
                </a:lnTo>
                <a:lnTo>
                  <a:pt x="12192000" y="3429620"/>
                </a:lnTo>
                <a:lnTo>
                  <a:pt x="12061658" y="3505401"/>
                </a:lnTo>
                <a:cubicBezTo>
                  <a:pt x="11932626" y="3576833"/>
                  <a:pt x="11800547" y="3645486"/>
                  <a:pt x="11665531" y="3711047"/>
                </a:cubicBezTo>
                <a:lnTo>
                  <a:pt x="11409957" y="3826615"/>
                </a:lnTo>
                <a:lnTo>
                  <a:pt x="11401328" y="3798816"/>
                </a:lnTo>
                <a:cubicBezTo>
                  <a:pt x="11331921" y="3634720"/>
                  <a:pt x="11169436" y="3519579"/>
                  <a:pt x="10980057" y="3519579"/>
                </a:cubicBezTo>
                <a:cubicBezTo>
                  <a:pt x="10727552" y="3519579"/>
                  <a:pt x="10522857" y="3724274"/>
                  <a:pt x="10522857" y="3976779"/>
                </a:cubicBezTo>
                <a:cubicBezTo>
                  <a:pt x="10522857" y="4008342"/>
                  <a:pt x="10526055" y="4039158"/>
                  <a:pt x="10532146" y="4068921"/>
                </a:cubicBezTo>
                <a:lnTo>
                  <a:pt x="10557306" y="4149976"/>
                </a:lnTo>
                <a:lnTo>
                  <a:pt x="10374075" y="4209144"/>
                </a:lnTo>
                <a:cubicBezTo>
                  <a:pt x="9767505" y="4385892"/>
                  <a:pt x="9119253" y="4498117"/>
                  <a:pt x="8436394" y="4525757"/>
                </a:cubicBezTo>
                <a:cubicBezTo>
                  <a:pt x="6222061" y="4676838"/>
                  <a:pt x="2173546" y="3139519"/>
                  <a:pt x="152823" y="1582390"/>
                </a:cubicBezTo>
                <a:lnTo>
                  <a:pt x="0" y="1459358"/>
                </a:lnTo>
                <a:lnTo>
                  <a:pt x="0" y="1057216"/>
                </a:lnTo>
                <a:lnTo>
                  <a:pt x="5681632" y="1057217"/>
                </a:lnTo>
                <a:cubicBezTo>
                  <a:pt x="5910481" y="1057217"/>
                  <a:pt x="6095999" y="871699"/>
                  <a:pt x="6095999" y="642850"/>
                </a:cubicBezTo>
                <a:lnTo>
                  <a:pt x="6096000" y="642850"/>
                </a:lnTo>
                <a:cubicBezTo>
                  <a:pt x="6096000" y="414001"/>
                  <a:pt x="5910483" y="228483"/>
                  <a:pt x="5681633" y="228483"/>
                </a:cubicBezTo>
                <a:lnTo>
                  <a:pt x="0" y="228483"/>
                </a:ln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2" name="Title 1">
            <a:extLst>
              <a:ext uri="{FF2B5EF4-FFF2-40B4-BE49-F238E27FC236}">
                <a16:creationId xmlns:a16="http://schemas.microsoft.com/office/drawing/2014/main" id="{089BF5C2-7237-432B-8EE0-B282855ECE5A}"/>
              </a:ext>
            </a:extLst>
          </p:cNvPr>
          <p:cNvSpPr>
            <a:spLocks noGrp="1"/>
          </p:cNvSpPr>
          <p:nvPr>
            <p:ph type="title" hasCustomPrompt="1"/>
          </p:nvPr>
        </p:nvSpPr>
        <p:spPr>
          <a:xfrm>
            <a:off x="552385" y="3935499"/>
            <a:ext cx="5248340" cy="1846659"/>
          </a:xfrm>
        </p:spPr>
        <p:txBody>
          <a:bodyPr wrap="square" lIns="0" tIns="0" rIns="0" bIns="0" anchor="b" anchorCtr="0">
            <a:normAutofit/>
          </a:bodyPr>
          <a:lstStyle>
            <a:lvl1pPr>
              <a:lnSpc>
                <a:spcPct val="90000"/>
              </a:lnSpc>
              <a:defRPr sz="400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SIMPAN JUDUL SKRIPSI ANDA DI SINI (3 BARIS)</a:t>
            </a:r>
          </a:p>
        </p:txBody>
      </p:sp>
      <p:sp>
        <p:nvSpPr>
          <p:cNvPr id="9" name="Text Placeholder 8">
            <a:extLst>
              <a:ext uri="{FF2B5EF4-FFF2-40B4-BE49-F238E27FC236}">
                <a16:creationId xmlns:a16="http://schemas.microsoft.com/office/drawing/2014/main" id="{1B97C28E-05D6-4910-9183-43706FBAE78B}"/>
              </a:ext>
            </a:extLst>
          </p:cNvPr>
          <p:cNvSpPr>
            <a:spLocks noGrp="1"/>
          </p:cNvSpPr>
          <p:nvPr>
            <p:ph type="body" sz="quarter" idx="10" hasCustomPrompt="1"/>
          </p:nvPr>
        </p:nvSpPr>
        <p:spPr>
          <a:xfrm>
            <a:off x="552388" y="5826353"/>
            <a:ext cx="5697538" cy="534989"/>
          </a:xfrm>
        </p:spPr>
        <p:txBody>
          <a:bodyPr lIns="0" tIns="0" rIns="0" bIns="0"/>
          <a:lstStyle>
            <a:lvl1pPr>
              <a:lnSpc>
                <a:spcPct val="100000"/>
              </a:lnSpc>
              <a:buNone/>
              <a:defRPr/>
            </a:lvl1pPr>
            <a:lvl2pPr>
              <a:buNone/>
              <a:defRPr/>
            </a:lvl2pPr>
            <a:lvl3pPr>
              <a:buNone/>
              <a:defRPr/>
            </a:lvl3pPr>
            <a:lvl4pPr>
              <a:buNone/>
              <a:defRPr/>
            </a:lvl4pPr>
            <a:lvl5pPr>
              <a:buNone/>
              <a:defRPr/>
            </a:lvl5pPr>
          </a:lstStyle>
          <a:p>
            <a:pPr lvl="0"/>
            <a:r>
              <a:rPr lang="en-US"/>
              <a:t>Sub Judul Teks Presentasi</a:t>
            </a:r>
          </a:p>
        </p:txBody>
      </p:sp>
      <p:sp>
        <p:nvSpPr>
          <p:cNvPr id="11" name="Text Placeholder 10">
            <a:extLst>
              <a:ext uri="{FF2B5EF4-FFF2-40B4-BE49-F238E27FC236}">
                <a16:creationId xmlns:a16="http://schemas.microsoft.com/office/drawing/2014/main" id="{08812CD9-026A-43FF-8C74-D3576D4CF3A1}"/>
              </a:ext>
            </a:extLst>
          </p:cNvPr>
          <p:cNvSpPr>
            <a:spLocks noGrp="1"/>
          </p:cNvSpPr>
          <p:nvPr>
            <p:ph type="body" sz="quarter" idx="11" hasCustomPrompt="1"/>
          </p:nvPr>
        </p:nvSpPr>
        <p:spPr>
          <a:xfrm>
            <a:off x="7296151" y="5543168"/>
            <a:ext cx="4527550" cy="498598"/>
          </a:xfrm>
        </p:spPr>
        <p:txBody>
          <a:bodyPr lIns="0" tIns="0" rIns="0" bIns="0" anchor="b" anchorCtr="0">
            <a:normAutofit/>
          </a:bodyPr>
          <a:lstStyle>
            <a:lvl1pPr>
              <a:buNone/>
              <a:defRPr sz="36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Nama Mahasiswa</a:t>
            </a:r>
          </a:p>
        </p:txBody>
      </p:sp>
      <p:sp>
        <p:nvSpPr>
          <p:cNvPr id="12" name="Text Placeholder 10">
            <a:extLst>
              <a:ext uri="{FF2B5EF4-FFF2-40B4-BE49-F238E27FC236}">
                <a16:creationId xmlns:a16="http://schemas.microsoft.com/office/drawing/2014/main" id="{5BB1B8CE-4595-413D-9A99-28299ECA672F}"/>
              </a:ext>
            </a:extLst>
          </p:cNvPr>
          <p:cNvSpPr>
            <a:spLocks noGrp="1"/>
          </p:cNvSpPr>
          <p:nvPr>
            <p:ph type="body" sz="quarter" idx="12" hasCustomPrompt="1"/>
          </p:nvPr>
        </p:nvSpPr>
        <p:spPr>
          <a:xfrm>
            <a:off x="7296151" y="6028943"/>
            <a:ext cx="4527550" cy="332399"/>
          </a:xfrm>
        </p:spPr>
        <p:txBody>
          <a:bodyPr lIns="0" tIns="0" rIns="0" bIns="0">
            <a:normAutofit/>
          </a:bodyPr>
          <a:lstStyle>
            <a:lvl1pPr>
              <a:buNone/>
              <a:defRPr sz="24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Nomor Induk Mahasiswa</a:t>
            </a:r>
          </a:p>
        </p:txBody>
      </p:sp>
      <p:sp>
        <p:nvSpPr>
          <p:cNvPr id="53" name="Freeform: Shape 52">
            <a:extLst>
              <a:ext uri="{FF2B5EF4-FFF2-40B4-BE49-F238E27FC236}">
                <a16:creationId xmlns:a16="http://schemas.microsoft.com/office/drawing/2014/main" id="{8ACAABB3-ABAC-4286-8DE1-76CCA229CDEA}"/>
              </a:ext>
            </a:extLst>
          </p:cNvPr>
          <p:cNvSpPr/>
          <p:nvPr userDrawn="1"/>
        </p:nvSpPr>
        <p:spPr>
          <a:xfrm>
            <a:off x="-5" y="228483"/>
            <a:ext cx="6096005" cy="828734"/>
          </a:xfrm>
          <a:custGeom>
            <a:avLst/>
            <a:gdLst>
              <a:gd name="connsiteX0" fmla="*/ 0 w 6096005"/>
              <a:gd name="connsiteY0" fmla="*/ 0 h 828734"/>
              <a:gd name="connsiteX1" fmla="*/ 5681638 w 6096005"/>
              <a:gd name="connsiteY1" fmla="*/ 0 h 828734"/>
              <a:gd name="connsiteX2" fmla="*/ 6096005 w 6096005"/>
              <a:gd name="connsiteY2" fmla="*/ 414367 h 828734"/>
              <a:gd name="connsiteX3" fmla="*/ 6096004 w 6096005"/>
              <a:gd name="connsiteY3" fmla="*/ 414367 h 828734"/>
              <a:gd name="connsiteX4" fmla="*/ 5681637 w 6096005"/>
              <a:gd name="connsiteY4" fmla="*/ 828734 h 828734"/>
              <a:gd name="connsiteX5" fmla="*/ 0 w 6096005"/>
              <a:gd name="connsiteY5" fmla="*/ 828733 h 82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5" h="828734">
                <a:moveTo>
                  <a:pt x="0" y="0"/>
                </a:moveTo>
                <a:lnTo>
                  <a:pt x="5681638" y="0"/>
                </a:lnTo>
                <a:cubicBezTo>
                  <a:pt x="5910487" y="0"/>
                  <a:pt x="6096005" y="185518"/>
                  <a:pt x="6096005" y="414367"/>
                </a:cubicBezTo>
                <a:lnTo>
                  <a:pt x="6096004" y="414367"/>
                </a:lnTo>
                <a:cubicBezTo>
                  <a:pt x="6096004" y="643216"/>
                  <a:pt x="5910486" y="828734"/>
                  <a:pt x="5681637" y="828734"/>
                </a:cubicBezTo>
                <a:lnTo>
                  <a:pt x="0" y="82873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285750" indent="-285750" algn="ctr">
              <a:buFont typeface="Arial" panose="020B0604020202020204" pitchFamily="34" charset="0"/>
              <a:buChar char="•"/>
            </a:pPr>
            <a:endParaRPr lang="en-US"/>
          </a:p>
        </p:txBody>
      </p:sp>
      <p:sp>
        <p:nvSpPr>
          <p:cNvPr id="13" name="Text Placeholder 10">
            <a:extLst>
              <a:ext uri="{FF2B5EF4-FFF2-40B4-BE49-F238E27FC236}">
                <a16:creationId xmlns:a16="http://schemas.microsoft.com/office/drawing/2014/main" id="{90885E76-6003-4292-8C3B-72E0349382D2}"/>
              </a:ext>
            </a:extLst>
          </p:cNvPr>
          <p:cNvSpPr>
            <a:spLocks noGrp="1"/>
          </p:cNvSpPr>
          <p:nvPr>
            <p:ph type="body" sz="quarter" idx="13" hasCustomPrompt="1"/>
          </p:nvPr>
        </p:nvSpPr>
        <p:spPr>
          <a:xfrm>
            <a:off x="1028700" y="306164"/>
            <a:ext cx="4772025" cy="332399"/>
          </a:xfrm>
        </p:spPr>
        <p:txBody>
          <a:bodyPr lIns="0" tIns="0" rIns="0" bIns="0">
            <a:normAutofit/>
          </a:bodyPr>
          <a:lstStyle>
            <a:lvl1pPr>
              <a:buNone/>
              <a:defRPr sz="24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Nama Universitas</a:t>
            </a:r>
          </a:p>
        </p:txBody>
      </p:sp>
      <p:sp>
        <p:nvSpPr>
          <p:cNvPr id="14" name="Text Placeholder 10">
            <a:extLst>
              <a:ext uri="{FF2B5EF4-FFF2-40B4-BE49-F238E27FC236}">
                <a16:creationId xmlns:a16="http://schemas.microsoft.com/office/drawing/2014/main" id="{F1659210-D971-465D-8448-D1D1778563CA}"/>
              </a:ext>
            </a:extLst>
          </p:cNvPr>
          <p:cNvSpPr>
            <a:spLocks noGrp="1"/>
          </p:cNvSpPr>
          <p:nvPr>
            <p:ph type="body" sz="quarter" idx="14" hasCustomPrompt="1"/>
          </p:nvPr>
        </p:nvSpPr>
        <p:spPr>
          <a:xfrm>
            <a:off x="1028700" y="653817"/>
            <a:ext cx="4772025" cy="332399"/>
          </a:xfrm>
        </p:spPr>
        <p:txBody>
          <a:bodyPr lIns="0" tIns="0" rIns="0" bIns="0">
            <a:normAutofit/>
          </a:bodyPr>
          <a:lstStyle>
            <a:lvl1pPr>
              <a:buNone/>
              <a:defRPr sz="2400" b="0">
                <a:solidFill>
                  <a:schemeClr val="bg1"/>
                </a:solidFill>
                <a:latin typeface="Segoe UI" panose="020B0502040204020203" pitchFamily="34" charset="0"/>
                <a:ea typeface="Open Sans" panose="020B0606030504020204" pitchFamily="34" charset="0"/>
                <a:cs typeface="Segoe UI" panose="020B0502040204020203" pitchFamily="34" charset="0"/>
              </a:defRPr>
            </a:lvl1pPr>
          </a:lstStyle>
          <a:p>
            <a:pPr lvl="0"/>
            <a:r>
              <a:rPr lang="en-US"/>
              <a:t>Jurusan</a:t>
            </a:r>
          </a:p>
        </p:txBody>
      </p:sp>
      <p:sp>
        <p:nvSpPr>
          <p:cNvPr id="26" name="Picture Placeholder 20">
            <a:extLst>
              <a:ext uri="{FF2B5EF4-FFF2-40B4-BE49-F238E27FC236}">
                <a16:creationId xmlns:a16="http://schemas.microsoft.com/office/drawing/2014/main" id="{E00EC92B-2CB4-44E1-A354-724F3911B504}"/>
              </a:ext>
            </a:extLst>
          </p:cNvPr>
          <p:cNvSpPr>
            <a:spLocks noGrp="1"/>
          </p:cNvSpPr>
          <p:nvPr>
            <p:ph type="pic" sz="quarter" idx="16" hasCustomPrompt="1"/>
          </p:nvPr>
        </p:nvSpPr>
        <p:spPr>
          <a:xfrm>
            <a:off x="212660" y="306164"/>
            <a:ext cx="679450" cy="681038"/>
          </a:xfrm>
        </p:spPr>
        <p:txBody>
          <a:bodyPr anchor="ctr" anchorCtr="0">
            <a:noAutofit/>
          </a:bodyPr>
          <a:lstStyle>
            <a:lvl1pPr algn="ctr">
              <a:buNone/>
              <a:defRPr sz="2000">
                <a:solidFill>
                  <a:schemeClr val="bg1"/>
                </a:solidFill>
              </a:defRPr>
            </a:lvl1pPr>
          </a:lstStyle>
          <a:p>
            <a:r>
              <a:rPr lang="en-US"/>
              <a:t>icon</a:t>
            </a:r>
          </a:p>
        </p:txBody>
      </p:sp>
      <p:sp>
        <p:nvSpPr>
          <p:cNvPr id="33" name="Freeform: Shape 32">
            <a:extLst>
              <a:ext uri="{FF2B5EF4-FFF2-40B4-BE49-F238E27FC236}">
                <a16:creationId xmlns:a16="http://schemas.microsoft.com/office/drawing/2014/main" id="{6BDA01DC-58AB-43FA-8406-2E5E85E6C8DF}"/>
              </a:ext>
            </a:extLst>
          </p:cNvPr>
          <p:cNvSpPr/>
          <p:nvPr userDrawn="1"/>
        </p:nvSpPr>
        <p:spPr>
          <a:xfrm rot="17100000">
            <a:off x="10177528" y="5194797"/>
            <a:ext cx="1329608" cy="2755198"/>
          </a:xfrm>
          <a:custGeom>
            <a:avLst/>
            <a:gdLst>
              <a:gd name="connsiteX0" fmla="*/ 1234344 w 1329608"/>
              <a:gd name="connsiteY0" fmla="*/ 2161155 h 2755198"/>
              <a:gd name="connsiteX1" fmla="*/ 1287252 w 1329608"/>
              <a:gd name="connsiteY1" fmla="*/ 2378755 h 2755198"/>
              <a:gd name="connsiteX2" fmla="*/ 1329608 w 1329608"/>
              <a:gd name="connsiteY2" fmla="*/ 2596745 h 2755198"/>
              <a:gd name="connsiteX3" fmla="*/ 738253 w 1329608"/>
              <a:gd name="connsiteY3" fmla="*/ 2755198 h 2755198"/>
              <a:gd name="connsiteX4" fmla="*/ 0 w 1329608"/>
              <a:gd name="connsiteY4" fmla="*/ 0 h 2755198"/>
              <a:gd name="connsiteX5" fmla="*/ 54042 w 1329608"/>
              <a:gd name="connsiteY5" fmla="*/ 51738 h 2755198"/>
              <a:gd name="connsiteX6" fmla="*/ 1234344 w 1329608"/>
              <a:gd name="connsiteY6" fmla="*/ 2161155 h 2755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9608" h="2755198">
                <a:moveTo>
                  <a:pt x="1234344" y="2161155"/>
                </a:moveTo>
                <a:cubicBezTo>
                  <a:pt x="1253517" y="2232777"/>
                  <a:pt x="1271184" y="2305323"/>
                  <a:pt x="1287252" y="2378755"/>
                </a:cubicBezTo>
                <a:lnTo>
                  <a:pt x="1329608" y="2596745"/>
                </a:lnTo>
                <a:lnTo>
                  <a:pt x="738253" y="2755198"/>
                </a:lnTo>
                <a:lnTo>
                  <a:pt x="0" y="0"/>
                </a:lnTo>
                <a:lnTo>
                  <a:pt x="54042" y="51738"/>
                </a:lnTo>
                <a:cubicBezTo>
                  <a:pt x="557282" y="575463"/>
                  <a:pt x="1004267" y="1301699"/>
                  <a:pt x="1234344" y="216115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Oval 55">
            <a:extLst>
              <a:ext uri="{FF2B5EF4-FFF2-40B4-BE49-F238E27FC236}">
                <a16:creationId xmlns:a16="http://schemas.microsoft.com/office/drawing/2014/main" id="{ACC38FF7-5549-4221-9246-CBA1194BD805}"/>
              </a:ext>
            </a:extLst>
          </p:cNvPr>
          <p:cNvSpPr/>
          <p:nvPr userDrawn="1"/>
        </p:nvSpPr>
        <p:spPr>
          <a:xfrm>
            <a:off x="10522857" y="3519579"/>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03E738DD-C797-4970-9F44-CD89DD11363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0732775" y="3729497"/>
            <a:ext cx="494564" cy="494564"/>
          </a:xfrm>
          <a:prstGeom prst="rect">
            <a:avLst/>
          </a:prstGeom>
        </p:spPr>
      </p:pic>
    </p:spTree>
    <p:extLst>
      <p:ext uri="{BB962C8B-B14F-4D97-AF65-F5344CB8AC3E}">
        <p14:creationId xmlns:p14="http://schemas.microsoft.com/office/powerpoint/2010/main" val="312648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0-#ppt_w/2"/>
                                          </p:val>
                                        </p:tav>
                                        <p:tav tm="100000">
                                          <p:val>
                                            <p:strVal val="#ppt_x"/>
                                          </p:val>
                                        </p:tav>
                                      </p:tavLst>
                                    </p:anim>
                                    <p:anim calcmode="lin" valueType="num">
                                      <p:cBhvr additive="base">
                                        <p:cTn id="8" dur="500" fill="hold"/>
                                        <p:tgtEl>
                                          <p:spTgt spid="5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0-#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 calcmode="lin" valueType="num">
                                      <p:cBhvr additive="base">
                                        <p:cTn id="15"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anim calcmode="lin" valueType="num">
                                      <p:cBhvr additive="base">
                                        <p:cTn id="19"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25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500" fill="hold"/>
                                        <p:tgtEl>
                                          <p:spTgt spid="56"/>
                                        </p:tgtEl>
                                        <p:attrNameLst>
                                          <p:attrName>ppt_x</p:attrName>
                                        </p:attrNameLst>
                                      </p:cBhvr>
                                      <p:tavLst>
                                        <p:tav tm="0">
                                          <p:val>
                                            <p:strVal val="1+#ppt_w/2"/>
                                          </p:val>
                                        </p:tav>
                                        <p:tav tm="100000">
                                          <p:val>
                                            <p:strVal val="#ppt_x"/>
                                          </p:val>
                                        </p:tav>
                                      </p:tavLst>
                                    </p:anim>
                                    <p:anim calcmode="lin" valueType="num">
                                      <p:cBhvr additive="base">
                                        <p:cTn id="24" dur="500" fill="hold"/>
                                        <p:tgtEl>
                                          <p:spTgt spid="56"/>
                                        </p:tgtEl>
                                        <p:attrNameLst>
                                          <p:attrName>ppt_y</p:attrName>
                                        </p:attrNameLst>
                                      </p:cBhvr>
                                      <p:tavLst>
                                        <p:tav tm="0">
                                          <p:val>
                                            <p:strVal val="#ppt_y"/>
                                          </p:val>
                                        </p:tav>
                                        <p:tav tm="100000">
                                          <p:val>
                                            <p:strVal val="#ppt_y"/>
                                          </p:val>
                                        </p:tav>
                                      </p:tavLst>
                                    </p:anim>
                                  </p:childTnLst>
                                </p:cTn>
                              </p:par>
                              <p:par>
                                <p:cTn id="25" presetID="2" presetClass="entr" presetSubtype="2" decel="100000" fill="hold" nodeType="withEffect">
                                  <p:stCondLst>
                                    <p:cond delay="25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500" fill="hold"/>
                                        <p:tgtEl>
                                          <p:spTgt spid="41"/>
                                        </p:tgtEl>
                                        <p:attrNameLst>
                                          <p:attrName>ppt_x</p:attrName>
                                        </p:attrNameLst>
                                      </p:cBhvr>
                                      <p:tavLst>
                                        <p:tav tm="0">
                                          <p:val>
                                            <p:strVal val="1+#ppt_w/2"/>
                                          </p:val>
                                        </p:tav>
                                        <p:tav tm="100000">
                                          <p:val>
                                            <p:strVal val="#ppt_x"/>
                                          </p:val>
                                        </p:tav>
                                      </p:tavLst>
                                    </p:anim>
                                    <p:anim calcmode="lin" valueType="num">
                                      <p:cBhvr additive="base">
                                        <p:cTn id="28" dur="500" fill="hold"/>
                                        <p:tgtEl>
                                          <p:spTgt spid="41"/>
                                        </p:tgtEl>
                                        <p:attrNameLst>
                                          <p:attrName>ppt_y</p:attrName>
                                        </p:attrNameLst>
                                      </p:cBhvr>
                                      <p:tavLst>
                                        <p:tav tm="0">
                                          <p:val>
                                            <p:strVal val="#ppt_y"/>
                                          </p:val>
                                        </p:tav>
                                        <p:tav tm="100000">
                                          <p:val>
                                            <p:strVal val="#ppt_y"/>
                                          </p:val>
                                        </p:tav>
                                      </p:tavLst>
                                    </p:anim>
                                  </p:childTnLst>
                                </p:cTn>
                              </p:par>
                            </p:childTnLst>
                          </p:cTn>
                        </p:par>
                        <p:par>
                          <p:cTn id="29" fill="hold">
                            <p:stCondLst>
                              <p:cond delay="750"/>
                            </p:stCondLst>
                            <p:childTnLst>
                              <p:par>
                                <p:cTn id="30" presetID="10" presetClass="entr" presetSubtype="0" fill="hold" grpId="0" nodeType="after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childTnLst>
                          </p:cTn>
                        </p:par>
                        <p:par>
                          <p:cTn id="33" fill="hold">
                            <p:stCondLst>
                              <p:cond delay="1250"/>
                            </p:stCondLst>
                            <p:childTnLst>
                              <p:par>
                                <p:cTn id="34" presetID="2" presetClass="entr" presetSubtype="8" decel="100000" fill="hold" grpId="0" nodeType="after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0-#ppt_w/2"/>
                                          </p:val>
                                        </p:tav>
                                        <p:tav tm="100000">
                                          <p:val>
                                            <p:strVal val="#ppt_x"/>
                                          </p:val>
                                        </p:tav>
                                      </p:tavLst>
                                    </p:anim>
                                    <p:anim calcmode="lin" valueType="num">
                                      <p:cBhvr additive="base">
                                        <p:cTn id="37" dur="500" fill="hold"/>
                                        <p:tgtEl>
                                          <p:spTgt spid="2"/>
                                        </p:tgtEl>
                                        <p:attrNameLst>
                                          <p:attrName>ppt_y</p:attrName>
                                        </p:attrNameLst>
                                      </p:cBhvr>
                                      <p:tavLst>
                                        <p:tav tm="0">
                                          <p:val>
                                            <p:strVal val="#ppt_y"/>
                                          </p:val>
                                        </p:tav>
                                        <p:tav tm="100000">
                                          <p:val>
                                            <p:strVal val="#ppt_y"/>
                                          </p:val>
                                        </p:tav>
                                      </p:tavLst>
                                    </p:anim>
                                  </p:childTnLst>
                                </p:cTn>
                              </p:par>
                              <p:par>
                                <p:cTn id="38" presetID="2" presetClass="entr" presetSubtype="8" decel="100000" fill="hold" grpId="0" nodeType="with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 calcmode="lin" valueType="num">
                                      <p:cBhvr additive="base">
                                        <p:cTn id="40"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9">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100000" fill="hold" grpId="0" nodeType="withEffect">
                                  <p:stCondLst>
                                    <p:cond delay="0"/>
                                  </p:stCondLst>
                                  <p:childTnLst>
                                    <p:set>
                                      <p:cBhvr>
                                        <p:cTn id="43" dur="1" fill="hold">
                                          <p:stCondLst>
                                            <p:cond delay="0"/>
                                          </p:stCondLst>
                                        </p:cTn>
                                        <p:tgtEl>
                                          <p:spTgt spid="11">
                                            <p:txEl>
                                              <p:pRg st="0" end="0"/>
                                            </p:txEl>
                                          </p:spTgt>
                                        </p:tgtEl>
                                        <p:attrNameLst>
                                          <p:attrName>style.visibility</p:attrName>
                                        </p:attrNameLst>
                                      </p:cBhvr>
                                      <p:to>
                                        <p:strVal val="visible"/>
                                      </p:to>
                                    </p:set>
                                    <p:anim calcmode="lin" valueType="num">
                                      <p:cBhvr additive="base">
                                        <p:cTn id="44"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11">
                                            <p:txEl>
                                              <p:pRg st="0" end="0"/>
                                            </p:txEl>
                                          </p:spTgt>
                                        </p:tgtEl>
                                        <p:attrNameLst>
                                          <p:attrName>ppt_y</p:attrName>
                                        </p:attrNameLst>
                                      </p:cBhvr>
                                      <p:tavLst>
                                        <p:tav tm="0">
                                          <p:val>
                                            <p:strVal val="#ppt_y"/>
                                          </p:val>
                                        </p:tav>
                                        <p:tav tm="100000">
                                          <p:val>
                                            <p:strVal val="#ppt_y"/>
                                          </p:val>
                                        </p:tav>
                                      </p:tavLst>
                                    </p:anim>
                                  </p:childTnLst>
                                </p:cTn>
                              </p:par>
                              <p:par>
                                <p:cTn id="46" presetID="2" presetClass="entr" presetSubtype="2" decel="100000" fill="hold" grpId="0" nodeType="withEffect">
                                  <p:stCondLst>
                                    <p:cond delay="0"/>
                                  </p:stCondLst>
                                  <p:childTnLst>
                                    <p:set>
                                      <p:cBhvr>
                                        <p:cTn id="47" dur="1" fill="hold">
                                          <p:stCondLst>
                                            <p:cond delay="0"/>
                                          </p:stCondLst>
                                        </p:cTn>
                                        <p:tgtEl>
                                          <p:spTgt spid="12">
                                            <p:txEl>
                                              <p:pRg st="0" end="0"/>
                                            </p:txEl>
                                          </p:spTgt>
                                        </p:tgtEl>
                                        <p:attrNameLst>
                                          <p:attrName>style.visibility</p:attrName>
                                        </p:attrNameLst>
                                      </p:cBhvr>
                                      <p:to>
                                        <p:strVal val="visible"/>
                                      </p:to>
                                    </p:set>
                                    <p:anim calcmode="lin" valueType="num">
                                      <p:cBhvr additive="base">
                                        <p:cTn id="48"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2" grpId="0"/>
      <p:bldP spid="9" grpId="0" build="p">
        <p:tmplLst>
          <p:tmpl lvl="1">
            <p:tnLst>
              <p:par>
                <p:cTn presetID="2" presetClass="entr" presetSubtype="8"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2"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build="p">
        <p:tmplLst>
          <p:tmpl lvl="1">
            <p:tnLst>
              <p:par>
                <p:cTn presetID="2" presetClass="entr" presetSubtype="2"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53" grpId="0" animBg="1"/>
      <p:bldP spid="13" grpId="0" build="p">
        <p:tmplLst>
          <p:tmpl lvl="1">
            <p:tnLst>
              <p:par>
                <p:cTn presetID="2" presetClass="entr" presetSubtype="8" decel="10000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0-#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14" grpId="0" build="p">
        <p:tmplLst>
          <p:tmpl lvl="1">
            <p:tnLst>
              <p:par>
                <p:cTn presetID="2" presetClass="entr" presetSubtype="8" decel="10000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26" grpId="0"/>
      <p:bldP spid="56"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spTree>
      <p:nvGrpSpPr>
        <p:cNvPr id="1" name=""/>
        <p:cNvGrpSpPr/>
        <p:nvPr/>
      </p:nvGrpSpPr>
      <p:grpSpPr>
        <a:xfrm>
          <a:off x="0" y="0"/>
          <a:ext cx="0" cy="0"/>
          <a:chOff x="0" y="0"/>
          <a:chExt cx="0" cy="0"/>
        </a:xfrm>
      </p:grpSpPr>
      <p:pic>
        <p:nvPicPr>
          <p:cNvPr id="6" name="Picture 5" descr="white and black lines illustration">
            <a:extLst>
              <a:ext uri="{FF2B5EF4-FFF2-40B4-BE49-F238E27FC236}">
                <a16:creationId xmlns:a16="http://schemas.microsoft.com/office/drawing/2014/main" id="{45496CFF-9E82-4D2A-9A6C-05920481DE98}"/>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0" y="-1"/>
            <a:ext cx="12192000" cy="6858000"/>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C2A2ABB-C59B-4C0C-A461-C5509BE424EA}"/>
              </a:ext>
            </a:extLst>
          </p:cNvPr>
          <p:cNvSpPr/>
          <p:nvPr userDrawn="1"/>
        </p:nvSpPr>
        <p:spPr>
          <a:xfrm>
            <a:off x="0" y="0"/>
            <a:ext cx="12192000" cy="6857999"/>
          </a:xfrm>
          <a:prstGeom prst="rect">
            <a:avLst/>
          </a:prstGeom>
          <a:solidFill>
            <a:srgbClr val="FFFFFF">
              <a:alpha val="9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B08AE9-734C-4E30-B745-A6A8218CBA23}"/>
              </a:ext>
            </a:extLst>
          </p:cNvPr>
          <p:cNvSpPr/>
          <p:nvPr userDrawn="1"/>
        </p:nvSpPr>
        <p:spPr>
          <a:xfrm>
            <a:off x="0" y="0"/>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CFDE212-4A82-409A-9083-E0C88FFBCB33}"/>
              </a:ext>
            </a:extLst>
          </p:cNvPr>
          <p:cNvSpPr/>
          <p:nvPr userDrawn="1"/>
        </p:nvSpPr>
        <p:spPr>
          <a:xfrm>
            <a:off x="5725100" y="-203199"/>
            <a:ext cx="6699165" cy="7264396"/>
          </a:xfrm>
          <a:custGeom>
            <a:avLst/>
            <a:gdLst>
              <a:gd name="connsiteX0" fmla="*/ 1829002 w 6699165"/>
              <a:gd name="connsiteY0" fmla="*/ 0 h 7264396"/>
              <a:gd name="connsiteX1" fmla="*/ 6699165 w 6699165"/>
              <a:gd name="connsiteY1" fmla="*/ 0 h 7264396"/>
              <a:gd name="connsiteX2" fmla="*/ 6699165 w 6699165"/>
              <a:gd name="connsiteY2" fmla="*/ 7264396 h 7264396"/>
              <a:gd name="connsiteX3" fmla="*/ 1332548 w 6699165"/>
              <a:gd name="connsiteY3" fmla="*/ 7264396 h 7264396"/>
              <a:gd name="connsiteX4" fmla="*/ 1299363 w 6699165"/>
              <a:gd name="connsiteY4" fmla="*/ 7229589 h 7264396"/>
              <a:gd name="connsiteX5" fmla="*/ 0 w 6699165"/>
              <a:gd name="connsiteY5" fmla="*/ 3866529 h 7264396"/>
              <a:gd name="connsiteX6" fmla="*/ 1820171 w 6699165"/>
              <a:gd name="connsiteY6" fmla="*/ 6940 h 726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9165" h="7264396">
                <a:moveTo>
                  <a:pt x="1829002" y="0"/>
                </a:moveTo>
                <a:lnTo>
                  <a:pt x="6699165" y="0"/>
                </a:lnTo>
                <a:lnTo>
                  <a:pt x="6699165" y="7264396"/>
                </a:lnTo>
                <a:lnTo>
                  <a:pt x="1332548" y="7264396"/>
                </a:lnTo>
                <a:lnTo>
                  <a:pt x="1299363" y="7229589"/>
                </a:lnTo>
                <a:cubicBezTo>
                  <a:pt x="492047" y="6341344"/>
                  <a:pt x="0" y="5161398"/>
                  <a:pt x="0" y="3866529"/>
                </a:cubicBezTo>
                <a:cubicBezTo>
                  <a:pt x="0" y="2312687"/>
                  <a:pt x="708547" y="924333"/>
                  <a:pt x="1820171" y="6940"/>
                </a:cubicBez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89BF5C2-7237-432B-8EE0-B282855ECE5A}"/>
              </a:ext>
            </a:extLst>
          </p:cNvPr>
          <p:cNvSpPr>
            <a:spLocks noGrp="1"/>
          </p:cNvSpPr>
          <p:nvPr>
            <p:ph type="title" hasCustomPrompt="1"/>
          </p:nvPr>
        </p:nvSpPr>
        <p:spPr>
          <a:xfrm>
            <a:off x="6494459" y="1613706"/>
            <a:ext cx="5248340" cy="3154711"/>
          </a:xfrm>
        </p:spPr>
        <p:txBody>
          <a:bodyPr wrap="square" lIns="0" tIns="0" rIns="0" bIns="0" anchor="b" anchorCtr="0">
            <a:normAutofit/>
          </a:bodyPr>
          <a:lstStyle>
            <a:lvl1pPr>
              <a:lnSpc>
                <a:spcPct val="100000"/>
              </a:lnSpc>
              <a:defRPr sz="40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SIMPAN JUDUL SKRIPSI ANDA YANG CUKUP PANJANG DI SINI (CUKUP UNTUK 5 BARIS)</a:t>
            </a:r>
          </a:p>
        </p:txBody>
      </p:sp>
      <p:sp>
        <p:nvSpPr>
          <p:cNvPr id="9" name="Text Placeholder 8">
            <a:extLst>
              <a:ext uri="{FF2B5EF4-FFF2-40B4-BE49-F238E27FC236}">
                <a16:creationId xmlns:a16="http://schemas.microsoft.com/office/drawing/2014/main" id="{1B97C28E-05D6-4910-9183-43706FBAE78B}"/>
              </a:ext>
            </a:extLst>
          </p:cNvPr>
          <p:cNvSpPr>
            <a:spLocks noGrp="1"/>
          </p:cNvSpPr>
          <p:nvPr>
            <p:ph type="body" sz="quarter" idx="10" hasCustomPrompt="1"/>
          </p:nvPr>
        </p:nvSpPr>
        <p:spPr>
          <a:xfrm>
            <a:off x="6494462" y="4812612"/>
            <a:ext cx="5248337" cy="534989"/>
          </a:xfrm>
        </p:spPr>
        <p:txBody>
          <a:bodyPr lIns="0" tIns="0" rIns="0" bIns="0"/>
          <a:lstStyle>
            <a:lvl1pPr>
              <a:lnSpc>
                <a:spcPct val="100000"/>
              </a:lnSpc>
              <a:buNone/>
              <a:defRPr>
                <a:solidFill>
                  <a:schemeClr val="bg1"/>
                </a:solidFill>
              </a:defRPr>
            </a:lvl1pPr>
            <a:lvl2pPr>
              <a:buNone/>
              <a:defRPr/>
            </a:lvl2pPr>
            <a:lvl3pPr>
              <a:buNone/>
              <a:defRPr/>
            </a:lvl3pPr>
            <a:lvl4pPr>
              <a:buNone/>
              <a:defRPr/>
            </a:lvl4pPr>
            <a:lvl5pPr>
              <a:buNone/>
              <a:defRPr/>
            </a:lvl5pPr>
          </a:lstStyle>
          <a:p>
            <a:pPr lvl="0"/>
            <a:r>
              <a:rPr lang="en-US"/>
              <a:t>Sub Judul Teks Presentasi</a:t>
            </a:r>
          </a:p>
        </p:txBody>
      </p:sp>
      <p:sp>
        <p:nvSpPr>
          <p:cNvPr id="11" name="Text Placeholder 10">
            <a:extLst>
              <a:ext uri="{FF2B5EF4-FFF2-40B4-BE49-F238E27FC236}">
                <a16:creationId xmlns:a16="http://schemas.microsoft.com/office/drawing/2014/main" id="{08812CD9-026A-43FF-8C74-D3576D4CF3A1}"/>
              </a:ext>
            </a:extLst>
          </p:cNvPr>
          <p:cNvSpPr>
            <a:spLocks noGrp="1"/>
          </p:cNvSpPr>
          <p:nvPr>
            <p:ph type="body" sz="quarter" idx="11" hasCustomPrompt="1"/>
          </p:nvPr>
        </p:nvSpPr>
        <p:spPr>
          <a:xfrm>
            <a:off x="552385" y="3109577"/>
            <a:ext cx="4527550" cy="553998"/>
          </a:xfrm>
        </p:spPr>
        <p:txBody>
          <a:bodyPr lIns="0" tIns="0" rIns="0" bIns="0" anchor="b" anchorCtr="0">
            <a:normAutofit/>
          </a:bodyPr>
          <a:lstStyle>
            <a:lvl1pPr>
              <a:buNone/>
              <a:defRPr sz="40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Nama Mahasiswa</a:t>
            </a:r>
          </a:p>
        </p:txBody>
      </p:sp>
      <p:sp>
        <p:nvSpPr>
          <p:cNvPr id="12" name="Text Placeholder 10">
            <a:extLst>
              <a:ext uri="{FF2B5EF4-FFF2-40B4-BE49-F238E27FC236}">
                <a16:creationId xmlns:a16="http://schemas.microsoft.com/office/drawing/2014/main" id="{5BB1B8CE-4595-413D-9A99-28299ECA672F}"/>
              </a:ext>
            </a:extLst>
          </p:cNvPr>
          <p:cNvSpPr>
            <a:spLocks noGrp="1"/>
          </p:cNvSpPr>
          <p:nvPr>
            <p:ph type="body" sz="quarter" idx="12" hasCustomPrompt="1"/>
          </p:nvPr>
        </p:nvSpPr>
        <p:spPr>
          <a:xfrm>
            <a:off x="552385" y="3682436"/>
            <a:ext cx="4527550" cy="387798"/>
          </a:xfrm>
        </p:spPr>
        <p:txBody>
          <a:bodyPr lIns="0" tIns="0" rIns="0" bIns="0">
            <a:normAutofit/>
          </a:bodyPr>
          <a:lstStyle>
            <a:lvl1pPr>
              <a:buNone/>
              <a:defRPr sz="28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Nomor Induk Mahasiswa</a:t>
            </a:r>
          </a:p>
        </p:txBody>
      </p:sp>
      <p:sp>
        <p:nvSpPr>
          <p:cNvPr id="13" name="Text Placeholder 10">
            <a:extLst>
              <a:ext uri="{FF2B5EF4-FFF2-40B4-BE49-F238E27FC236}">
                <a16:creationId xmlns:a16="http://schemas.microsoft.com/office/drawing/2014/main" id="{90885E76-6003-4292-8C3B-72E0349382D2}"/>
              </a:ext>
            </a:extLst>
          </p:cNvPr>
          <p:cNvSpPr>
            <a:spLocks noGrp="1"/>
          </p:cNvSpPr>
          <p:nvPr>
            <p:ph type="body" sz="quarter" idx="13" hasCustomPrompt="1"/>
          </p:nvPr>
        </p:nvSpPr>
        <p:spPr>
          <a:xfrm>
            <a:off x="1368425" y="517990"/>
            <a:ext cx="4772025" cy="332399"/>
          </a:xfrm>
        </p:spPr>
        <p:txBody>
          <a:bodyPr lIns="0" tIns="0" rIns="0" bIns="0">
            <a:normAutofit/>
          </a:bodyPr>
          <a:lstStyle>
            <a:lvl1pP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Nama Universitas</a:t>
            </a:r>
          </a:p>
        </p:txBody>
      </p:sp>
      <p:sp>
        <p:nvSpPr>
          <p:cNvPr id="14" name="Text Placeholder 10">
            <a:extLst>
              <a:ext uri="{FF2B5EF4-FFF2-40B4-BE49-F238E27FC236}">
                <a16:creationId xmlns:a16="http://schemas.microsoft.com/office/drawing/2014/main" id="{F1659210-D971-465D-8448-D1D1778563CA}"/>
              </a:ext>
            </a:extLst>
          </p:cNvPr>
          <p:cNvSpPr>
            <a:spLocks noGrp="1"/>
          </p:cNvSpPr>
          <p:nvPr>
            <p:ph type="body" sz="quarter" idx="14" hasCustomPrompt="1"/>
          </p:nvPr>
        </p:nvSpPr>
        <p:spPr>
          <a:xfrm>
            <a:off x="1368425" y="865643"/>
            <a:ext cx="4772025" cy="332399"/>
          </a:xfrm>
        </p:spPr>
        <p:txBody>
          <a:bodyPr lIns="0" tIns="0" rIns="0" bIns="0">
            <a:normAutofit/>
          </a:bodyPr>
          <a:lstStyle>
            <a:lvl1pPr>
              <a:buNone/>
              <a:defRPr sz="2400" b="0">
                <a:solidFill>
                  <a:schemeClr val="tx1"/>
                </a:solidFill>
                <a:latin typeface="Segoe UI" panose="020B0502040204020203" pitchFamily="34" charset="0"/>
                <a:ea typeface="Open Sans" panose="020B0606030504020204" pitchFamily="34" charset="0"/>
                <a:cs typeface="Segoe UI" panose="020B0502040204020203" pitchFamily="34" charset="0"/>
              </a:defRPr>
            </a:lvl1pPr>
          </a:lstStyle>
          <a:p>
            <a:pPr lvl="0"/>
            <a:r>
              <a:rPr lang="en-US"/>
              <a:t>Jurusan</a:t>
            </a:r>
          </a:p>
        </p:txBody>
      </p:sp>
      <p:sp>
        <p:nvSpPr>
          <p:cNvPr id="26" name="Picture Placeholder 20">
            <a:extLst>
              <a:ext uri="{FF2B5EF4-FFF2-40B4-BE49-F238E27FC236}">
                <a16:creationId xmlns:a16="http://schemas.microsoft.com/office/drawing/2014/main" id="{E00EC92B-2CB4-44E1-A354-724F3911B504}"/>
              </a:ext>
            </a:extLst>
          </p:cNvPr>
          <p:cNvSpPr>
            <a:spLocks noGrp="1"/>
          </p:cNvSpPr>
          <p:nvPr>
            <p:ph type="pic" sz="quarter" idx="16" hasCustomPrompt="1"/>
          </p:nvPr>
        </p:nvSpPr>
        <p:spPr>
          <a:xfrm>
            <a:off x="552385" y="517990"/>
            <a:ext cx="679450" cy="681038"/>
          </a:xfrm>
        </p:spPr>
        <p:txBody>
          <a:bodyPr anchor="ctr" anchorCtr="0">
            <a:noAutofit/>
          </a:bodyPr>
          <a:lstStyle>
            <a:lvl1pPr algn="ctr">
              <a:buNone/>
              <a:defRPr sz="2000">
                <a:solidFill>
                  <a:schemeClr val="bg1"/>
                </a:solidFill>
              </a:defRPr>
            </a:lvl1pPr>
          </a:lstStyle>
          <a:p>
            <a:r>
              <a:rPr lang="en-US"/>
              <a:t>icon</a:t>
            </a:r>
          </a:p>
        </p:txBody>
      </p:sp>
      <p:sp>
        <p:nvSpPr>
          <p:cNvPr id="21" name="Freeform: Shape 20">
            <a:extLst>
              <a:ext uri="{FF2B5EF4-FFF2-40B4-BE49-F238E27FC236}">
                <a16:creationId xmlns:a16="http://schemas.microsoft.com/office/drawing/2014/main" id="{D3A6CC65-D4AD-46EC-BCD1-9166C0976F80}"/>
              </a:ext>
            </a:extLst>
          </p:cNvPr>
          <p:cNvSpPr/>
          <p:nvPr userDrawn="1"/>
        </p:nvSpPr>
        <p:spPr>
          <a:xfrm>
            <a:off x="5275798" y="-203199"/>
            <a:ext cx="7148466" cy="7264396"/>
          </a:xfrm>
          <a:custGeom>
            <a:avLst/>
            <a:gdLst>
              <a:gd name="connsiteX0" fmla="*/ 1635911 w 7148466"/>
              <a:gd name="connsiteY0" fmla="*/ 0 h 7264396"/>
              <a:gd name="connsiteX1" fmla="*/ 7148466 w 7148466"/>
              <a:gd name="connsiteY1" fmla="*/ 0 h 7264396"/>
              <a:gd name="connsiteX2" fmla="*/ 7148466 w 7148466"/>
              <a:gd name="connsiteY2" fmla="*/ 7264396 h 7264396"/>
              <a:gd name="connsiteX3" fmla="*/ 1170141 w 7148466"/>
              <a:gd name="connsiteY3" fmla="*/ 7264396 h 7264396"/>
              <a:gd name="connsiteX4" fmla="*/ 1082930 w 7148466"/>
              <a:gd name="connsiteY4" fmla="*/ 7153419 h 7264396"/>
              <a:gd name="connsiteX5" fmla="*/ 0 w 7148466"/>
              <a:gd name="connsiteY5" fmla="*/ 3891973 h 7264396"/>
              <a:gd name="connsiteX6" fmla="*/ 1596575 w 7148466"/>
              <a:gd name="connsiteY6" fmla="*/ 37504 h 726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48466" h="7264396">
                <a:moveTo>
                  <a:pt x="1635911" y="0"/>
                </a:moveTo>
                <a:lnTo>
                  <a:pt x="7148466" y="0"/>
                </a:lnTo>
                <a:lnTo>
                  <a:pt x="7148466" y="7264396"/>
                </a:lnTo>
                <a:lnTo>
                  <a:pt x="1170141" y="7264396"/>
                </a:lnTo>
                <a:lnTo>
                  <a:pt x="1082930" y="7153419"/>
                </a:lnTo>
                <a:cubicBezTo>
                  <a:pt x="402781" y="6243953"/>
                  <a:pt x="0" y="5115000"/>
                  <a:pt x="0" y="3891973"/>
                </a:cubicBezTo>
                <a:cubicBezTo>
                  <a:pt x="0" y="2386709"/>
                  <a:pt x="610129" y="1023948"/>
                  <a:pt x="1596575" y="37504"/>
                </a:cubicBezTo>
                <a:close/>
              </a:path>
            </a:pathLst>
          </a:custGeom>
          <a:noFill/>
          <a:ln w="1905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EF0F561-67E8-4B1F-BC32-EB27B2B83EE1}"/>
              </a:ext>
            </a:extLst>
          </p:cNvPr>
          <p:cNvSpPr/>
          <p:nvPr userDrawn="1"/>
        </p:nvSpPr>
        <p:spPr>
          <a:xfrm>
            <a:off x="0" y="3204599"/>
            <a:ext cx="445712" cy="854974"/>
          </a:xfrm>
          <a:custGeom>
            <a:avLst/>
            <a:gdLst>
              <a:gd name="connsiteX0" fmla="*/ 0 w 445712"/>
              <a:gd name="connsiteY0" fmla="*/ 0 h 854974"/>
              <a:gd name="connsiteX1" fmla="*/ 68213 w 445712"/>
              <a:gd name="connsiteY1" fmla="*/ 58489 h 854974"/>
              <a:gd name="connsiteX2" fmla="*/ 411313 w 445712"/>
              <a:gd name="connsiteY2" fmla="*/ 352675 h 854974"/>
              <a:gd name="connsiteX3" fmla="*/ 445712 w 445712"/>
              <a:gd name="connsiteY3" fmla="*/ 427487 h 854974"/>
              <a:gd name="connsiteX4" fmla="*/ 411313 w 445712"/>
              <a:gd name="connsiteY4" fmla="*/ 502299 h 854974"/>
              <a:gd name="connsiteX5" fmla="*/ 68213 w 445712"/>
              <a:gd name="connsiteY5" fmla="*/ 796485 h 854974"/>
              <a:gd name="connsiteX6" fmla="*/ 0 w 445712"/>
              <a:gd name="connsiteY6" fmla="*/ 854974 h 85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712" h="854974">
                <a:moveTo>
                  <a:pt x="0" y="0"/>
                </a:moveTo>
                <a:lnTo>
                  <a:pt x="68213" y="58489"/>
                </a:lnTo>
                <a:cubicBezTo>
                  <a:pt x="202989" y="174051"/>
                  <a:pt x="330577" y="283450"/>
                  <a:pt x="411313" y="352675"/>
                </a:cubicBezTo>
                <a:cubicBezTo>
                  <a:pt x="433146" y="371398"/>
                  <a:pt x="445712" y="398726"/>
                  <a:pt x="445712" y="427487"/>
                </a:cubicBezTo>
                <a:cubicBezTo>
                  <a:pt x="445712" y="456248"/>
                  <a:pt x="433146" y="483576"/>
                  <a:pt x="411313" y="502299"/>
                </a:cubicBezTo>
                <a:cubicBezTo>
                  <a:pt x="330577" y="571525"/>
                  <a:pt x="202989" y="680924"/>
                  <a:pt x="68213" y="796485"/>
                </a:cubicBezTo>
                <a:lnTo>
                  <a:pt x="0" y="854974"/>
                </a:lnTo>
                <a:close/>
              </a:path>
            </a:pathLst>
          </a:custGeom>
          <a:solidFill>
            <a:schemeClr val="accent1"/>
          </a:solidFill>
          <a:ln w="74"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84345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13">
                                            <p:txEl>
                                              <p:pRg st="0" end="0"/>
                                            </p:txEl>
                                          </p:spTgt>
                                        </p:tgtEl>
                                        <p:attrNameLst>
                                          <p:attrName>style.visibility</p:attrName>
                                        </p:attrNameLst>
                                      </p:cBhvr>
                                      <p:to>
                                        <p:strVal val="visible"/>
                                      </p:to>
                                    </p:set>
                                    <p:anim calcmode="lin" valueType="num">
                                      <p:cBhvr additive="base">
                                        <p:cTn id="11"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14">
                                            <p:txEl>
                                              <p:pRg st="0" end="0"/>
                                            </p:txEl>
                                          </p:spTgt>
                                        </p:tgtEl>
                                        <p:attrNameLst>
                                          <p:attrName>style.visibility</p:attrName>
                                        </p:attrNameLst>
                                      </p:cBhvr>
                                      <p:to>
                                        <p:strVal val="visible"/>
                                      </p:to>
                                    </p:set>
                                    <p:anim calcmode="lin" valueType="num">
                                      <p:cBhvr additive="base">
                                        <p:cTn id="15"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4">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750"/>
                                  </p:stCondLst>
                                  <p:childTnLst>
                                    <p:set>
                                      <p:cBhvr>
                                        <p:cTn id="18" dur="1" fill="hold">
                                          <p:stCondLst>
                                            <p:cond delay="0"/>
                                          </p:stCondLst>
                                        </p:cTn>
                                        <p:tgtEl>
                                          <p:spTgt spid="11">
                                            <p:txEl>
                                              <p:pRg st="0" end="0"/>
                                            </p:txEl>
                                          </p:spTgt>
                                        </p:tgtEl>
                                        <p:attrNameLst>
                                          <p:attrName>style.visibility</p:attrName>
                                        </p:attrNameLst>
                                      </p:cBhvr>
                                      <p:to>
                                        <p:strVal val="visible"/>
                                      </p:to>
                                    </p:set>
                                    <p:anim calcmode="lin" valueType="num">
                                      <p:cBhvr additive="base">
                                        <p:cTn id="19"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000"/>
                                  </p:stCondLst>
                                  <p:childTnLst>
                                    <p:set>
                                      <p:cBhvr>
                                        <p:cTn id="22" dur="1" fill="hold">
                                          <p:stCondLst>
                                            <p:cond delay="0"/>
                                          </p:stCondLst>
                                        </p:cTn>
                                        <p:tgtEl>
                                          <p:spTgt spid="12">
                                            <p:txEl>
                                              <p:pRg st="0" end="0"/>
                                            </p:txEl>
                                          </p:spTgt>
                                        </p:tgtEl>
                                        <p:attrNameLst>
                                          <p:attrName>style.visibility</p:attrName>
                                        </p:attrNameLst>
                                      </p:cBhvr>
                                      <p:to>
                                        <p:strVal val="visible"/>
                                      </p:to>
                                    </p:set>
                                    <p:anim calcmode="lin" valueType="num">
                                      <p:cBhvr additive="base">
                                        <p:cTn id="23"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2">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0-#ppt_w/2"/>
                                          </p:val>
                                        </p:tav>
                                        <p:tav tm="100000">
                                          <p:val>
                                            <p:strVal val="#ppt_x"/>
                                          </p:val>
                                        </p:tav>
                                      </p:tavLst>
                                    </p:anim>
                                    <p:anim calcmode="lin" valueType="num">
                                      <p:cBhvr additive="base">
                                        <p:cTn id="28" dur="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750"/>
                            </p:stCondLst>
                            <p:childTnLst>
                              <p:par>
                                <p:cTn id="30" presetID="2" presetClass="entr" presetSubtype="2" decel="10000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fill="hold"/>
                                        <p:tgtEl>
                                          <p:spTgt spid="18"/>
                                        </p:tgtEl>
                                        <p:attrNameLst>
                                          <p:attrName>ppt_x</p:attrName>
                                        </p:attrNameLst>
                                      </p:cBhvr>
                                      <p:tavLst>
                                        <p:tav tm="0">
                                          <p:val>
                                            <p:strVal val="1+#ppt_w/2"/>
                                          </p:val>
                                        </p:tav>
                                        <p:tav tm="100000">
                                          <p:val>
                                            <p:strVal val="#ppt_x"/>
                                          </p:val>
                                        </p:tav>
                                      </p:tavLst>
                                    </p:anim>
                                    <p:anim calcmode="lin" valueType="num">
                                      <p:cBhvr additive="base">
                                        <p:cTn id="33" dur="500" fill="hold"/>
                                        <p:tgtEl>
                                          <p:spTgt spid="18"/>
                                        </p:tgtEl>
                                        <p:attrNameLst>
                                          <p:attrName>ppt_y</p:attrName>
                                        </p:attrNameLst>
                                      </p:cBhvr>
                                      <p:tavLst>
                                        <p:tav tm="0">
                                          <p:val>
                                            <p:strVal val="#ppt_y"/>
                                          </p:val>
                                        </p:tav>
                                        <p:tav tm="100000">
                                          <p:val>
                                            <p:strVal val="#ppt_y"/>
                                          </p:val>
                                        </p:tav>
                                      </p:tavLst>
                                    </p:anim>
                                  </p:childTnLst>
                                </p:cTn>
                              </p:par>
                              <p:par>
                                <p:cTn id="34" presetID="2" presetClass="entr" presetSubtype="2" decel="100000" fill="hold" grpId="0" nodeType="withEffect">
                                  <p:stCondLst>
                                    <p:cond delay="25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1+#ppt_w/2"/>
                                          </p:val>
                                        </p:tav>
                                        <p:tav tm="100000">
                                          <p:val>
                                            <p:strVal val="#ppt_x"/>
                                          </p:val>
                                        </p:tav>
                                      </p:tavLst>
                                    </p:anim>
                                    <p:anim calcmode="lin" valueType="num">
                                      <p:cBhvr additive="base">
                                        <p:cTn id="37" dur="500" fill="hold"/>
                                        <p:tgtEl>
                                          <p:spTgt spid="21"/>
                                        </p:tgtEl>
                                        <p:attrNameLst>
                                          <p:attrName>ppt_y</p:attrName>
                                        </p:attrNameLst>
                                      </p:cBhvr>
                                      <p:tavLst>
                                        <p:tav tm="0">
                                          <p:val>
                                            <p:strVal val="#ppt_y"/>
                                          </p:val>
                                        </p:tav>
                                        <p:tav tm="100000">
                                          <p:val>
                                            <p:strVal val="#ppt_y"/>
                                          </p:val>
                                        </p:tav>
                                      </p:tavLst>
                                    </p:anim>
                                  </p:childTnLst>
                                </p:cTn>
                              </p:par>
                              <p:par>
                                <p:cTn id="38" presetID="2" presetClass="entr" presetSubtype="2" decel="100000" fill="hold" grpId="0" nodeType="withEffect">
                                  <p:stCondLst>
                                    <p:cond delay="500"/>
                                  </p:stCondLst>
                                  <p:childTnLst>
                                    <p:set>
                                      <p:cBhvr>
                                        <p:cTn id="39" dur="1" fill="hold">
                                          <p:stCondLst>
                                            <p:cond delay="0"/>
                                          </p:stCondLst>
                                        </p:cTn>
                                        <p:tgtEl>
                                          <p:spTgt spid="2"/>
                                        </p:tgtEl>
                                        <p:attrNameLst>
                                          <p:attrName>style.visibility</p:attrName>
                                        </p:attrNameLst>
                                      </p:cBhvr>
                                      <p:to>
                                        <p:strVal val="visible"/>
                                      </p:to>
                                    </p:set>
                                    <p:anim calcmode="lin" valueType="num">
                                      <p:cBhvr additive="base">
                                        <p:cTn id="40" dur="500" fill="hold"/>
                                        <p:tgtEl>
                                          <p:spTgt spid="2"/>
                                        </p:tgtEl>
                                        <p:attrNameLst>
                                          <p:attrName>ppt_x</p:attrName>
                                        </p:attrNameLst>
                                      </p:cBhvr>
                                      <p:tavLst>
                                        <p:tav tm="0">
                                          <p:val>
                                            <p:strVal val="1+#ppt_w/2"/>
                                          </p:val>
                                        </p:tav>
                                        <p:tav tm="100000">
                                          <p:val>
                                            <p:strVal val="#ppt_x"/>
                                          </p:val>
                                        </p:tav>
                                      </p:tavLst>
                                    </p:anim>
                                    <p:anim calcmode="lin" valueType="num">
                                      <p:cBhvr additive="base">
                                        <p:cTn id="41" dur="500" fill="hold"/>
                                        <p:tgtEl>
                                          <p:spTgt spid="2"/>
                                        </p:tgtEl>
                                        <p:attrNameLst>
                                          <p:attrName>ppt_y</p:attrName>
                                        </p:attrNameLst>
                                      </p:cBhvr>
                                      <p:tavLst>
                                        <p:tav tm="0">
                                          <p:val>
                                            <p:strVal val="#ppt_y"/>
                                          </p:val>
                                        </p:tav>
                                        <p:tav tm="100000">
                                          <p:val>
                                            <p:strVal val="#ppt_y"/>
                                          </p:val>
                                        </p:tav>
                                      </p:tavLst>
                                    </p:anim>
                                  </p:childTnLst>
                                </p:cTn>
                              </p:par>
                              <p:par>
                                <p:cTn id="42" presetID="2" presetClass="entr" presetSubtype="2" decel="100000" fill="hold" grpId="0" nodeType="withEffect">
                                  <p:stCondLst>
                                    <p:cond delay="750"/>
                                  </p:stCondLst>
                                  <p:childTnLst>
                                    <p:set>
                                      <p:cBhvr>
                                        <p:cTn id="43" dur="1" fill="hold">
                                          <p:stCondLst>
                                            <p:cond delay="0"/>
                                          </p:stCondLst>
                                        </p:cTn>
                                        <p:tgtEl>
                                          <p:spTgt spid="9">
                                            <p:txEl>
                                              <p:pRg st="0" end="0"/>
                                            </p:txEl>
                                          </p:spTgt>
                                        </p:tgtEl>
                                        <p:attrNameLst>
                                          <p:attrName>style.visibility</p:attrName>
                                        </p:attrNameLst>
                                      </p:cBhvr>
                                      <p:to>
                                        <p:strVal val="visible"/>
                                      </p:to>
                                    </p:set>
                                    <p:anim calcmode="lin" valueType="num">
                                      <p:cBhvr additive="base">
                                        <p:cTn id="44"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 grpId="0"/>
      <p:bldP spid="9" grpId="0" build="p">
        <p:tmplLst>
          <p:tmpl lvl="1">
            <p:tnLst>
              <p:par>
                <p:cTn presetID="2" presetClass="entr" presetSubtype="2" decel="10000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75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build="p">
        <p:tmplLst>
          <p:tmpl lvl="1">
            <p:tnLst>
              <p:par>
                <p:cTn presetID="2" presetClass="entr" presetSubtype="8" decel="10000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build="p">
        <p:tmplLst>
          <p:tmpl lvl="1">
            <p:tnLst>
              <p:par>
                <p:cTn presetID="2" presetClass="entr" presetSubtype="8"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0-#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14" grpId="0" build="p">
        <p:tmplLst>
          <p:tmpl lvl="1">
            <p:tnLst>
              <p:par>
                <p:cTn presetID="2" presetClass="entr" presetSubtype="8" decel="10000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26" grpId="0"/>
      <p:bldP spid="21" grpId="0" animBg="1"/>
      <p:bldP spid="16"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ftar Isi 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6D2B1F-A24C-47D5-9CAF-67D561D6F63B}"/>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0DA3F093-8510-4436-BDD3-ED065F93D8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F52564-F9C2-4631-8A7B-FEC909EDFB0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48" name="Freeform: Shape 47">
            <a:extLst>
              <a:ext uri="{FF2B5EF4-FFF2-40B4-BE49-F238E27FC236}">
                <a16:creationId xmlns:a16="http://schemas.microsoft.com/office/drawing/2014/main" id="{E84CCB64-8192-4908-A4E2-99C8946A4B4C}"/>
              </a:ext>
            </a:extLst>
          </p:cNvPr>
          <p:cNvSpPr/>
          <p:nvPr userDrawn="1"/>
        </p:nvSpPr>
        <p:spPr>
          <a:xfrm>
            <a:off x="0" y="-203199"/>
            <a:ext cx="4591950" cy="7264396"/>
          </a:xfrm>
          <a:custGeom>
            <a:avLst/>
            <a:gdLst>
              <a:gd name="connsiteX0" fmla="*/ 0 w 4591950"/>
              <a:gd name="connsiteY0" fmla="*/ 0 h 7264396"/>
              <a:gd name="connsiteX1" fmla="*/ 3026878 w 4591950"/>
              <a:gd name="connsiteY1" fmla="*/ 0 h 7264396"/>
              <a:gd name="connsiteX2" fmla="*/ 3126973 w 4591950"/>
              <a:gd name="connsiteY2" fmla="*/ 95432 h 7264396"/>
              <a:gd name="connsiteX3" fmla="*/ 4591950 w 4591950"/>
              <a:gd name="connsiteY3" fmla="*/ 3632199 h 7264396"/>
              <a:gd name="connsiteX4" fmla="*/ 3126973 w 4591950"/>
              <a:gd name="connsiteY4" fmla="*/ 7168967 h 7264396"/>
              <a:gd name="connsiteX5" fmla="*/ 3026880 w 4591950"/>
              <a:gd name="connsiteY5" fmla="*/ 7264396 h 7264396"/>
              <a:gd name="connsiteX6" fmla="*/ 0 w 4591950"/>
              <a:gd name="connsiteY6" fmla="*/ 7264396 h 726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1950" h="7264396">
                <a:moveTo>
                  <a:pt x="0" y="0"/>
                </a:moveTo>
                <a:lnTo>
                  <a:pt x="3026878" y="0"/>
                </a:lnTo>
                <a:lnTo>
                  <a:pt x="3126973" y="95432"/>
                </a:lnTo>
                <a:cubicBezTo>
                  <a:pt x="4032111" y="1000569"/>
                  <a:pt x="4591950" y="2251006"/>
                  <a:pt x="4591950" y="3632199"/>
                </a:cubicBezTo>
                <a:cubicBezTo>
                  <a:pt x="4591950" y="5013393"/>
                  <a:pt x="4032111" y="6263829"/>
                  <a:pt x="3126973" y="7168967"/>
                </a:cubicBezTo>
                <a:lnTo>
                  <a:pt x="3026880" y="7264396"/>
                </a:lnTo>
                <a:lnTo>
                  <a:pt x="0" y="7264396"/>
                </a:ln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7" name="Group 6">
            <a:extLst>
              <a:ext uri="{FF2B5EF4-FFF2-40B4-BE49-F238E27FC236}">
                <a16:creationId xmlns:a16="http://schemas.microsoft.com/office/drawing/2014/main" id="{56D9BC8B-F0A1-4A38-9FBB-A17376B8350A}"/>
              </a:ext>
            </a:extLst>
          </p:cNvPr>
          <p:cNvGrpSpPr/>
          <p:nvPr userDrawn="1"/>
        </p:nvGrpSpPr>
        <p:grpSpPr>
          <a:xfrm rot="20280000">
            <a:off x="-7157422" y="2946281"/>
            <a:ext cx="13495254" cy="965438"/>
            <a:chOff x="-7445776" y="2941557"/>
            <a:chExt cx="13627297" cy="974885"/>
          </a:xfrm>
          <a:solidFill>
            <a:schemeClr val="accent1"/>
          </a:solidFill>
        </p:grpSpPr>
        <p:sp>
          <p:nvSpPr>
            <p:cNvPr id="8" name="Oval 7">
              <a:extLst>
                <a:ext uri="{FF2B5EF4-FFF2-40B4-BE49-F238E27FC236}">
                  <a16:creationId xmlns:a16="http://schemas.microsoft.com/office/drawing/2014/main" id="{CD70205D-A338-406B-8BA3-A2827107D16C}"/>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E69D9CA-7C13-40CD-86C1-491438C2DA88}"/>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5432449-5F8C-4C75-B18A-783C34E103F9}"/>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A7266F9-74D6-499B-AD9B-86D5C60413A9}"/>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36C3A14-5763-46CB-8A2E-D1408F386F33}"/>
                </a:ext>
              </a:extLst>
            </p:cNvPr>
            <p:cNvCxnSpPr>
              <a:cxnSpLocks/>
              <a:stCxn id="11" idx="2"/>
              <a:endCxn id="10"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6159C7E2-61EA-4D1E-8034-7B9B881F113C}"/>
              </a:ext>
            </a:extLst>
          </p:cNvPr>
          <p:cNvGrpSpPr/>
          <p:nvPr userDrawn="1"/>
        </p:nvGrpSpPr>
        <p:grpSpPr>
          <a:xfrm rot="21120000">
            <a:off x="-7157422" y="2946281"/>
            <a:ext cx="13495254" cy="965438"/>
            <a:chOff x="-7445776" y="2941557"/>
            <a:chExt cx="13627297" cy="974885"/>
          </a:xfrm>
          <a:solidFill>
            <a:schemeClr val="accent1"/>
          </a:solidFill>
        </p:grpSpPr>
        <p:sp>
          <p:nvSpPr>
            <p:cNvPr id="14" name="Oval 13">
              <a:extLst>
                <a:ext uri="{FF2B5EF4-FFF2-40B4-BE49-F238E27FC236}">
                  <a16:creationId xmlns:a16="http://schemas.microsoft.com/office/drawing/2014/main" id="{C16DD23F-4E51-455F-A964-9DE269D531C4}"/>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5B366A6-0D2E-4C30-88A5-63A5B6A6E747}"/>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76E0492-B94D-4821-8625-FC9B0ED8DA50}"/>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4D33D35-474F-4CFA-B9AE-B47AEFFB057E}"/>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4A0E3AFA-231D-4EE2-9CB8-68DE0D02842D}"/>
                </a:ext>
              </a:extLst>
            </p:cNvPr>
            <p:cNvCxnSpPr>
              <a:cxnSpLocks/>
              <a:stCxn id="17" idx="2"/>
              <a:endCxn id="16"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B05C4569-0B5C-4572-B188-96700627A65D}"/>
              </a:ext>
            </a:extLst>
          </p:cNvPr>
          <p:cNvGrpSpPr/>
          <p:nvPr userDrawn="1"/>
        </p:nvGrpSpPr>
        <p:grpSpPr>
          <a:xfrm rot="22080000">
            <a:off x="-7157422" y="2946281"/>
            <a:ext cx="13495254" cy="965438"/>
            <a:chOff x="-7445776" y="2941557"/>
            <a:chExt cx="13627297" cy="974885"/>
          </a:xfrm>
          <a:solidFill>
            <a:schemeClr val="accent1"/>
          </a:solidFill>
        </p:grpSpPr>
        <p:sp>
          <p:nvSpPr>
            <p:cNvPr id="20" name="Oval 19">
              <a:extLst>
                <a:ext uri="{FF2B5EF4-FFF2-40B4-BE49-F238E27FC236}">
                  <a16:creationId xmlns:a16="http://schemas.microsoft.com/office/drawing/2014/main" id="{80F68932-6AC3-409D-9C1C-537E23EB7FFC}"/>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0CF9D6C-6E1F-4A6E-B967-6F293C6AF64A}"/>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745EE2-F51C-4576-9CBA-132B761B7655}"/>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8329779-A534-46EB-85C0-BA9DC7D9B3FA}"/>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1CED803D-2447-4B6F-A73D-5E54E180DADC}"/>
                </a:ext>
              </a:extLst>
            </p:cNvPr>
            <p:cNvCxnSpPr>
              <a:cxnSpLocks/>
              <a:stCxn id="23" idx="2"/>
              <a:endCxn id="22"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B55EC451-DEA6-48C1-87AC-1011AFBB3F4A}"/>
              </a:ext>
            </a:extLst>
          </p:cNvPr>
          <p:cNvGrpSpPr/>
          <p:nvPr userDrawn="1"/>
        </p:nvGrpSpPr>
        <p:grpSpPr>
          <a:xfrm rot="22920000">
            <a:off x="-7157422" y="2946281"/>
            <a:ext cx="13495254" cy="965438"/>
            <a:chOff x="-7445776" y="2941557"/>
            <a:chExt cx="13627297" cy="974885"/>
          </a:xfrm>
          <a:solidFill>
            <a:schemeClr val="accent1"/>
          </a:solidFill>
        </p:grpSpPr>
        <p:sp>
          <p:nvSpPr>
            <p:cNvPr id="26" name="Oval 25">
              <a:extLst>
                <a:ext uri="{FF2B5EF4-FFF2-40B4-BE49-F238E27FC236}">
                  <a16:creationId xmlns:a16="http://schemas.microsoft.com/office/drawing/2014/main" id="{FA86E3C3-6925-404B-AB40-E19231373053}"/>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6A78E24-0581-47CE-9331-85B966588EC2}"/>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E811A70-805C-418B-B7B1-97F897BA4E24}"/>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B9C1F5E-2D12-448E-8C17-42D4769FFB7E}"/>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C2E92485-B56B-417E-A3B0-B9436000868E}"/>
                </a:ext>
              </a:extLst>
            </p:cNvPr>
            <p:cNvCxnSpPr>
              <a:cxnSpLocks/>
              <a:stCxn id="29" idx="2"/>
              <a:endCxn id="28"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sp>
        <p:nvSpPr>
          <p:cNvPr id="50" name="Freeform: Shape 49">
            <a:extLst>
              <a:ext uri="{FF2B5EF4-FFF2-40B4-BE49-F238E27FC236}">
                <a16:creationId xmlns:a16="http://schemas.microsoft.com/office/drawing/2014/main" id="{1D292C8C-0510-4252-8B2B-29068DE3147D}"/>
              </a:ext>
            </a:extLst>
          </p:cNvPr>
          <p:cNvSpPr/>
          <p:nvPr userDrawn="1"/>
        </p:nvSpPr>
        <p:spPr>
          <a:xfrm>
            <a:off x="-35054" y="0"/>
            <a:ext cx="4759226" cy="6857998"/>
          </a:xfrm>
          <a:custGeom>
            <a:avLst/>
            <a:gdLst>
              <a:gd name="connsiteX0" fmla="*/ 0 w 5041251"/>
              <a:gd name="connsiteY0" fmla="*/ 0 h 7264396"/>
              <a:gd name="connsiteX1" fmla="*/ 3653718 w 5041251"/>
              <a:gd name="connsiteY1" fmla="*/ 0 h 7264396"/>
              <a:gd name="connsiteX2" fmla="*/ 3796497 w 5041251"/>
              <a:gd name="connsiteY2" fmla="*/ 164831 h 7264396"/>
              <a:gd name="connsiteX3" fmla="*/ 5041251 w 5041251"/>
              <a:gd name="connsiteY3" fmla="*/ 3632200 h 7264396"/>
              <a:gd name="connsiteX4" fmla="*/ 3796497 w 5041251"/>
              <a:gd name="connsiteY4" fmla="*/ 7099570 h 7264396"/>
              <a:gd name="connsiteX5" fmla="*/ 3653721 w 5041251"/>
              <a:gd name="connsiteY5" fmla="*/ 7264396 h 7264396"/>
              <a:gd name="connsiteX6" fmla="*/ 0 w 5041251"/>
              <a:gd name="connsiteY6" fmla="*/ 7264396 h 726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251" h="7264396">
                <a:moveTo>
                  <a:pt x="0" y="0"/>
                </a:moveTo>
                <a:lnTo>
                  <a:pt x="3653718" y="0"/>
                </a:lnTo>
                <a:lnTo>
                  <a:pt x="3796497" y="164831"/>
                </a:lnTo>
                <a:cubicBezTo>
                  <a:pt x="4574121" y="1107092"/>
                  <a:pt x="5041251" y="2315094"/>
                  <a:pt x="5041251" y="3632200"/>
                </a:cubicBezTo>
                <a:cubicBezTo>
                  <a:pt x="5041251" y="4949306"/>
                  <a:pt x="4574121" y="6157308"/>
                  <a:pt x="3796497" y="7099570"/>
                </a:cubicBezTo>
                <a:lnTo>
                  <a:pt x="3653721" y="7264396"/>
                </a:lnTo>
                <a:lnTo>
                  <a:pt x="0" y="7264396"/>
                </a:lnTo>
                <a:close/>
              </a:path>
            </a:pathLst>
          </a:custGeom>
          <a:noFill/>
          <a:ln w="1905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Title 1">
            <a:extLst>
              <a:ext uri="{FF2B5EF4-FFF2-40B4-BE49-F238E27FC236}">
                <a16:creationId xmlns:a16="http://schemas.microsoft.com/office/drawing/2014/main" id="{2B62C95D-0FE6-450D-8F2F-F6B8BC2CBCC3}"/>
              </a:ext>
            </a:extLst>
          </p:cNvPr>
          <p:cNvSpPr>
            <a:spLocks noGrp="1"/>
          </p:cNvSpPr>
          <p:nvPr>
            <p:ph type="title" hasCustomPrompt="1"/>
          </p:nvPr>
        </p:nvSpPr>
        <p:spPr>
          <a:xfrm>
            <a:off x="838201" y="2632215"/>
            <a:ext cx="3200400" cy="1107996"/>
          </a:xfrm>
        </p:spPr>
        <p:txBody>
          <a:bodyPr lIns="0" tIns="0" rIns="0" bIns="0" anchor="b" anchorCtr="0">
            <a:normAutofit/>
          </a:bodyPr>
          <a:lstStyle>
            <a:lvl1pPr>
              <a:defRPr sz="4000">
                <a:solidFill>
                  <a:schemeClr val="bg1"/>
                </a:solidFill>
              </a:defRPr>
            </a:lvl1pPr>
          </a:lstStyle>
          <a:p>
            <a:r>
              <a:rPr lang="en-US"/>
              <a:t>Daftar Isi Presentasi</a:t>
            </a:r>
          </a:p>
        </p:txBody>
      </p:sp>
      <p:sp>
        <p:nvSpPr>
          <p:cNvPr id="34" name="Text Placeholder 8">
            <a:extLst>
              <a:ext uri="{FF2B5EF4-FFF2-40B4-BE49-F238E27FC236}">
                <a16:creationId xmlns:a16="http://schemas.microsoft.com/office/drawing/2014/main" id="{F1BCF515-EA02-4DDE-8418-59D6BE2D2EA5}"/>
              </a:ext>
            </a:extLst>
          </p:cNvPr>
          <p:cNvSpPr>
            <a:spLocks noGrp="1"/>
          </p:cNvSpPr>
          <p:nvPr>
            <p:ph type="body" sz="quarter" idx="13" hasCustomPrompt="1"/>
          </p:nvPr>
        </p:nvSpPr>
        <p:spPr>
          <a:xfrm>
            <a:off x="838201" y="3776673"/>
            <a:ext cx="3200400" cy="332399"/>
          </a:xfrm>
        </p:spPr>
        <p:txBody>
          <a:bodyPr lIns="0" tIns="0" rIns="0" bIns="0">
            <a:normAutofit/>
          </a:bodyPr>
          <a:lstStyle>
            <a:lvl1pPr marL="0" indent="0">
              <a:buNone/>
              <a:defRPr sz="2400" b="1">
                <a:solidFill>
                  <a:schemeClr val="bg1"/>
                </a:solidFill>
              </a:defRPr>
            </a:lvl1pPr>
            <a:lvl2pPr>
              <a:buNone/>
              <a:defRPr/>
            </a:lvl2pPr>
            <a:lvl3pPr>
              <a:buNone/>
              <a:defRPr/>
            </a:lvl3pPr>
            <a:lvl4pPr>
              <a:buNone/>
              <a:defRPr/>
            </a:lvl4pPr>
            <a:lvl5pPr>
              <a:buNone/>
              <a:defRPr/>
            </a:lvl5pPr>
          </a:lstStyle>
          <a:p>
            <a:pPr lvl="0"/>
            <a:r>
              <a:rPr lang="en-US"/>
              <a:t>Table of content</a:t>
            </a:r>
          </a:p>
        </p:txBody>
      </p:sp>
      <p:sp>
        <p:nvSpPr>
          <p:cNvPr id="35" name="Text Placeholder 10">
            <a:extLst>
              <a:ext uri="{FF2B5EF4-FFF2-40B4-BE49-F238E27FC236}">
                <a16:creationId xmlns:a16="http://schemas.microsoft.com/office/drawing/2014/main" id="{26E9D6B9-F29C-4607-8410-CE75455C1DC9}"/>
              </a:ext>
            </a:extLst>
          </p:cNvPr>
          <p:cNvSpPr>
            <a:spLocks noGrp="1"/>
          </p:cNvSpPr>
          <p:nvPr>
            <p:ph type="body" sz="quarter" idx="14" hasCustomPrompt="1"/>
          </p:nvPr>
        </p:nvSpPr>
        <p:spPr>
          <a:xfrm>
            <a:off x="6163932" y="562776"/>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Satu</a:t>
            </a:r>
          </a:p>
        </p:txBody>
      </p:sp>
      <p:sp>
        <p:nvSpPr>
          <p:cNvPr id="36" name="Text Placeholder 10">
            <a:extLst>
              <a:ext uri="{FF2B5EF4-FFF2-40B4-BE49-F238E27FC236}">
                <a16:creationId xmlns:a16="http://schemas.microsoft.com/office/drawing/2014/main" id="{A5D4C45B-E04A-4531-861C-91EDF72C0A75}"/>
              </a:ext>
            </a:extLst>
          </p:cNvPr>
          <p:cNvSpPr>
            <a:spLocks noGrp="1"/>
          </p:cNvSpPr>
          <p:nvPr>
            <p:ph type="body" sz="quarter" idx="15" hasCustomPrompt="1"/>
          </p:nvPr>
        </p:nvSpPr>
        <p:spPr>
          <a:xfrm>
            <a:off x="6198926" y="1154309"/>
            <a:ext cx="5147150" cy="553998"/>
          </a:xfrm>
        </p:spPr>
        <p:txBody>
          <a:bodyPr lIns="0" tIns="0" rIns="0" bIns="0">
            <a:normAutofit/>
          </a:bodyPr>
          <a:lstStyle>
            <a:lvl1pPr marL="0" indent="0">
              <a:buNone/>
              <a:defRPr sz="20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Masukan deskripsi singkat tentang apa yang akan di bahas pada bagian ini.</a:t>
            </a:r>
          </a:p>
        </p:txBody>
      </p:sp>
      <p:sp>
        <p:nvSpPr>
          <p:cNvPr id="39" name="Text Placeholder 10">
            <a:extLst>
              <a:ext uri="{FF2B5EF4-FFF2-40B4-BE49-F238E27FC236}">
                <a16:creationId xmlns:a16="http://schemas.microsoft.com/office/drawing/2014/main" id="{4B1CB2DC-42EC-4522-BACC-08E680DA33BA}"/>
              </a:ext>
            </a:extLst>
          </p:cNvPr>
          <p:cNvSpPr>
            <a:spLocks noGrp="1"/>
          </p:cNvSpPr>
          <p:nvPr>
            <p:ph type="body" sz="quarter" idx="16" hasCustomPrompt="1"/>
          </p:nvPr>
        </p:nvSpPr>
        <p:spPr>
          <a:xfrm>
            <a:off x="6351326" y="2067565"/>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Dua</a:t>
            </a:r>
          </a:p>
        </p:txBody>
      </p:sp>
      <p:sp>
        <p:nvSpPr>
          <p:cNvPr id="40" name="Text Placeholder 10">
            <a:extLst>
              <a:ext uri="{FF2B5EF4-FFF2-40B4-BE49-F238E27FC236}">
                <a16:creationId xmlns:a16="http://schemas.microsoft.com/office/drawing/2014/main" id="{5E3A6789-72B2-4358-AA0F-5B48985E71B3}"/>
              </a:ext>
            </a:extLst>
          </p:cNvPr>
          <p:cNvSpPr>
            <a:spLocks noGrp="1"/>
          </p:cNvSpPr>
          <p:nvPr>
            <p:ph type="body" sz="quarter" idx="17" hasCustomPrompt="1"/>
          </p:nvPr>
        </p:nvSpPr>
        <p:spPr>
          <a:xfrm>
            <a:off x="6386320" y="2659098"/>
            <a:ext cx="5147150" cy="553998"/>
          </a:xfrm>
        </p:spPr>
        <p:txBody>
          <a:bodyPr lIns="0" tIns="0" rIns="0" bIns="0">
            <a:normAutofit/>
          </a:bodyPr>
          <a:lstStyle>
            <a:lvl1pPr marL="0" indent="0">
              <a:buNone/>
              <a:defRPr sz="20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Masukan deskripsi singkat tentang apa yang akan di bahas pada bagian ini.</a:t>
            </a:r>
          </a:p>
        </p:txBody>
      </p:sp>
      <p:sp>
        <p:nvSpPr>
          <p:cNvPr id="43" name="Text Placeholder 10">
            <a:extLst>
              <a:ext uri="{FF2B5EF4-FFF2-40B4-BE49-F238E27FC236}">
                <a16:creationId xmlns:a16="http://schemas.microsoft.com/office/drawing/2014/main" id="{E7EBB899-4D79-4AFE-B571-5671415E3020}"/>
              </a:ext>
            </a:extLst>
          </p:cNvPr>
          <p:cNvSpPr>
            <a:spLocks noGrp="1"/>
          </p:cNvSpPr>
          <p:nvPr>
            <p:ph type="body" sz="quarter" idx="18" hasCustomPrompt="1"/>
          </p:nvPr>
        </p:nvSpPr>
        <p:spPr>
          <a:xfrm>
            <a:off x="6351326" y="3809243"/>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Tiga</a:t>
            </a:r>
          </a:p>
        </p:txBody>
      </p:sp>
      <p:sp>
        <p:nvSpPr>
          <p:cNvPr id="44" name="Text Placeholder 10">
            <a:extLst>
              <a:ext uri="{FF2B5EF4-FFF2-40B4-BE49-F238E27FC236}">
                <a16:creationId xmlns:a16="http://schemas.microsoft.com/office/drawing/2014/main" id="{E03243C6-8748-4186-8213-4D799965CD24}"/>
              </a:ext>
            </a:extLst>
          </p:cNvPr>
          <p:cNvSpPr>
            <a:spLocks noGrp="1"/>
          </p:cNvSpPr>
          <p:nvPr>
            <p:ph type="body" sz="quarter" idx="19" hasCustomPrompt="1"/>
          </p:nvPr>
        </p:nvSpPr>
        <p:spPr>
          <a:xfrm>
            <a:off x="6386320" y="4400776"/>
            <a:ext cx="5147150" cy="553998"/>
          </a:xfrm>
        </p:spPr>
        <p:txBody>
          <a:bodyPr lIns="0" tIns="0" rIns="0" bIns="0">
            <a:normAutofit/>
          </a:bodyPr>
          <a:lstStyle>
            <a:lvl1pPr marL="0" indent="0">
              <a:buNone/>
              <a:defRPr sz="20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Masukan deskripsi singkat tentang apa yang akan di bahas pada bagian ini.</a:t>
            </a:r>
          </a:p>
        </p:txBody>
      </p:sp>
      <p:sp>
        <p:nvSpPr>
          <p:cNvPr id="45" name="Text Placeholder 10">
            <a:extLst>
              <a:ext uri="{FF2B5EF4-FFF2-40B4-BE49-F238E27FC236}">
                <a16:creationId xmlns:a16="http://schemas.microsoft.com/office/drawing/2014/main" id="{021EE2E3-1640-424F-85C1-1B497DCDA4DB}"/>
              </a:ext>
            </a:extLst>
          </p:cNvPr>
          <p:cNvSpPr>
            <a:spLocks noGrp="1"/>
          </p:cNvSpPr>
          <p:nvPr>
            <p:ph type="body" sz="quarter" idx="20" hasCustomPrompt="1"/>
          </p:nvPr>
        </p:nvSpPr>
        <p:spPr>
          <a:xfrm>
            <a:off x="6163932" y="5272968"/>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Empat</a:t>
            </a:r>
          </a:p>
        </p:txBody>
      </p:sp>
      <p:sp>
        <p:nvSpPr>
          <p:cNvPr id="46" name="Text Placeholder 10">
            <a:extLst>
              <a:ext uri="{FF2B5EF4-FFF2-40B4-BE49-F238E27FC236}">
                <a16:creationId xmlns:a16="http://schemas.microsoft.com/office/drawing/2014/main" id="{00B8ECF9-D380-48D4-9790-D4B751DCB900}"/>
              </a:ext>
            </a:extLst>
          </p:cNvPr>
          <p:cNvSpPr>
            <a:spLocks noGrp="1"/>
          </p:cNvSpPr>
          <p:nvPr>
            <p:ph type="body" sz="quarter" idx="21" hasCustomPrompt="1"/>
          </p:nvPr>
        </p:nvSpPr>
        <p:spPr>
          <a:xfrm>
            <a:off x="6198926" y="5864501"/>
            <a:ext cx="5147150" cy="553998"/>
          </a:xfrm>
        </p:spPr>
        <p:txBody>
          <a:bodyPr lIns="0" tIns="0" rIns="0" bIns="0">
            <a:normAutofit/>
          </a:bodyPr>
          <a:lstStyle>
            <a:lvl1pPr marL="0" indent="0">
              <a:buNone/>
              <a:defRPr sz="20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Masukan deskripsi singkat tentang apa yang akan di bahas pada bagian ini.</a:t>
            </a:r>
          </a:p>
        </p:txBody>
      </p:sp>
      <p:sp>
        <p:nvSpPr>
          <p:cNvPr id="71" name="Picture Placeholder 20">
            <a:extLst>
              <a:ext uri="{FF2B5EF4-FFF2-40B4-BE49-F238E27FC236}">
                <a16:creationId xmlns:a16="http://schemas.microsoft.com/office/drawing/2014/main" id="{B4DE6F26-EB3B-443A-8CCD-76B053600860}"/>
              </a:ext>
            </a:extLst>
          </p:cNvPr>
          <p:cNvSpPr>
            <a:spLocks noGrp="1"/>
          </p:cNvSpPr>
          <p:nvPr>
            <p:ph type="pic" sz="quarter" idx="22" hasCustomPrompt="1"/>
          </p:nvPr>
        </p:nvSpPr>
        <p:spPr>
          <a:xfrm>
            <a:off x="5058957" y="733684"/>
            <a:ext cx="679450" cy="681038"/>
          </a:xfrm>
        </p:spPr>
        <p:txBody>
          <a:bodyPr anchor="ctr" anchorCtr="0">
            <a:noAutofit/>
          </a:bodyPr>
          <a:lstStyle>
            <a:lvl1pPr algn="ctr">
              <a:buNone/>
              <a:defRPr sz="2000">
                <a:solidFill>
                  <a:schemeClr val="bg1"/>
                </a:solidFill>
              </a:defRPr>
            </a:lvl1pPr>
          </a:lstStyle>
          <a:p>
            <a:r>
              <a:rPr lang="en-US"/>
              <a:t>icon</a:t>
            </a:r>
          </a:p>
        </p:txBody>
      </p:sp>
      <p:sp>
        <p:nvSpPr>
          <p:cNvPr id="72" name="Picture Placeholder 20">
            <a:extLst>
              <a:ext uri="{FF2B5EF4-FFF2-40B4-BE49-F238E27FC236}">
                <a16:creationId xmlns:a16="http://schemas.microsoft.com/office/drawing/2014/main" id="{A6173A39-0C23-4D24-81B2-E7F77EDEEAD3}"/>
              </a:ext>
            </a:extLst>
          </p:cNvPr>
          <p:cNvSpPr>
            <a:spLocks noGrp="1"/>
          </p:cNvSpPr>
          <p:nvPr>
            <p:ph type="pic" sz="quarter" idx="23" hasCustomPrompt="1"/>
          </p:nvPr>
        </p:nvSpPr>
        <p:spPr>
          <a:xfrm>
            <a:off x="5454418" y="2215686"/>
            <a:ext cx="679450" cy="681038"/>
          </a:xfrm>
        </p:spPr>
        <p:txBody>
          <a:bodyPr anchor="ctr" anchorCtr="0">
            <a:noAutofit/>
          </a:bodyPr>
          <a:lstStyle>
            <a:lvl1pPr algn="ctr">
              <a:buNone/>
              <a:defRPr sz="2000">
                <a:solidFill>
                  <a:schemeClr val="bg1"/>
                </a:solidFill>
              </a:defRPr>
            </a:lvl1pPr>
          </a:lstStyle>
          <a:p>
            <a:r>
              <a:rPr lang="en-US"/>
              <a:t>icon</a:t>
            </a:r>
          </a:p>
        </p:txBody>
      </p:sp>
      <p:sp>
        <p:nvSpPr>
          <p:cNvPr id="73" name="Picture Placeholder 20">
            <a:extLst>
              <a:ext uri="{FF2B5EF4-FFF2-40B4-BE49-F238E27FC236}">
                <a16:creationId xmlns:a16="http://schemas.microsoft.com/office/drawing/2014/main" id="{B3748B57-6944-4963-9674-FBDC516563CD}"/>
              </a:ext>
            </a:extLst>
          </p:cNvPr>
          <p:cNvSpPr>
            <a:spLocks noGrp="1"/>
          </p:cNvSpPr>
          <p:nvPr>
            <p:ph type="pic" sz="quarter" idx="24" hasCustomPrompt="1"/>
          </p:nvPr>
        </p:nvSpPr>
        <p:spPr>
          <a:xfrm>
            <a:off x="5454418" y="3964312"/>
            <a:ext cx="679450" cy="681038"/>
          </a:xfrm>
        </p:spPr>
        <p:txBody>
          <a:bodyPr anchor="ctr" anchorCtr="0">
            <a:noAutofit/>
          </a:bodyPr>
          <a:lstStyle>
            <a:lvl1pPr algn="ctr">
              <a:buNone/>
              <a:defRPr sz="2000">
                <a:solidFill>
                  <a:schemeClr val="bg1"/>
                </a:solidFill>
              </a:defRPr>
            </a:lvl1pPr>
          </a:lstStyle>
          <a:p>
            <a:r>
              <a:rPr lang="en-US"/>
              <a:t>icon</a:t>
            </a:r>
          </a:p>
        </p:txBody>
      </p:sp>
      <p:sp>
        <p:nvSpPr>
          <p:cNvPr id="74" name="Picture Placeholder 20">
            <a:extLst>
              <a:ext uri="{FF2B5EF4-FFF2-40B4-BE49-F238E27FC236}">
                <a16:creationId xmlns:a16="http://schemas.microsoft.com/office/drawing/2014/main" id="{18637C73-6B67-44FB-BD11-03F3BC0C541B}"/>
              </a:ext>
            </a:extLst>
          </p:cNvPr>
          <p:cNvSpPr>
            <a:spLocks noGrp="1"/>
          </p:cNvSpPr>
          <p:nvPr>
            <p:ph type="pic" sz="quarter" idx="25" hasCustomPrompt="1"/>
          </p:nvPr>
        </p:nvSpPr>
        <p:spPr>
          <a:xfrm>
            <a:off x="5058957" y="5427315"/>
            <a:ext cx="679450" cy="681038"/>
          </a:xfrm>
        </p:spPr>
        <p:txBody>
          <a:bodyPr anchor="ctr" anchorCtr="0">
            <a:noAutofit/>
          </a:bodyPr>
          <a:lstStyle>
            <a:lvl1pPr algn="ctr">
              <a:buNone/>
              <a:defRPr sz="2000">
                <a:solidFill>
                  <a:schemeClr val="bg1"/>
                </a:solidFill>
              </a:defRPr>
            </a:lvl1pPr>
          </a:lstStyle>
          <a:p>
            <a:r>
              <a:rPr lang="en-US"/>
              <a:t>icon</a:t>
            </a:r>
          </a:p>
        </p:txBody>
      </p:sp>
    </p:spTree>
    <p:extLst>
      <p:ext uri="{BB962C8B-B14F-4D97-AF65-F5344CB8AC3E}">
        <p14:creationId xmlns:p14="http://schemas.microsoft.com/office/powerpoint/2010/main" val="44085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0-#ppt_w/2"/>
                                          </p:val>
                                        </p:tav>
                                        <p:tav tm="100000">
                                          <p:val>
                                            <p:strVal val="#ppt_x"/>
                                          </p:val>
                                        </p:tav>
                                      </p:tavLst>
                                    </p:anim>
                                    <p:anim calcmode="lin" valueType="num">
                                      <p:cBhvr additive="base">
                                        <p:cTn id="8" dur="500" fill="hold"/>
                                        <p:tgtEl>
                                          <p:spTgt spid="48"/>
                                        </p:tgtEl>
                                        <p:attrNameLst>
                                          <p:attrName>ppt_y</p:attrName>
                                        </p:attrNameLst>
                                      </p:cBhvr>
                                      <p:tavLst>
                                        <p:tav tm="0">
                                          <p:val>
                                            <p:strVal val="#ppt_y"/>
                                          </p:val>
                                        </p:tav>
                                        <p:tav tm="100000">
                                          <p:val>
                                            <p:strVal val="#ppt_y"/>
                                          </p:val>
                                        </p:tav>
                                      </p:tavLst>
                                    </p:anim>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5"/>
                                        </p:tgtEl>
                                        <p:attrNameLst>
                                          <p:attrName>style.visibility</p:attrName>
                                        </p:attrNameLst>
                                      </p:cBhvr>
                                      <p:to>
                                        <p:strVal val="hidden"/>
                                      </p:to>
                                    </p:set>
                                  </p:childTnLst>
                                </p:cTn>
                              </p:par>
                              <p:par>
                                <p:cTn id="17" presetID="2" presetClass="entr" presetSubtype="8" decel="100000" fill="hold" grpId="0" nodeType="withEffect">
                                  <p:stCondLst>
                                    <p:cond delay="25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0-#ppt_w/2"/>
                                          </p:val>
                                        </p:tav>
                                        <p:tav tm="100000">
                                          <p:val>
                                            <p:strVal val="#ppt_x"/>
                                          </p:val>
                                        </p:tav>
                                      </p:tavLst>
                                    </p:anim>
                                    <p:anim calcmode="lin" valueType="num">
                                      <p:cBhvr additive="base">
                                        <p:cTn id="20" dur="500" fill="hold"/>
                                        <p:tgtEl>
                                          <p:spTgt spid="50"/>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50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0-#ppt_w/2"/>
                                          </p:val>
                                        </p:tav>
                                        <p:tav tm="100000">
                                          <p:val>
                                            <p:strVal val="#ppt_x"/>
                                          </p:val>
                                        </p:tav>
                                      </p:tavLst>
                                    </p:anim>
                                    <p:anim calcmode="lin" valueType="num">
                                      <p:cBhvr additive="base">
                                        <p:cTn id="24" dur="500" fill="hold"/>
                                        <p:tgtEl>
                                          <p:spTgt spid="33"/>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750"/>
                                  </p:stCondLst>
                                  <p:childTnLst>
                                    <p:set>
                                      <p:cBhvr>
                                        <p:cTn id="26" dur="1" fill="hold">
                                          <p:stCondLst>
                                            <p:cond delay="0"/>
                                          </p:stCondLst>
                                        </p:cTn>
                                        <p:tgtEl>
                                          <p:spTgt spid="34">
                                            <p:txEl>
                                              <p:pRg st="0" end="0"/>
                                            </p:txEl>
                                          </p:spTgt>
                                        </p:tgtEl>
                                        <p:attrNameLst>
                                          <p:attrName>style.visibility</p:attrName>
                                        </p:attrNameLst>
                                      </p:cBhvr>
                                      <p:to>
                                        <p:strVal val="visible"/>
                                      </p:to>
                                    </p:set>
                                    <p:anim calcmode="lin" valueType="num">
                                      <p:cBhvr additive="base">
                                        <p:cTn id="27"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1250"/>
                            </p:stCondLst>
                            <p:childTnLst>
                              <p:par>
                                <p:cTn id="30" presetID="8" presetClass="emph" presetSubtype="0" fill="hold" nodeType="afterEffect">
                                  <p:stCondLst>
                                    <p:cond delay="0"/>
                                  </p:stCondLst>
                                  <p:childTnLst>
                                    <p:animRot by="10800000">
                                      <p:cBhvr>
                                        <p:cTn id="31" dur="1000" fill="hold"/>
                                        <p:tgtEl>
                                          <p:spTgt spid="7"/>
                                        </p:tgtEl>
                                        <p:attrNameLst>
                                          <p:attrName>r</p:attrName>
                                        </p:attrNameLst>
                                      </p:cBhvr>
                                    </p:animRot>
                                  </p:childTnLst>
                                </p:cTn>
                              </p:par>
                              <p:par>
                                <p:cTn id="32" presetID="1" presetClass="entr" presetSubtype="0" fill="hold" nodeType="withEffect">
                                  <p:stCondLst>
                                    <p:cond delay="500"/>
                                  </p:stCondLst>
                                  <p:childTnLst>
                                    <p:set>
                                      <p:cBhvr>
                                        <p:cTn id="33" dur="1" fill="hold">
                                          <p:stCondLst>
                                            <p:cond delay="0"/>
                                          </p:stCondLst>
                                        </p:cTn>
                                        <p:tgtEl>
                                          <p:spTgt spid="7"/>
                                        </p:tgtEl>
                                        <p:attrNameLst>
                                          <p:attrName>style.visibility</p:attrName>
                                        </p:attrNameLst>
                                      </p:cBhvr>
                                      <p:to>
                                        <p:strVal val="visible"/>
                                      </p:to>
                                    </p:set>
                                  </p:childTnLst>
                                </p:cTn>
                              </p:par>
                            </p:childTnLst>
                          </p:cTn>
                        </p:par>
                        <p:par>
                          <p:cTn id="34" fill="hold">
                            <p:stCondLst>
                              <p:cond delay="2250"/>
                            </p:stCondLst>
                            <p:childTnLst>
                              <p:par>
                                <p:cTn id="35" presetID="10" presetClass="entr" presetSubtype="0" fill="hold" grpId="0" nodeType="after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childTnLst>
                                </p:cTn>
                              </p:par>
                            </p:childTnLst>
                          </p:cTn>
                        </p:par>
                        <p:par>
                          <p:cTn id="38" fill="hold">
                            <p:stCondLst>
                              <p:cond delay="2750"/>
                            </p:stCondLst>
                            <p:childTnLst>
                              <p:par>
                                <p:cTn id="39" presetID="2" presetClass="entr" presetSubtype="2" decel="100000" fill="hold" grpId="0" nodeType="afterEffect">
                                  <p:stCondLst>
                                    <p:cond delay="0"/>
                                  </p:stCondLst>
                                  <p:childTnLst>
                                    <p:set>
                                      <p:cBhvr>
                                        <p:cTn id="40" dur="1" fill="hold">
                                          <p:stCondLst>
                                            <p:cond delay="0"/>
                                          </p:stCondLst>
                                        </p:cTn>
                                        <p:tgtEl>
                                          <p:spTgt spid="35">
                                            <p:bg/>
                                          </p:spTgt>
                                        </p:tgtEl>
                                        <p:attrNameLst>
                                          <p:attrName>style.visibility</p:attrName>
                                        </p:attrNameLst>
                                      </p:cBhvr>
                                      <p:to>
                                        <p:strVal val="visible"/>
                                      </p:to>
                                    </p:set>
                                    <p:anim calcmode="lin" valueType="num">
                                      <p:cBhvr additive="base">
                                        <p:cTn id="41" dur="500" fill="hold"/>
                                        <p:tgtEl>
                                          <p:spTgt spid="35">
                                            <p:bg/>
                                          </p:spTgt>
                                        </p:tgtEl>
                                        <p:attrNameLst>
                                          <p:attrName>ppt_x</p:attrName>
                                        </p:attrNameLst>
                                      </p:cBhvr>
                                      <p:tavLst>
                                        <p:tav tm="0">
                                          <p:val>
                                            <p:strVal val="1+#ppt_w/2"/>
                                          </p:val>
                                        </p:tav>
                                        <p:tav tm="100000">
                                          <p:val>
                                            <p:strVal val="#ppt_x"/>
                                          </p:val>
                                        </p:tav>
                                      </p:tavLst>
                                    </p:anim>
                                    <p:anim calcmode="lin" valueType="num">
                                      <p:cBhvr additive="base">
                                        <p:cTn id="42" dur="500" fill="hold"/>
                                        <p:tgtEl>
                                          <p:spTgt spid="35">
                                            <p:bg/>
                                          </p:spTgt>
                                        </p:tgtEl>
                                        <p:attrNameLst>
                                          <p:attrName>ppt_y</p:attrName>
                                        </p:attrNameLst>
                                      </p:cBhvr>
                                      <p:tavLst>
                                        <p:tav tm="0">
                                          <p:val>
                                            <p:strVal val="#ppt_y"/>
                                          </p:val>
                                        </p:tav>
                                        <p:tav tm="100000">
                                          <p:val>
                                            <p:strVal val="#ppt_y"/>
                                          </p:val>
                                        </p:tav>
                                      </p:tavLst>
                                    </p:anim>
                                  </p:childTnLst>
                                </p:cTn>
                              </p:par>
                              <p:par>
                                <p:cTn id="43" presetID="2" presetClass="entr" presetSubtype="2" decel="100000" fill="hold" grpId="0" nodeType="withEffect">
                                  <p:stCondLst>
                                    <p:cond delay="0"/>
                                  </p:stCondLst>
                                  <p:childTnLst>
                                    <p:set>
                                      <p:cBhvr>
                                        <p:cTn id="44" dur="1" fill="hold">
                                          <p:stCondLst>
                                            <p:cond delay="0"/>
                                          </p:stCondLst>
                                        </p:cTn>
                                        <p:tgtEl>
                                          <p:spTgt spid="35">
                                            <p:txEl>
                                              <p:pRg st="0" end="0"/>
                                            </p:txEl>
                                          </p:spTgt>
                                        </p:tgtEl>
                                        <p:attrNameLst>
                                          <p:attrName>style.visibility</p:attrName>
                                        </p:attrNameLst>
                                      </p:cBhvr>
                                      <p:to>
                                        <p:strVal val="visible"/>
                                      </p:to>
                                    </p:set>
                                    <p:anim calcmode="lin" valueType="num">
                                      <p:cBhvr additive="base">
                                        <p:cTn id="45"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35">
                                            <p:txEl>
                                              <p:pRg st="0" end="0"/>
                                            </p:txEl>
                                          </p:spTgt>
                                        </p:tgtEl>
                                        <p:attrNameLst>
                                          <p:attrName>ppt_y</p:attrName>
                                        </p:attrNameLst>
                                      </p:cBhvr>
                                      <p:tavLst>
                                        <p:tav tm="0">
                                          <p:val>
                                            <p:strVal val="#ppt_y"/>
                                          </p:val>
                                        </p:tav>
                                        <p:tav tm="100000">
                                          <p:val>
                                            <p:strVal val="#ppt_y"/>
                                          </p:val>
                                        </p:tav>
                                      </p:tavLst>
                                    </p:anim>
                                  </p:childTnLst>
                                </p:cTn>
                              </p:par>
                              <p:par>
                                <p:cTn id="47" presetID="2" presetClass="entr" presetSubtype="2" decel="100000" fill="hold" grpId="0" nodeType="withEffect">
                                  <p:stCondLst>
                                    <p:cond delay="0"/>
                                  </p:stCondLst>
                                  <p:childTnLst>
                                    <p:set>
                                      <p:cBhvr>
                                        <p:cTn id="48" dur="1" fill="hold">
                                          <p:stCondLst>
                                            <p:cond delay="0"/>
                                          </p:stCondLst>
                                        </p:cTn>
                                        <p:tgtEl>
                                          <p:spTgt spid="36">
                                            <p:txEl>
                                              <p:pRg st="0" end="0"/>
                                            </p:txEl>
                                          </p:spTgt>
                                        </p:tgtEl>
                                        <p:attrNameLst>
                                          <p:attrName>style.visibility</p:attrName>
                                        </p:attrNameLst>
                                      </p:cBhvr>
                                      <p:to>
                                        <p:strVal val="visible"/>
                                      </p:to>
                                    </p:set>
                                    <p:anim calcmode="lin" valueType="num">
                                      <p:cBhvr additive="base">
                                        <p:cTn id="49" dur="5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10800000">
                                      <p:cBhvr>
                                        <p:cTn id="54" dur="1000" fill="hold"/>
                                        <p:tgtEl>
                                          <p:spTgt spid="13"/>
                                        </p:tgtEl>
                                        <p:attrNameLst>
                                          <p:attrName>r</p:attrName>
                                        </p:attrNameLst>
                                      </p:cBhvr>
                                    </p:animRot>
                                  </p:childTnLst>
                                </p:cTn>
                              </p:par>
                              <p:par>
                                <p:cTn id="55" presetID="1" presetClass="entr" presetSubtype="0" fill="hold" nodeType="withEffect">
                                  <p:stCondLst>
                                    <p:cond delay="500"/>
                                  </p:stCondLst>
                                  <p:childTnLst>
                                    <p:set>
                                      <p:cBhvr>
                                        <p:cTn id="56" dur="1" fill="hold">
                                          <p:stCondLst>
                                            <p:cond delay="0"/>
                                          </p:stCondLst>
                                        </p:cTn>
                                        <p:tgtEl>
                                          <p:spTgt spid="13"/>
                                        </p:tgtEl>
                                        <p:attrNameLst>
                                          <p:attrName>style.visibility</p:attrName>
                                        </p:attrNameLst>
                                      </p:cBhvr>
                                      <p:to>
                                        <p:strVal val="visible"/>
                                      </p:to>
                                    </p:set>
                                  </p:childTnLst>
                                </p:cTn>
                              </p:par>
                            </p:childTnLst>
                          </p:cTn>
                        </p:par>
                        <p:par>
                          <p:cTn id="57" fill="hold">
                            <p:stCondLst>
                              <p:cond delay="1000"/>
                            </p:stCondLst>
                            <p:childTnLst>
                              <p:par>
                                <p:cTn id="58" presetID="10" presetClass="entr" presetSubtype="0" fill="hold" grpId="0" nodeType="afterEffect">
                                  <p:stCondLst>
                                    <p:cond delay="0"/>
                                  </p:stCondLst>
                                  <p:childTnLst>
                                    <p:set>
                                      <p:cBhvr>
                                        <p:cTn id="59" dur="1" fill="hold">
                                          <p:stCondLst>
                                            <p:cond delay="0"/>
                                          </p:stCondLst>
                                        </p:cTn>
                                        <p:tgtEl>
                                          <p:spTgt spid="72"/>
                                        </p:tgtEl>
                                        <p:attrNameLst>
                                          <p:attrName>style.visibility</p:attrName>
                                        </p:attrNameLst>
                                      </p:cBhvr>
                                      <p:to>
                                        <p:strVal val="visible"/>
                                      </p:to>
                                    </p:set>
                                    <p:animEffect transition="in" filter="fade">
                                      <p:cBhvr>
                                        <p:cTn id="60" dur="500"/>
                                        <p:tgtEl>
                                          <p:spTgt spid="72"/>
                                        </p:tgtEl>
                                      </p:cBhvr>
                                    </p:animEffect>
                                  </p:childTnLst>
                                </p:cTn>
                              </p:par>
                            </p:childTnLst>
                          </p:cTn>
                        </p:par>
                        <p:par>
                          <p:cTn id="61" fill="hold">
                            <p:stCondLst>
                              <p:cond delay="1500"/>
                            </p:stCondLst>
                            <p:childTnLst>
                              <p:par>
                                <p:cTn id="62" presetID="2" presetClass="entr" presetSubtype="2" decel="100000" fill="hold" grpId="0" nodeType="afterEffect">
                                  <p:stCondLst>
                                    <p:cond delay="0"/>
                                  </p:stCondLst>
                                  <p:childTnLst>
                                    <p:set>
                                      <p:cBhvr>
                                        <p:cTn id="63" dur="1" fill="hold">
                                          <p:stCondLst>
                                            <p:cond delay="0"/>
                                          </p:stCondLst>
                                        </p:cTn>
                                        <p:tgtEl>
                                          <p:spTgt spid="39">
                                            <p:bg/>
                                          </p:spTgt>
                                        </p:tgtEl>
                                        <p:attrNameLst>
                                          <p:attrName>style.visibility</p:attrName>
                                        </p:attrNameLst>
                                      </p:cBhvr>
                                      <p:to>
                                        <p:strVal val="visible"/>
                                      </p:to>
                                    </p:set>
                                    <p:anim calcmode="lin" valueType="num">
                                      <p:cBhvr additive="base">
                                        <p:cTn id="64" dur="500" fill="hold"/>
                                        <p:tgtEl>
                                          <p:spTgt spid="39">
                                            <p:bg/>
                                          </p:spTgt>
                                        </p:tgtEl>
                                        <p:attrNameLst>
                                          <p:attrName>ppt_x</p:attrName>
                                        </p:attrNameLst>
                                      </p:cBhvr>
                                      <p:tavLst>
                                        <p:tav tm="0">
                                          <p:val>
                                            <p:strVal val="1+#ppt_w/2"/>
                                          </p:val>
                                        </p:tav>
                                        <p:tav tm="100000">
                                          <p:val>
                                            <p:strVal val="#ppt_x"/>
                                          </p:val>
                                        </p:tav>
                                      </p:tavLst>
                                    </p:anim>
                                    <p:anim calcmode="lin" valueType="num">
                                      <p:cBhvr additive="base">
                                        <p:cTn id="65" dur="500" fill="hold"/>
                                        <p:tgtEl>
                                          <p:spTgt spid="39">
                                            <p:bg/>
                                          </p:spTgt>
                                        </p:tgtEl>
                                        <p:attrNameLst>
                                          <p:attrName>ppt_y</p:attrName>
                                        </p:attrNameLst>
                                      </p:cBhvr>
                                      <p:tavLst>
                                        <p:tav tm="0">
                                          <p:val>
                                            <p:strVal val="#ppt_y"/>
                                          </p:val>
                                        </p:tav>
                                        <p:tav tm="100000">
                                          <p:val>
                                            <p:strVal val="#ppt_y"/>
                                          </p:val>
                                        </p:tav>
                                      </p:tavLst>
                                    </p:anim>
                                  </p:childTnLst>
                                </p:cTn>
                              </p:par>
                              <p:par>
                                <p:cTn id="66" presetID="2" presetClass="entr" presetSubtype="2" decel="100000" fill="hold" grpId="0" nodeType="withEffect">
                                  <p:stCondLst>
                                    <p:cond delay="0"/>
                                  </p:stCondLst>
                                  <p:childTnLst>
                                    <p:set>
                                      <p:cBhvr>
                                        <p:cTn id="67" dur="1" fill="hold">
                                          <p:stCondLst>
                                            <p:cond delay="0"/>
                                          </p:stCondLst>
                                        </p:cTn>
                                        <p:tgtEl>
                                          <p:spTgt spid="39">
                                            <p:txEl>
                                              <p:pRg st="0" end="0"/>
                                            </p:txEl>
                                          </p:spTgt>
                                        </p:tgtEl>
                                        <p:attrNameLst>
                                          <p:attrName>style.visibility</p:attrName>
                                        </p:attrNameLst>
                                      </p:cBhvr>
                                      <p:to>
                                        <p:strVal val="visible"/>
                                      </p:to>
                                    </p:set>
                                    <p:anim calcmode="lin" valueType="num">
                                      <p:cBhvr additive="base">
                                        <p:cTn id="68"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69" dur="500" fill="hold"/>
                                        <p:tgtEl>
                                          <p:spTgt spid="39">
                                            <p:txEl>
                                              <p:pRg st="0" end="0"/>
                                            </p:txEl>
                                          </p:spTgt>
                                        </p:tgtEl>
                                        <p:attrNameLst>
                                          <p:attrName>ppt_y</p:attrName>
                                        </p:attrNameLst>
                                      </p:cBhvr>
                                      <p:tavLst>
                                        <p:tav tm="0">
                                          <p:val>
                                            <p:strVal val="#ppt_y"/>
                                          </p:val>
                                        </p:tav>
                                        <p:tav tm="100000">
                                          <p:val>
                                            <p:strVal val="#ppt_y"/>
                                          </p:val>
                                        </p:tav>
                                      </p:tavLst>
                                    </p:anim>
                                  </p:childTnLst>
                                </p:cTn>
                              </p:par>
                            </p:childTnLst>
                          </p:cTn>
                        </p:par>
                        <p:par>
                          <p:cTn id="70" fill="hold">
                            <p:stCondLst>
                              <p:cond delay="2000"/>
                            </p:stCondLst>
                            <p:childTnLst>
                              <p:par>
                                <p:cTn id="71" presetID="2" presetClass="entr" presetSubtype="2" decel="100000" fill="hold" grpId="0" nodeType="afterEffect">
                                  <p:stCondLst>
                                    <p:cond delay="0"/>
                                  </p:stCondLst>
                                  <p:childTnLst>
                                    <p:set>
                                      <p:cBhvr>
                                        <p:cTn id="72" dur="1" fill="hold">
                                          <p:stCondLst>
                                            <p:cond delay="0"/>
                                          </p:stCondLst>
                                        </p:cTn>
                                        <p:tgtEl>
                                          <p:spTgt spid="40">
                                            <p:txEl>
                                              <p:pRg st="0" end="0"/>
                                            </p:txEl>
                                          </p:spTgt>
                                        </p:tgtEl>
                                        <p:attrNameLst>
                                          <p:attrName>style.visibility</p:attrName>
                                        </p:attrNameLst>
                                      </p:cBhvr>
                                      <p:to>
                                        <p:strVal val="visible"/>
                                      </p:to>
                                    </p:set>
                                    <p:anim calcmode="lin" valueType="num">
                                      <p:cBhvr additive="base">
                                        <p:cTn id="73" dur="500" fill="hold"/>
                                        <p:tgtEl>
                                          <p:spTgt spid="40">
                                            <p:txEl>
                                              <p:pRg st="0" end="0"/>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8" presetClass="emph" presetSubtype="0" fill="hold" nodeType="clickEffect">
                                  <p:stCondLst>
                                    <p:cond delay="0"/>
                                  </p:stCondLst>
                                  <p:childTnLst>
                                    <p:animRot by="10800000">
                                      <p:cBhvr>
                                        <p:cTn id="78" dur="1000" fill="hold"/>
                                        <p:tgtEl>
                                          <p:spTgt spid="19"/>
                                        </p:tgtEl>
                                        <p:attrNameLst>
                                          <p:attrName>r</p:attrName>
                                        </p:attrNameLst>
                                      </p:cBhvr>
                                    </p:animRot>
                                  </p:childTnLst>
                                </p:cTn>
                              </p:par>
                              <p:par>
                                <p:cTn id="79" presetID="1" presetClass="entr" presetSubtype="0" fill="hold" nodeType="withEffect">
                                  <p:stCondLst>
                                    <p:cond delay="500"/>
                                  </p:stCondLst>
                                  <p:childTnLst>
                                    <p:set>
                                      <p:cBhvr>
                                        <p:cTn id="80" dur="1" fill="hold">
                                          <p:stCondLst>
                                            <p:cond delay="0"/>
                                          </p:stCondLst>
                                        </p:cTn>
                                        <p:tgtEl>
                                          <p:spTgt spid="19"/>
                                        </p:tgtEl>
                                        <p:attrNameLst>
                                          <p:attrName>style.visibility</p:attrName>
                                        </p:attrNameLst>
                                      </p:cBhvr>
                                      <p:to>
                                        <p:strVal val="visible"/>
                                      </p:to>
                                    </p:set>
                                  </p:childTnLst>
                                </p:cTn>
                              </p:par>
                            </p:childTnLst>
                          </p:cTn>
                        </p:par>
                        <p:par>
                          <p:cTn id="81" fill="hold">
                            <p:stCondLst>
                              <p:cond delay="1000"/>
                            </p:stCondLst>
                            <p:childTnLst>
                              <p:par>
                                <p:cTn id="82" presetID="10" presetClass="entr" presetSubtype="0" fill="hold" grpId="0" nodeType="after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fade">
                                      <p:cBhvr>
                                        <p:cTn id="84" dur="500"/>
                                        <p:tgtEl>
                                          <p:spTgt spid="73"/>
                                        </p:tgtEl>
                                      </p:cBhvr>
                                    </p:animEffect>
                                  </p:childTnLst>
                                </p:cTn>
                              </p:par>
                            </p:childTnLst>
                          </p:cTn>
                        </p:par>
                        <p:par>
                          <p:cTn id="85" fill="hold">
                            <p:stCondLst>
                              <p:cond delay="1500"/>
                            </p:stCondLst>
                            <p:childTnLst>
                              <p:par>
                                <p:cTn id="86" presetID="2" presetClass="entr" presetSubtype="2" decel="100000" fill="hold" grpId="0" nodeType="afterEffect">
                                  <p:stCondLst>
                                    <p:cond delay="0"/>
                                  </p:stCondLst>
                                  <p:childTnLst>
                                    <p:set>
                                      <p:cBhvr>
                                        <p:cTn id="87" dur="1" fill="hold">
                                          <p:stCondLst>
                                            <p:cond delay="0"/>
                                          </p:stCondLst>
                                        </p:cTn>
                                        <p:tgtEl>
                                          <p:spTgt spid="43">
                                            <p:bg/>
                                          </p:spTgt>
                                        </p:tgtEl>
                                        <p:attrNameLst>
                                          <p:attrName>style.visibility</p:attrName>
                                        </p:attrNameLst>
                                      </p:cBhvr>
                                      <p:to>
                                        <p:strVal val="visible"/>
                                      </p:to>
                                    </p:set>
                                    <p:anim calcmode="lin" valueType="num">
                                      <p:cBhvr additive="base">
                                        <p:cTn id="88" dur="500" fill="hold"/>
                                        <p:tgtEl>
                                          <p:spTgt spid="43">
                                            <p:bg/>
                                          </p:spTgt>
                                        </p:tgtEl>
                                        <p:attrNameLst>
                                          <p:attrName>ppt_x</p:attrName>
                                        </p:attrNameLst>
                                      </p:cBhvr>
                                      <p:tavLst>
                                        <p:tav tm="0">
                                          <p:val>
                                            <p:strVal val="1+#ppt_w/2"/>
                                          </p:val>
                                        </p:tav>
                                        <p:tav tm="100000">
                                          <p:val>
                                            <p:strVal val="#ppt_x"/>
                                          </p:val>
                                        </p:tav>
                                      </p:tavLst>
                                    </p:anim>
                                    <p:anim calcmode="lin" valueType="num">
                                      <p:cBhvr additive="base">
                                        <p:cTn id="89" dur="500" fill="hold"/>
                                        <p:tgtEl>
                                          <p:spTgt spid="43">
                                            <p:bg/>
                                          </p:spTgt>
                                        </p:tgtEl>
                                        <p:attrNameLst>
                                          <p:attrName>ppt_y</p:attrName>
                                        </p:attrNameLst>
                                      </p:cBhvr>
                                      <p:tavLst>
                                        <p:tav tm="0">
                                          <p:val>
                                            <p:strVal val="#ppt_y"/>
                                          </p:val>
                                        </p:tav>
                                        <p:tav tm="100000">
                                          <p:val>
                                            <p:strVal val="#ppt_y"/>
                                          </p:val>
                                        </p:tav>
                                      </p:tavLst>
                                    </p:anim>
                                  </p:childTnLst>
                                </p:cTn>
                              </p:par>
                              <p:par>
                                <p:cTn id="90" presetID="2" presetClass="entr" presetSubtype="2" decel="100000" fill="hold" grpId="0" nodeType="withEffect">
                                  <p:stCondLst>
                                    <p:cond delay="0"/>
                                  </p:stCondLst>
                                  <p:childTnLst>
                                    <p:set>
                                      <p:cBhvr>
                                        <p:cTn id="91" dur="1" fill="hold">
                                          <p:stCondLst>
                                            <p:cond delay="0"/>
                                          </p:stCondLst>
                                        </p:cTn>
                                        <p:tgtEl>
                                          <p:spTgt spid="43">
                                            <p:txEl>
                                              <p:pRg st="0" end="0"/>
                                            </p:txEl>
                                          </p:spTgt>
                                        </p:tgtEl>
                                        <p:attrNameLst>
                                          <p:attrName>style.visibility</p:attrName>
                                        </p:attrNameLst>
                                      </p:cBhvr>
                                      <p:to>
                                        <p:strVal val="visible"/>
                                      </p:to>
                                    </p:set>
                                    <p:anim calcmode="lin" valueType="num">
                                      <p:cBhvr additive="base">
                                        <p:cTn id="92" dur="500" fill="hold"/>
                                        <p:tgtEl>
                                          <p:spTgt spid="43">
                                            <p:txEl>
                                              <p:pRg st="0" end="0"/>
                                            </p:txEl>
                                          </p:spTgt>
                                        </p:tgtEl>
                                        <p:attrNameLst>
                                          <p:attrName>ppt_x</p:attrName>
                                        </p:attrNameLst>
                                      </p:cBhvr>
                                      <p:tavLst>
                                        <p:tav tm="0">
                                          <p:val>
                                            <p:strVal val="1+#ppt_w/2"/>
                                          </p:val>
                                        </p:tav>
                                        <p:tav tm="100000">
                                          <p:val>
                                            <p:strVal val="#ppt_x"/>
                                          </p:val>
                                        </p:tav>
                                      </p:tavLst>
                                    </p:anim>
                                    <p:anim calcmode="lin" valueType="num">
                                      <p:cBhvr additive="base">
                                        <p:cTn id="93" dur="500" fill="hold"/>
                                        <p:tgtEl>
                                          <p:spTgt spid="43">
                                            <p:txEl>
                                              <p:pRg st="0" end="0"/>
                                            </p:txEl>
                                          </p:spTgt>
                                        </p:tgtEl>
                                        <p:attrNameLst>
                                          <p:attrName>ppt_y</p:attrName>
                                        </p:attrNameLst>
                                      </p:cBhvr>
                                      <p:tavLst>
                                        <p:tav tm="0">
                                          <p:val>
                                            <p:strVal val="#ppt_y"/>
                                          </p:val>
                                        </p:tav>
                                        <p:tav tm="100000">
                                          <p:val>
                                            <p:strVal val="#ppt_y"/>
                                          </p:val>
                                        </p:tav>
                                      </p:tavLst>
                                    </p:anim>
                                  </p:childTnLst>
                                </p:cTn>
                              </p:par>
                            </p:childTnLst>
                          </p:cTn>
                        </p:par>
                        <p:par>
                          <p:cTn id="94" fill="hold">
                            <p:stCondLst>
                              <p:cond delay="2000"/>
                            </p:stCondLst>
                            <p:childTnLst>
                              <p:par>
                                <p:cTn id="95" presetID="2" presetClass="entr" presetSubtype="2" decel="100000" fill="hold" grpId="0" nodeType="afterEffect">
                                  <p:stCondLst>
                                    <p:cond delay="0"/>
                                  </p:stCondLst>
                                  <p:childTnLst>
                                    <p:set>
                                      <p:cBhvr>
                                        <p:cTn id="96" dur="1" fill="hold">
                                          <p:stCondLst>
                                            <p:cond delay="0"/>
                                          </p:stCondLst>
                                        </p:cTn>
                                        <p:tgtEl>
                                          <p:spTgt spid="44">
                                            <p:txEl>
                                              <p:pRg st="0" end="0"/>
                                            </p:txEl>
                                          </p:spTgt>
                                        </p:tgtEl>
                                        <p:attrNameLst>
                                          <p:attrName>style.visibility</p:attrName>
                                        </p:attrNameLst>
                                      </p:cBhvr>
                                      <p:to>
                                        <p:strVal val="visible"/>
                                      </p:to>
                                    </p:set>
                                    <p:anim calcmode="lin" valueType="num">
                                      <p:cBhvr additive="base">
                                        <p:cTn id="97" dur="50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98" dur="500" fill="hold"/>
                                        <p:tgtEl>
                                          <p:spTgt spid="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8" presetClass="emph" presetSubtype="0" fill="hold" nodeType="clickEffect">
                                  <p:stCondLst>
                                    <p:cond delay="0"/>
                                  </p:stCondLst>
                                  <p:childTnLst>
                                    <p:animRot by="10800000">
                                      <p:cBhvr>
                                        <p:cTn id="102" dur="1000" fill="hold"/>
                                        <p:tgtEl>
                                          <p:spTgt spid="25"/>
                                        </p:tgtEl>
                                        <p:attrNameLst>
                                          <p:attrName>r</p:attrName>
                                        </p:attrNameLst>
                                      </p:cBhvr>
                                    </p:animRot>
                                  </p:childTnLst>
                                </p:cTn>
                              </p:par>
                              <p:par>
                                <p:cTn id="103" presetID="1" presetClass="entr" presetSubtype="0" fill="hold" nodeType="withEffect">
                                  <p:stCondLst>
                                    <p:cond delay="500"/>
                                  </p:stCondLst>
                                  <p:childTnLst>
                                    <p:set>
                                      <p:cBhvr>
                                        <p:cTn id="104" dur="1" fill="hold">
                                          <p:stCondLst>
                                            <p:cond delay="0"/>
                                          </p:stCondLst>
                                        </p:cTn>
                                        <p:tgtEl>
                                          <p:spTgt spid="25"/>
                                        </p:tgtEl>
                                        <p:attrNameLst>
                                          <p:attrName>style.visibility</p:attrName>
                                        </p:attrNameLst>
                                      </p:cBhvr>
                                      <p:to>
                                        <p:strVal val="visible"/>
                                      </p:to>
                                    </p:set>
                                  </p:childTnLst>
                                </p:cTn>
                              </p:par>
                            </p:childTnLst>
                          </p:cTn>
                        </p:par>
                        <p:par>
                          <p:cTn id="105" fill="hold">
                            <p:stCondLst>
                              <p:cond delay="1000"/>
                            </p:stCondLst>
                            <p:childTnLst>
                              <p:par>
                                <p:cTn id="106" presetID="10" presetClass="entr" presetSubtype="0" fill="hold" grpId="0" nodeType="afterEffect">
                                  <p:stCondLst>
                                    <p:cond delay="0"/>
                                  </p:stCondLst>
                                  <p:childTnLst>
                                    <p:set>
                                      <p:cBhvr>
                                        <p:cTn id="107" dur="1" fill="hold">
                                          <p:stCondLst>
                                            <p:cond delay="0"/>
                                          </p:stCondLst>
                                        </p:cTn>
                                        <p:tgtEl>
                                          <p:spTgt spid="74"/>
                                        </p:tgtEl>
                                        <p:attrNameLst>
                                          <p:attrName>style.visibility</p:attrName>
                                        </p:attrNameLst>
                                      </p:cBhvr>
                                      <p:to>
                                        <p:strVal val="visible"/>
                                      </p:to>
                                    </p:set>
                                    <p:animEffect transition="in" filter="fade">
                                      <p:cBhvr>
                                        <p:cTn id="108" dur="500"/>
                                        <p:tgtEl>
                                          <p:spTgt spid="74"/>
                                        </p:tgtEl>
                                      </p:cBhvr>
                                    </p:animEffect>
                                  </p:childTnLst>
                                </p:cTn>
                              </p:par>
                            </p:childTnLst>
                          </p:cTn>
                        </p:par>
                        <p:par>
                          <p:cTn id="109" fill="hold">
                            <p:stCondLst>
                              <p:cond delay="1500"/>
                            </p:stCondLst>
                            <p:childTnLst>
                              <p:par>
                                <p:cTn id="110" presetID="2" presetClass="entr" presetSubtype="2" decel="100000" fill="hold" grpId="0" nodeType="afterEffect">
                                  <p:stCondLst>
                                    <p:cond delay="0"/>
                                  </p:stCondLst>
                                  <p:childTnLst>
                                    <p:set>
                                      <p:cBhvr>
                                        <p:cTn id="111" dur="1" fill="hold">
                                          <p:stCondLst>
                                            <p:cond delay="0"/>
                                          </p:stCondLst>
                                        </p:cTn>
                                        <p:tgtEl>
                                          <p:spTgt spid="45">
                                            <p:bg/>
                                          </p:spTgt>
                                        </p:tgtEl>
                                        <p:attrNameLst>
                                          <p:attrName>style.visibility</p:attrName>
                                        </p:attrNameLst>
                                      </p:cBhvr>
                                      <p:to>
                                        <p:strVal val="visible"/>
                                      </p:to>
                                    </p:set>
                                    <p:anim calcmode="lin" valueType="num">
                                      <p:cBhvr additive="base">
                                        <p:cTn id="112" dur="500" fill="hold"/>
                                        <p:tgtEl>
                                          <p:spTgt spid="45">
                                            <p:bg/>
                                          </p:spTgt>
                                        </p:tgtEl>
                                        <p:attrNameLst>
                                          <p:attrName>ppt_x</p:attrName>
                                        </p:attrNameLst>
                                      </p:cBhvr>
                                      <p:tavLst>
                                        <p:tav tm="0">
                                          <p:val>
                                            <p:strVal val="1+#ppt_w/2"/>
                                          </p:val>
                                        </p:tav>
                                        <p:tav tm="100000">
                                          <p:val>
                                            <p:strVal val="#ppt_x"/>
                                          </p:val>
                                        </p:tav>
                                      </p:tavLst>
                                    </p:anim>
                                    <p:anim calcmode="lin" valueType="num">
                                      <p:cBhvr additive="base">
                                        <p:cTn id="113" dur="500" fill="hold"/>
                                        <p:tgtEl>
                                          <p:spTgt spid="45">
                                            <p:bg/>
                                          </p:spTgt>
                                        </p:tgtEl>
                                        <p:attrNameLst>
                                          <p:attrName>ppt_y</p:attrName>
                                        </p:attrNameLst>
                                      </p:cBhvr>
                                      <p:tavLst>
                                        <p:tav tm="0">
                                          <p:val>
                                            <p:strVal val="#ppt_y"/>
                                          </p:val>
                                        </p:tav>
                                        <p:tav tm="100000">
                                          <p:val>
                                            <p:strVal val="#ppt_y"/>
                                          </p:val>
                                        </p:tav>
                                      </p:tavLst>
                                    </p:anim>
                                  </p:childTnLst>
                                </p:cTn>
                              </p:par>
                              <p:par>
                                <p:cTn id="114" presetID="2" presetClass="entr" presetSubtype="2" decel="100000" fill="hold" grpId="0" nodeType="withEffect">
                                  <p:stCondLst>
                                    <p:cond delay="0"/>
                                  </p:stCondLst>
                                  <p:childTnLst>
                                    <p:set>
                                      <p:cBhvr>
                                        <p:cTn id="115" dur="1" fill="hold">
                                          <p:stCondLst>
                                            <p:cond delay="0"/>
                                          </p:stCondLst>
                                        </p:cTn>
                                        <p:tgtEl>
                                          <p:spTgt spid="45">
                                            <p:txEl>
                                              <p:pRg st="0" end="0"/>
                                            </p:txEl>
                                          </p:spTgt>
                                        </p:tgtEl>
                                        <p:attrNameLst>
                                          <p:attrName>style.visibility</p:attrName>
                                        </p:attrNameLst>
                                      </p:cBhvr>
                                      <p:to>
                                        <p:strVal val="visible"/>
                                      </p:to>
                                    </p:set>
                                    <p:anim calcmode="lin" valueType="num">
                                      <p:cBhvr additive="base">
                                        <p:cTn id="116"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17"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118" fill="hold">
                            <p:stCondLst>
                              <p:cond delay="2000"/>
                            </p:stCondLst>
                            <p:childTnLst>
                              <p:par>
                                <p:cTn id="119" presetID="2" presetClass="entr" presetSubtype="2" decel="100000" fill="hold" grpId="0" nodeType="afterEffect">
                                  <p:stCondLst>
                                    <p:cond delay="0"/>
                                  </p:stCondLst>
                                  <p:childTnLst>
                                    <p:set>
                                      <p:cBhvr>
                                        <p:cTn id="120" dur="1" fill="hold">
                                          <p:stCondLst>
                                            <p:cond delay="0"/>
                                          </p:stCondLst>
                                        </p:cTn>
                                        <p:tgtEl>
                                          <p:spTgt spid="46">
                                            <p:txEl>
                                              <p:pRg st="0" end="0"/>
                                            </p:txEl>
                                          </p:spTgt>
                                        </p:tgtEl>
                                        <p:attrNameLst>
                                          <p:attrName>style.visibility</p:attrName>
                                        </p:attrNameLst>
                                      </p:cBhvr>
                                      <p:to>
                                        <p:strVal val="visible"/>
                                      </p:to>
                                    </p:set>
                                    <p:anim calcmode="lin" valueType="num">
                                      <p:cBhvr additive="base">
                                        <p:cTn id="121" dur="5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122" dur="500" fill="hold"/>
                                        <p:tgtEl>
                                          <p:spTgt spid="4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0" grpId="0" animBg="1"/>
      <p:bldP spid="33" grpId="0"/>
      <p:bldP spid="34" grpId="0" build="p">
        <p:tmplLst>
          <p:tmpl lvl="1">
            <p:tnLst>
              <p:par>
                <p:cTn presetID="2" presetClass="entr" presetSubtype="8" decel="100000" fill="hold" nodeType="withEffect">
                  <p:stCondLst>
                    <p:cond delay="75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6" grpId="0" build="p">
        <p:tmplLst>
          <p:tmpl lvl="1">
            <p:tnLst>
              <p:par>
                <p:cTn presetID="2" presetClass="entr" presetSubtype="2" decel="10000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1+#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9"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build="p">
        <p:tmplLst>
          <p:tmpl lvl="1">
            <p:tnLst>
              <p:par>
                <p:cTn presetID="2" presetClass="entr" presetSubtype="2" decel="10000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1+#ppt_w/2"/>
                          </p:val>
                        </p:tav>
                        <p:tav tm="100000">
                          <p:val>
                            <p:strVal val="#ppt_x"/>
                          </p:val>
                        </p:tav>
                      </p:tavLst>
                    </p:anim>
                    <p:anim calcmode="lin" valueType="num">
                      <p:cBhvr additive="base">
                        <p:cTn dur="500" fill="hold"/>
                        <p:tgtEl>
                          <p:spTgt spid="40"/>
                        </p:tgtEl>
                        <p:attrNameLst>
                          <p:attrName>ppt_y</p:attrName>
                        </p:attrNameLst>
                      </p:cBhvr>
                      <p:tavLst>
                        <p:tav tm="0">
                          <p:val>
                            <p:strVal val="#ppt_y"/>
                          </p:val>
                        </p:tav>
                        <p:tav tm="100000">
                          <p:val>
                            <p:strVal val="#ppt_y"/>
                          </p:val>
                        </p:tav>
                      </p:tavLst>
                    </p:anim>
                  </p:childTnLst>
                </p:cTn>
              </p:par>
            </p:tnLst>
          </p:tmpl>
        </p:tmplLst>
      </p:bldP>
      <p:bldP spid="43"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build="p"/>
      <p:bldP spid="45"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build="p">
        <p:tmplLst>
          <p:tmpl lvl="1">
            <p:tnLst>
              <p:par>
                <p:cTn presetID="2" presetClass="entr" presetSubtype="2" decel="100000"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71" grpId="0"/>
      <p:bldP spid="72" grpId="0"/>
      <p:bldP spid="73" grpId="0"/>
      <p:bldP spid="74"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ftar Isi 2">
    <p:spTree>
      <p:nvGrpSpPr>
        <p:cNvPr id="1" name=""/>
        <p:cNvGrpSpPr/>
        <p:nvPr/>
      </p:nvGrpSpPr>
      <p:grpSpPr>
        <a:xfrm>
          <a:off x="0" y="0"/>
          <a:ext cx="0" cy="0"/>
          <a:chOff x="0" y="0"/>
          <a:chExt cx="0" cy="0"/>
        </a:xfrm>
      </p:grpSpPr>
      <p:sp>
        <p:nvSpPr>
          <p:cNvPr id="59" name="Freeform: Shape 58">
            <a:extLst>
              <a:ext uri="{FF2B5EF4-FFF2-40B4-BE49-F238E27FC236}">
                <a16:creationId xmlns:a16="http://schemas.microsoft.com/office/drawing/2014/main" id="{9DD54680-6FDE-4CFF-AF5C-4F1495EEC816}"/>
              </a:ext>
            </a:extLst>
          </p:cNvPr>
          <p:cNvSpPr/>
          <p:nvPr userDrawn="1"/>
        </p:nvSpPr>
        <p:spPr>
          <a:xfrm>
            <a:off x="0" y="0"/>
            <a:ext cx="4591950" cy="6858000"/>
          </a:xfrm>
          <a:custGeom>
            <a:avLst/>
            <a:gdLst>
              <a:gd name="connsiteX0" fmla="*/ 0 w 4591950"/>
              <a:gd name="connsiteY0" fmla="*/ 0 h 6858000"/>
              <a:gd name="connsiteX1" fmla="*/ 3229720 w 4591950"/>
              <a:gd name="connsiteY1" fmla="*/ 0 h 6858000"/>
              <a:gd name="connsiteX2" fmla="*/ 3292587 w 4591950"/>
              <a:gd name="connsiteY2" fmla="*/ 65940 h 6858000"/>
              <a:gd name="connsiteX3" fmla="*/ 4591950 w 4591950"/>
              <a:gd name="connsiteY3" fmla="*/ 3429000 h 6858000"/>
              <a:gd name="connsiteX4" fmla="*/ 3292587 w 4591950"/>
              <a:gd name="connsiteY4" fmla="*/ 6792060 h 6858000"/>
              <a:gd name="connsiteX5" fmla="*/ 3229720 w 4591950"/>
              <a:gd name="connsiteY5" fmla="*/ 6858000 h 6858000"/>
              <a:gd name="connsiteX6" fmla="*/ 0 w 459195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1950" h="6858000">
                <a:moveTo>
                  <a:pt x="0" y="0"/>
                </a:moveTo>
                <a:lnTo>
                  <a:pt x="3229720" y="0"/>
                </a:lnTo>
                <a:lnTo>
                  <a:pt x="3292587" y="65940"/>
                </a:lnTo>
                <a:cubicBezTo>
                  <a:pt x="4099904" y="954186"/>
                  <a:pt x="4591950" y="2134131"/>
                  <a:pt x="4591950" y="3429000"/>
                </a:cubicBezTo>
                <a:cubicBezTo>
                  <a:pt x="4591950" y="4723869"/>
                  <a:pt x="4099904" y="5903815"/>
                  <a:pt x="3292587" y="6792060"/>
                </a:cubicBezTo>
                <a:lnTo>
                  <a:pt x="3229720" y="6858000"/>
                </a:lnTo>
                <a:lnTo>
                  <a:pt x="0" y="6858000"/>
                </a:ln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3" name="Group 92">
            <a:extLst>
              <a:ext uri="{FF2B5EF4-FFF2-40B4-BE49-F238E27FC236}">
                <a16:creationId xmlns:a16="http://schemas.microsoft.com/office/drawing/2014/main" id="{DF0462AC-89EB-48DA-BCDE-6BE11EA0642C}"/>
              </a:ext>
            </a:extLst>
          </p:cNvPr>
          <p:cNvGrpSpPr/>
          <p:nvPr userDrawn="1"/>
        </p:nvGrpSpPr>
        <p:grpSpPr>
          <a:xfrm>
            <a:off x="-6837502" y="2969168"/>
            <a:ext cx="12855414" cy="919664"/>
            <a:chOff x="-7445776" y="2941557"/>
            <a:chExt cx="13627297" cy="974885"/>
          </a:xfrm>
          <a:solidFill>
            <a:schemeClr val="accent1"/>
          </a:solidFill>
        </p:grpSpPr>
        <p:sp>
          <p:nvSpPr>
            <p:cNvPr id="94" name="Oval 93">
              <a:extLst>
                <a:ext uri="{FF2B5EF4-FFF2-40B4-BE49-F238E27FC236}">
                  <a16:creationId xmlns:a16="http://schemas.microsoft.com/office/drawing/2014/main" id="{91248188-D31A-4899-AE4F-4B756FCA72ED}"/>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580D7CA-8F44-4397-A8C6-12BD21CB64AD}"/>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DDF7EDD1-C720-43F3-94C6-22AFB8A4E510}"/>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2B153CC1-95D2-4092-AA3C-289097405A39}"/>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4BC744CE-A819-427B-A194-72CF858D60D2}"/>
                </a:ext>
              </a:extLst>
            </p:cNvPr>
            <p:cNvCxnSpPr>
              <a:cxnSpLocks/>
              <a:stCxn id="97" idx="2"/>
              <a:endCxn id="96"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99" name="Group 98">
            <a:extLst>
              <a:ext uri="{FF2B5EF4-FFF2-40B4-BE49-F238E27FC236}">
                <a16:creationId xmlns:a16="http://schemas.microsoft.com/office/drawing/2014/main" id="{5D073557-C397-411B-880B-C1B6C7D98CBC}"/>
              </a:ext>
            </a:extLst>
          </p:cNvPr>
          <p:cNvGrpSpPr/>
          <p:nvPr userDrawn="1"/>
        </p:nvGrpSpPr>
        <p:grpSpPr>
          <a:xfrm rot="-720000">
            <a:off x="-6837502" y="2969168"/>
            <a:ext cx="12855414" cy="919664"/>
            <a:chOff x="-7445776" y="2941557"/>
            <a:chExt cx="13627297" cy="974885"/>
          </a:xfrm>
          <a:solidFill>
            <a:schemeClr val="accent1"/>
          </a:solidFill>
        </p:grpSpPr>
        <p:sp>
          <p:nvSpPr>
            <p:cNvPr id="100" name="Oval 99">
              <a:extLst>
                <a:ext uri="{FF2B5EF4-FFF2-40B4-BE49-F238E27FC236}">
                  <a16:creationId xmlns:a16="http://schemas.microsoft.com/office/drawing/2014/main" id="{39ECD6D3-FA28-4A6F-87AB-528054AD6EB0}"/>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0343F966-A57C-4894-AD35-4F44D7C93883}"/>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481406C1-4FEE-44BC-8031-8C77C527FAB8}"/>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6F3B288A-1CE2-4ABD-9758-DFEDBA86A877}"/>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a:extLst>
                <a:ext uri="{FF2B5EF4-FFF2-40B4-BE49-F238E27FC236}">
                  <a16:creationId xmlns:a16="http://schemas.microsoft.com/office/drawing/2014/main" id="{03689C93-1E15-4384-A56A-95BD894F17A3}"/>
                </a:ext>
              </a:extLst>
            </p:cNvPr>
            <p:cNvCxnSpPr>
              <a:cxnSpLocks/>
              <a:stCxn id="103" idx="2"/>
              <a:endCxn id="102"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D29F8590-8BF1-42FC-AEAC-283A58B5FBB6}"/>
              </a:ext>
            </a:extLst>
          </p:cNvPr>
          <p:cNvGrpSpPr/>
          <p:nvPr userDrawn="1"/>
        </p:nvGrpSpPr>
        <p:grpSpPr>
          <a:xfrm rot="-1440000">
            <a:off x="-6837502" y="2969168"/>
            <a:ext cx="12855414" cy="919664"/>
            <a:chOff x="-7445776" y="2941557"/>
            <a:chExt cx="13627297" cy="974885"/>
          </a:xfrm>
          <a:solidFill>
            <a:schemeClr val="accent1"/>
          </a:solidFill>
        </p:grpSpPr>
        <p:sp>
          <p:nvSpPr>
            <p:cNvPr id="106" name="Oval 105">
              <a:extLst>
                <a:ext uri="{FF2B5EF4-FFF2-40B4-BE49-F238E27FC236}">
                  <a16:creationId xmlns:a16="http://schemas.microsoft.com/office/drawing/2014/main" id="{08C9C363-2A3F-4BFE-963A-0FAFB068151B}"/>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79D8D069-4432-4E95-B95A-1585CD692A9B}"/>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779FD04A-9E46-4ACD-AECD-6CDAE17B6542}"/>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6021AC8-A4BC-489B-856E-3D516A783C6E}"/>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3D547A47-7254-4583-8C40-0CA3F4BA9C12}"/>
                </a:ext>
              </a:extLst>
            </p:cNvPr>
            <p:cNvCxnSpPr>
              <a:cxnSpLocks/>
              <a:stCxn id="109" idx="2"/>
              <a:endCxn id="108"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111" name="Group 110">
            <a:extLst>
              <a:ext uri="{FF2B5EF4-FFF2-40B4-BE49-F238E27FC236}">
                <a16:creationId xmlns:a16="http://schemas.microsoft.com/office/drawing/2014/main" id="{9AA52222-B199-4102-8328-23DF0AE027F9}"/>
              </a:ext>
            </a:extLst>
          </p:cNvPr>
          <p:cNvGrpSpPr/>
          <p:nvPr userDrawn="1"/>
        </p:nvGrpSpPr>
        <p:grpSpPr>
          <a:xfrm rot="1440000">
            <a:off x="-6837499" y="2969168"/>
            <a:ext cx="12855408" cy="919664"/>
            <a:chOff x="-7445776" y="2941557"/>
            <a:chExt cx="13627297" cy="974885"/>
          </a:xfrm>
          <a:solidFill>
            <a:schemeClr val="accent1"/>
          </a:solidFill>
        </p:grpSpPr>
        <p:sp>
          <p:nvSpPr>
            <p:cNvPr id="112" name="Oval 111">
              <a:extLst>
                <a:ext uri="{FF2B5EF4-FFF2-40B4-BE49-F238E27FC236}">
                  <a16:creationId xmlns:a16="http://schemas.microsoft.com/office/drawing/2014/main" id="{A1D9BB02-2521-48DA-9AE8-83C373310B6E}"/>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0CCD55BC-C590-46DA-8C38-E47588A69DEE}"/>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86DAC7B5-BE5E-45D1-8F0B-8D8B10A83FE9}"/>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DE805503-BCD2-4CCB-B53C-496EDDEEA023}"/>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6" name="Straight Connector 115">
              <a:extLst>
                <a:ext uri="{FF2B5EF4-FFF2-40B4-BE49-F238E27FC236}">
                  <a16:creationId xmlns:a16="http://schemas.microsoft.com/office/drawing/2014/main" id="{5E17AB4D-69CA-4D35-AB6D-A7C0110967DC}"/>
                </a:ext>
              </a:extLst>
            </p:cNvPr>
            <p:cNvCxnSpPr>
              <a:cxnSpLocks/>
              <a:stCxn id="115" idx="2"/>
              <a:endCxn id="114"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B09FA4C7-BC2F-4602-BC12-4C3E4F4F4E18}"/>
              </a:ext>
            </a:extLst>
          </p:cNvPr>
          <p:cNvGrpSpPr/>
          <p:nvPr userDrawn="1"/>
        </p:nvGrpSpPr>
        <p:grpSpPr>
          <a:xfrm rot="720000">
            <a:off x="-6837502" y="2969168"/>
            <a:ext cx="12855414" cy="919664"/>
            <a:chOff x="-7445776" y="2941557"/>
            <a:chExt cx="13627297" cy="974885"/>
          </a:xfrm>
          <a:solidFill>
            <a:schemeClr val="accent1"/>
          </a:solidFill>
        </p:grpSpPr>
        <p:sp>
          <p:nvSpPr>
            <p:cNvPr id="118" name="Oval 117">
              <a:extLst>
                <a:ext uri="{FF2B5EF4-FFF2-40B4-BE49-F238E27FC236}">
                  <a16:creationId xmlns:a16="http://schemas.microsoft.com/office/drawing/2014/main" id="{1F1C4961-1724-45C0-A16D-E6515F6199DD}"/>
                </a:ext>
              </a:extLst>
            </p:cNvPr>
            <p:cNvSpPr/>
            <p:nvPr/>
          </p:nvSpPr>
          <p:spPr>
            <a:xfrm>
              <a:off x="5206638" y="2941559"/>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47751BE5-812A-42A7-B808-512455163138}"/>
                </a:ext>
              </a:extLst>
            </p:cNvPr>
            <p:cNvSpPr/>
            <p:nvPr/>
          </p:nvSpPr>
          <p:spPr>
            <a:xfrm flipH="1">
              <a:off x="4804702"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ECDE9BE7-0BB7-440F-9A00-AD87110FF426}"/>
                </a:ext>
              </a:extLst>
            </p:cNvPr>
            <p:cNvSpPr/>
            <p:nvPr/>
          </p:nvSpPr>
          <p:spPr>
            <a:xfrm rot="10800000">
              <a:off x="-7445776" y="2941557"/>
              <a:ext cx="974883" cy="974883"/>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88F53699-3BA6-49C7-A735-C6B80CB25C05}"/>
                </a:ext>
              </a:extLst>
            </p:cNvPr>
            <p:cNvSpPr/>
            <p:nvPr/>
          </p:nvSpPr>
          <p:spPr>
            <a:xfrm flipH="1">
              <a:off x="-6096903" y="3353201"/>
              <a:ext cx="151598" cy="151598"/>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a:extLst>
                <a:ext uri="{FF2B5EF4-FFF2-40B4-BE49-F238E27FC236}">
                  <a16:creationId xmlns:a16="http://schemas.microsoft.com/office/drawing/2014/main" id="{DFB45F5E-2310-4CFF-AED3-1719B5AB66C3}"/>
                </a:ext>
              </a:extLst>
            </p:cNvPr>
            <p:cNvCxnSpPr>
              <a:cxnSpLocks/>
              <a:stCxn id="121" idx="2"/>
              <a:endCxn id="120" idx="2"/>
            </p:cNvCxnSpPr>
            <p:nvPr/>
          </p:nvCxnSpPr>
          <p:spPr>
            <a:xfrm flipH="1" flipV="1">
              <a:off x="-6470893" y="3428999"/>
              <a:ext cx="525587" cy="1"/>
            </a:xfrm>
            <a:prstGeom prst="line">
              <a:avLst/>
            </a:prstGeom>
            <a:grpFill/>
            <a:ln>
              <a:noFill/>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246D2B1F-A24C-47D5-9CAF-67D561D6F63B}"/>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0DA3F093-8510-4436-BDD3-ED065F93D8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F52564-F9C2-4631-8A7B-FEC909EDFB0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33" name="Title 1">
            <a:extLst>
              <a:ext uri="{FF2B5EF4-FFF2-40B4-BE49-F238E27FC236}">
                <a16:creationId xmlns:a16="http://schemas.microsoft.com/office/drawing/2014/main" id="{2B62C95D-0FE6-450D-8F2F-F6B8BC2CBCC3}"/>
              </a:ext>
            </a:extLst>
          </p:cNvPr>
          <p:cNvSpPr>
            <a:spLocks noGrp="1"/>
          </p:cNvSpPr>
          <p:nvPr userDrawn="1">
            <p:ph type="title" hasCustomPrompt="1"/>
          </p:nvPr>
        </p:nvSpPr>
        <p:spPr>
          <a:xfrm>
            <a:off x="838201" y="2632215"/>
            <a:ext cx="3200400" cy="1107996"/>
          </a:xfrm>
        </p:spPr>
        <p:txBody>
          <a:bodyPr lIns="0" tIns="0" rIns="0" bIns="0" anchor="b" anchorCtr="0">
            <a:normAutofit/>
          </a:bodyPr>
          <a:lstStyle>
            <a:lvl1pPr>
              <a:defRPr sz="4000">
                <a:solidFill>
                  <a:schemeClr val="bg1"/>
                </a:solidFill>
              </a:defRPr>
            </a:lvl1pPr>
          </a:lstStyle>
          <a:p>
            <a:r>
              <a:rPr lang="en-US"/>
              <a:t>Daftar Isi Presentasi</a:t>
            </a:r>
          </a:p>
        </p:txBody>
      </p:sp>
      <p:sp>
        <p:nvSpPr>
          <p:cNvPr id="34" name="Text Placeholder 8">
            <a:extLst>
              <a:ext uri="{FF2B5EF4-FFF2-40B4-BE49-F238E27FC236}">
                <a16:creationId xmlns:a16="http://schemas.microsoft.com/office/drawing/2014/main" id="{F1BCF515-EA02-4DDE-8418-59D6BE2D2EA5}"/>
              </a:ext>
            </a:extLst>
          </p:cNvPr>
          <p:cNvSpPr>
            <a:spLocks noGrp="1"/>
          </p:cNvSpPr>
          <p:nvPr userDrawn="1">
            <p:ph type="body" sz="quarter" idx="13" hasCustomPrompt="1"/>
          </p:nvPr>
        </p:nvSpPr>
        <p:spPr>
          <a:xfrm>
            <a:off x="838201" y="3776673"/>
            <a:ext cx="3200400" cy="332399"/>
          </a:xfrm>
        </p:spPr>
        <p:txBody>
          <a:bodyPr lIns="0" tIns="0" rIns="0" bIns="0">
            <a:normAutofit/>
          </a:bodyPr>
          <a:lstStyle>
            <a:lvl1pPr marL="0" indent="0">
              <a:buNone/>
              <a:defRPr sz="2400" b="1">
                <a:solidFill>
                  <a:schemeClr val="bg1"/>
                </a:solidFill>
              </a:defRPr>
            </a:lvl1pPr>
            <a:lvl2pPr>
              <a:buNone/>
              <a:defRPr/>
            </a:lvl2pPr>
            <a:lvl3pPr>
              <a:buNone/>
              <a:defRPr/>
            </a:lvl3pPr>
            <a:lvl4pPr>
              <a:buNone/>
              <a:defRPr/>
            </a:lvl4pPr>
            <a:lvl5pPr>
              <a:buNone/>
              <a:defRPr/>
            </a:lvl5pPr>
          </a:lstStyle>
          <a:p>
            <a:pPr lvl="0"/>
            <a:r>
              <a:rPr lang="en-US"/>
              <a:t>Table of content</a:t>
            </a:r>
          </a:p>
        </p:txBody>
      </p:sp>
      <p:sp>
        <p:nvSpPr>
          <p:cNvPr id="76" name="Text Placeholder 10">
            <a:extLst>
              <a:ext uri="{FF2B5EF4-FFF2-40B4-BE49-F238E27FC236}">
                <a16:creationId xmlns:a16="http://schemas.microsoft.com/office/drawing/2014/main" id="{C99A6117-BD25-4FB6-8539-4118FB0A1E83}"/>
              </a:ext>
            </a:extLst>
          </p:cNvPr>
          <p:cNvSpPr>
            <a:spLocks noGrp="1"/>
          </p:cNvSpPr>
          <p:nvPr userDrawn="1">
            <p:ph type="body" sz="quarter" idx="14" hasCustomPrompt="1"/>
          </p:nvPr>
        </p:nvSpPr>
        <p:spPr>
          <a:xfrm>
            <a:off x="5744471" y="562776"/>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Satu</a:t>
            </a:r>
          </a:p>
        </p:txBody>
      </p:sp>
      <p:sp>
        <p:nvSpPr>
          <p:cNvPr id="77" name="Text Placeholder 10">
            <a:extLst>
              <a:ext uri="{FF2B5EF4-FFF2-40B4-BE49-F238E27FC236}">
                <a16:creationId xmlns:a16="http://schemas.microsoft.com/office/drawing/2014/main" id="{ACBCD2C5-F5E2-4856-B050-C8B94005BFD1}"/>
              </a:ext>
            </a:extLst>
          </p:cNvPr>
          <p:cNvSpPr>
            <a:spLocks noGrp="1"/>
          </p:cNvSpPr>
          <p:nvPr userDrawn="1">
            <p:ph type="body" sz="quarter" idx="15" hasCustomPrompt="1"/>
          </p:nvPr>
        </p:nvSpPr>
        <p:spPr>
          <a:xfrm>
            <a:off x="5779465" y="1154309"/>
            <a:ext cx="5945810" cy="263149"/>
          </a:xfrm>
        </p:spPr>
        <p:txBody>
          <a:bodyPr lIns="0" tIns="0" rIns="0" bIns="0">
            <a:spAutoFit/>
          </a:bodyPr>
          <a:lstStyle>
            <a:lvl1pPr marL="0" indent="0">
              <a:buNone/>
              <a:defRPr sz="19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Deskripsi singkat tentang apa yang di bahas bagian ini.</a:t>
            </a:r>
          </a:p>
        </p:txBody>
      </p:sp>
      <p:sp>
        <p:nvSpPr>
          <p:cNvPr id="80" name="Text Placeholder 10">
            <a:extLst>
              <a:ext uri="{FF2B5EF4-FFF2-40B4-BE49-F238E27FC236}">
                <a16:creationId xmlns:a16="http://schemas.microsoft.com/office/drawing/2014/main" id="{37425866-51BD-47AA-9BE3-0CA734722FEA}"/>
              </a:ext>
            </a:extLst>
          </p:cNvPr>
          <p:cNvSpPr>
            <a:spLocks noGrp="1"/>
          </p:cNvSpPr>
          <p:nvPr userDrawn="1">
            <p:ph type="body" sz="quarter" idx="16" hasCustomPrompt="1"/>
          </p:nvPr>
        </p:nvSpPr>
        <p:spPr>
          <a:xfrm>
            <a:off x="6058764" y="1724832"/>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Dua</a:t>
            </a:r>
          </a:p>
        </p:txBody>
      </p:sp>
      <p:sp>
        <p:nvSpPr>
          <p:cNvPr id="81" name="Text Placeholder 10">
            <a:extLst>
              <a:ext uri="{FF2B5EF4-FFF2-40B4-BE49-F238E27FC236}">
                <a16:creationId xmlns:a16="http://schemas.microsoft.com/office/drawing/2014/main" id="{DA9C802F-E83F-4EEC-9D17-DE6555D9A9D8}"/>
              </a:ext>
            </a:extLst>
          </p:cNvPr>
          <p:cNvSpPr>
            <a:spLocks noGrp="1"/>
          </p:cNvSpPr>
          <p:nvPr userDrawn="1">
            <p:ph type="body" sz="quarter" idx="17" hasCustomPrompt="1"/>
          </p:nvPr>
        </p:nvSpPr>
        <p:spPr>
          <a:xfrm>
            <a:off x="6093758" y="2316365"/>
            <a:ext cx="5945810" cy="263149"/>
          </a:xfrm>
        </p:spPr>
        <p:txBody>
          <a:bodyPr lIns="0" tIns="0" rIns="0" bIns="0">
            <a:spAutoFit/>
          </a:bodyPr>
          <a:lstStyle>
            <a:lvl1pPr marL="0" indent="0">
              <a:buNone/>
              <a:defRPr sz="19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Deskripsi singkat tentang apa yang di bahas bagian ini.</a:t>
            </a:r>
          </a:p>
        </p:txBody>
      </p:sp>
      <p:sp>
        <p:nvSpPr>
          <p:cNvPr id="82" name="Text Placeholder 10">
            <a:extLst>
              <a:ext uri="{FF2B5EF4-FFF2-40B4-BE49-F238E27FC236}">
                <a16:creationId xmlns:a16="http://schemas.microsoft.com/office/drawing/2014/main" id="{D1B48DE0-765B-4575-A455-B49C1B97799F}"/>
              </a:ext>
            </a:extLst>
          </p:cNvPr>
          <p:cNvSpPr>
            <a:spLocks noGrp="1"/>
          </p:cNvSpPr>
          <p:nvPr userDrawn="1">
            <p:ph type="body" sz="quarter" idx="18" hasCustomPrompt="1"/>
          </p:nvPr>
        </p:nvSpPr>
        <p:spPr>
          <a:xfrm>
            <a:off x="6096000" y="2970435"/>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Tiga</a:t>
            </a:r>
          </a:p>
        </p:txBody>
      </p:sp>
      <p:sp>
        <p:nvSpPr>
          <p:cNvPr id="83" name="Text Placeholder 10">
            <a:extLst>
              <a:ext uri="{FF2B5EF4-FFF2-40B4-BE49-F238E27FC236}">
                <a16:creationId xmlns:a16="http://schemas.microsoft.com/office/drawing/2014/main" id="{66079E23-439D-4117-AB5C-6FBC269897DE}"/>
              </a:ext>
            </a:extLst>
          </p:cNvPr>
          <p:cNvSpPr>
            <a:spLocks noGrp="1"/>
          </p:cNvSpPr>
          <p:nvPr userDrawn="1">
            <p:ph type="body" sz="quarter" idx="19" hasCustomPrompt="1"/>
          </p:nvPr>
        </p:nvSpPr>
        <p:spPr>
          <a:xfrm>
            <a:off x="6130994" y="3561968"/>
            <a:ext cx="5945810" cy="263149"/>
          </a:xfrm>
        </p:spPr>
        <p:txBody>
          <a:bodyPr lIns="0" tIns="0" rIns="0" bIns="0">
            <a:spAutoFit/>
          </a:bodyPr>
          <a:lstStyle>
            <a:lvl1pPr marL="0" indent="0">
              <a:buNone/>
              <a:defRPr sz="19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Deskripsi singkat tentang apa yang di bahas bagian ini.</a:t>
            </a:r>
          </a:p>
        </p:txBody>
      </p:sp>
      <p:sp>
        <p:nvSpPr>
          <p:cNvPr id="84" name="Text Placeholder 10">
            <a:extLst>
              <a:ext uri="{FF2B5EF4-FFF2-40B4-BE49-F238E27FC236}">
                <a16:creationId xmlns:a16="http://schemas.microsoft.com/office/drawing/2014/main" id="{C153DD21-4E0D-4E9C-AEE2-185A59A6D038}"/>
              </a:ext>
            </a:extLst>
          </p:cNvPr>
          <p:cNvSpPr>
            <a:spLocks noGrp="1"/>
          </p:cNvSpPr>
          <p:nvPr userDrawn="1">
            <p:ph type="body" sz="quarter" idx="20" hasCustomPrompt="1"/>
          </p:nvPr>
        </p:nvSpPr>
        <p:spPr>
          <a:xfrm>
            <a:off x="6058764" y="4246063"/>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Empat</a:t>
            </a:r>
          </a:p>
        </p:txBody>
      </p:sp>
      <p:sp>
        <p:nvSpPr>
          <p:cNvPr id="85" name="Text Placeholder 10">
            <a:extLst>
              <a:ext uri="{FF2B5EF4-FFF2-40B4-BE49-F238E27FC236}">
                <a16:creationId xmlns:a16="http://schemas.microsoft.com/office/drawing/2014/main" id="{7F2AF931-8C73-4371-B088-EE3B38CCB4E2}"/>
              </a:ext>
            </a:extLst>
          </p:cNvPr>
          <p:cNvSpPr>
            <a:spLocks noGrp="1"/>
          </p:cNvSpPr>
          <p:nvPr userDrawn="1">
            <p:ph type="body" sz="quarter" idx="21" hasCustomPrompt="1"/>
          </p:nvPr>
        </p:nvSpPr>
        <p:spPr>
          <a:xfrm>
            <a:off x="6093758" y="4837596"/>
            <a:ext cx="5945810" cy="263149"/>
          </a:xfrm>
        </p:spPr>
        <p:txBody>
          <a:bodyPr lIns="0" tIns="0" rIns="0" bIns="0">
            <a:spAutoFit/>
          </a:bodyPr>
          <a:lstStyle>
            <a:lvl1pPr marL="0" indent="0">
              <a:buNone/>
              <a:defRPr sz="19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Deskripsi singkat tentang apa yang di bahas bagian ini.</a:t>
            </a:r>
          </a:p>
        </p:txBody>
      </p:sp>
      <p:sp>
        <p:nvSpPr>
          <p:cNvPr id="86" name="Text Placeholder 10">
            <a:extLst>
              <a:ext uri="{FF2B5EF4-FFF2-40B4-BE49-F238E27FC236}">
                <a16:creationId xmlns:a16="http://schemas.microsoft.com/office/drawing/2014/main" id="{EC53AF02-1723-4765-A0E4-5BA2DC38A1EE}"/>
              </a:ext>
            </a:extLst>
          </p:cNvPr>
          <p:cNvSpPr>
            <a:spLocks noGrp="1"/>
          </p:cNvSpPr>
          <p:nvPr userDrawn="1">
            <p:ph type="body" sz="quarter" idx="22" hasCustomPrompt="1"/>
          </p:nvPr>
        </p:nvSpPr>
        <p:spPr>
          <a:xfrm>
            <a:off x="5744471" y="5427899"/>
            <a:ext cx="4527550" cy="545318"/>
          </a:xfrm>
          <a:prstGeom prst="roundRect">
            <a:avLst>
              <a:gd name="adj" fmla="val 50000"/>
            </a:avLst>
          </a:prstGeom>
          <a:solidFill>
            <a:schemeClr val="accent1"/>
          </a:solidFill>
        </p:spPr>
        <p:txBody>
          <a:bodyPr lIns="108000" tIns="0" rIns="0" bIns="0" anchor="b" anchorCtr="0">
            <a:spAutoFit/>
          </a:bodyPr>
          <a:lstStyle>
            <a:lvl1pPr marL="0" indent="0">
              <a:buNone/>
              <a:defRPr sz="28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Bagian Lima</a:t>
            </a:r>
          </a:p>
        </p:txBody>
      </p:sp>
      <p:sp>
        <p:nvSpPr>
          <p:cNvPr id="87" name="Text Placeholder 10">
            <a:extLst>
              <a:ext uri="{FF2B5EF4-FFF2-40B4-BE49-F238E27FC236}">
                <a16:creationId xmlns:a16="http://schemas.microsoft.com/office/drawing/2014/main" id="{2909186F-7D10-4770-AF03-CDFABEC09B18}"/>
              </a:ext>
            </a:extLst>
          </p:cNvPr>
          <p:cNvSpPr>
            <a:spLocks noGrp="1"/>
          </p:cNvSpPr>
          <p:nvPr userDrawn="1">
            <p:ph type="body" sz="quarter" idx="23" hasCustomPrompt="1"/>
          </p:nvPr>
        </p:nvSpPr>
        <p:spPr>
          <a:xfrm>
            <a:off x="5779465" y="6019432"/>
            <a:ext cx="5945810" cy="263149"/>
          </a:xfrm>
        </p:spPr>
        <p:txBody>
          <a:bodyPr lIns="0" tIns="0" rIns="0" bIns="0">
            <a:spAutoFit/>
          </a:bodyPr>
          <a:lstStyle>
            <a:lvl1pPr marL="0" indent="0">
              <a:buNone/>
              <a:defRPr sz="1900" b="0">
                <a:latin typeface="Segoe UI" panose="020B0502040204020203" pitchFamily="34" charset="0"/>
                <a:ea typeface="Open Sans" panose="020B0606030504020204" pitchFamily="34" charset="0"/>
                <a:cs typeface="Segoe UI" panose="020B0502040204020203" pitchFamily="34" charset="0"/>
              </a:defRPr>
            </a:lvl1pPr>
          </a:lstStyle>
          <a:p>
            <a:pPr lvl="0"/>
            <a:r>
              <a:rPr lang="en-US"/>
              <a:t>Deskripsi singkat tentang apa yang di bahas bagian ini.</a:t>
            </a:r>
          </a:p>
        </p:txBody>
      </p:sp>
      <p:sp>
        <p:nvSpPr>
          <p:cNvPr id="88" name="Picture Placeholder 20">
            <a:extLst>
              <a:ext uri="{FF2B5EF4-FFF2-40B4-BE49-F238E27FC236}">
                <a16:creationId xmlns:a16="http://schemas.microsoft.com/office/drawing/2014/main" id="{47478165-5BDD-410D-B25A-B524D27EA488}"/>
              </a:ext>
            </a:extLst>
          </p:cNvPr>
          <p:cNvSpPr>
            <a:spLocks noGrp="1"/>
          </p:cNvSpPr>
          <p:nvPr userDrawn="1">
            <p:ph type="pic" sz="quarter" idx="24" hasCustomPrompt="1"/>
          </p:nvPr>
        </p:nvSpPr>
        <p:spPr>
          <a:xfrm>
            <a:off x="4767810" y="727327"/>
            <a:ext cx="548640" cy="548640"/>
          </a:xfrm>
        </p:spPr>
        <p:txBody>
          <a:bodyPr anchor="ctr" anchorCtr="0">
            <a:noAutofit/>
          </a:bodyPr>
          <a:lstStyle>
            <a:lvl1pPr marL="0" indent="0" algn="ctr">
              <a:buNone/>
              <a:defRPr sz="1400">
                <a:solidFill>
                  <a:schemeClr val="bg1"/>
                </a:solidFill>
              </a:defRPr>
            </a:lvl1pPr>
          </a:lstStyle>
          <a:p>
            <a:r>
              <a:rPr lang="en-US"/>
              <a:t>icon</a:t>
            </a:r>
          </a:p>
        </p:txBody>
      </p:sp>
      <p:sp>
        <p:nvSpPr>
          <p:cNvPr id="89" name="Picture Placeholder 20">
            <a:extLst>
              <a:ext uri="{FF2B5EF4-FFF2-40B4-BE49-F238E27FC236}">
                <a16:creationId xmlns:a16="http://schemas.microsoft.com/office/drawing/2014/main" id="{7D273BB5-C24E-4784-916F-6F43C483BC5B}"/>
              </a:ext>
            </a:extLst>
          </p:cNvPr>
          <p:cNvSpPr>
            <a:spLocks noGrp="1"/>
          </p:cNvSpPr>
          <p:nvPr userDrawn="1">
            <p:ph type="pic" sz="quarter" idx="25" hasCustomPrompt="1"/>
          </p:nvPr>
        </p:nvSpPr>
        <p:spPr>
          <a:xfrm>
            <a:off x="5153348" y="1913890"/>
            <a:ext cx="548640" cy="548640"/>
          </a:xfrm>
        </p:spPr>
        <p:txBody>
          <a:bodyPr anchor="ctr" anchorCtr="0">
            <a:noAutofit/>
          </a:bodyPr>
          <a:lstStyle>
            <a:lvl1pPr marL="0" indent="0" algn="ctr">
              <a:buNone/>
              <a:defRPr sz="1400">
                <a:solidFill>
                  <a:schemeClr val="bg1"/>
                </a:solidFill>
              </a:defRPr>
            </a:lvl1pPr>
          </a:lstStyle>
          <a:p>
            <a:r>
              <a:rPr lang="en-US"/>
              <a:t>icon</a:t>
            </a:r>
          </a:p>
        </p:txBody>
      </p:sp>
      <p:sp>
        <p:nvSpPr>
          <p:cNvPr id="90" name="Picture Placeholder 20">
            <a:extLst>
              <a:ext uri="{FF2B5EF4-FFF2-40B4-BE49-F238E27FC236}">
                <a16:creationId xmlns:a16="http://schemas.microsoft.com/office/drawing/2014/main" id="{D304F742-BDAB-4DD0-9EFB-4D62196E9DF2}"/>
              </a:ext>
            </a:extLst>
          </p:cNvPr>
          <p:cNvSpPr>
            <a:spLocks noGrp="1"/>
          </p:cNvSpPr>
          <p:nvPr userDrawn="1">
            <p:ph type="pic" sz="quarter" idx="26" hasCustomPrompt="1"/>
          </p:nvPr>
        </p:nvSpPr>
        <p:spPr>
          <a:xfrm>
            <a:off x="5283760" y="3154681"/>
            <a:ext cx="548640" cy="548640"/>
          </a:xfrm>
        </p:spPr>
        <p:txBody>
          <a:bodyPr anchor="ctr" anchorCtr="0">
            <a:noAutofit/>
          </a:bodyPr>
          <a:lstStyle>
            <a:lvl1pPr marL="0" indent="0" algn="ctr">
              <a:buNone/>
              <a:defRPr sz="1400">
                <a:solidFill>
                  <a:schemeClr val="bg1"/>
                </a:solidFill>
              </a:defRPr>
            </a:lvl1pPr>
          </a:lstStyle>
          <a:p>
            <a:r>
              <a:rPr lang="en-US"/>
              <a:t>icon</a:t>
            </a:r>
          </a:p>
        </p:txBody>
      </p:sp>
      <p:sp>
        <p:nvSpPr>
          <p:cNvPr id="91" name="Picture Placeholder 20">
            <a:extLst>
              <a:ext uri="{FF2B5EF4-FFF2-40B4-BE49-F238E27FC236}">
                <a16:creationId xmlns:a16="http://schemas.microsoft.com/office/drawing/2014/main" id="{E37325EA-3912-4B11-AEEE-9823548D2329}"/>
              </a:ext>
            </a:extLst>
          </p:cNvPr>
          <p:cNvSpPr>
            <a:spLocks noGrp="1"/>
          </p:cNvSpPr>
          <p:nvPr userDrawn="1">
            <p:ph type="pic" sz="quarter" idx="27" hasCustomPrompt="1"/>
          </p:nvPr>
        </p:nvSpPr>
        <p:spPr>
          <a:xfrm>
            <a:off x="5153347" y="4395472"/>
            <a:ext cx="548640" cy="548640"/>
          </a:xfrm>
        </p:spPr>
        <p:txBody>
          <a:bodyPr anchor="ctr" anchorCtr="0">
            <a:noAutofit/>
          </a:bodyPr>
          <a:lstStyle>
            <a:lvl1pPr marL="0" indent="0" algn="ctr">
              <a:buNone/>
              <a:defRPr sz="1400">
                <a:solidFill>
                  <a:schemeClr val="bg1"/>
                </a:solidFill>
              </a:defRPr>
            </a:lvl1pPr>
          </a:lstStyle>
          <a:p>
            <a:r>
              <a:rPr lang="en-US"/>
              <a:t>icon</a:t>
            </a:r>
          </a:p>
        </p:txBody>
      </p:sp>
      <p:sp>
        <p:nvSpPr>
          <p:cNvPr id="92" name="Picture Placeholder 20">
            <a:extLst>
              <a:ext uri="{FF2B5EF4-FFF2-40B4-BE49-F238E27FC236}">
                <a16:creationId xmlns:a16="http://schemas.microsoft.com/office/drawing/2014/main" id="{C25059F7-E9E3-48F7-9E62-9E0F239B3E2C}"/>
              </a:ext>
            </a:extLst>
          </p:cNvPr>
          <p:cNvSpPr>
            <a:spLocks noGrp="1"/>
          </p:cNvSpPr>
          <p:nvPr userDrawn="1">
            <p:ph type="pic" sz="quarter" idx="28" hasCustomPrompt="1"/>
          </p:nvPr>
        </p:nvSpPr>
        <p:spPr>
          <a:xfrm>
            <a:off x="4767807" y="5582033"/>
            <a:ext cx="548640" cy="548640"/>
          </a:xfrm>
        </p:spPr>
        <p:txBody>
          <a:bodyPr anchor="ctr" anchorCtr="0">
            <a:noAutofit/>
          </a:bodyPr>
          <a:lstStyle>
            <a:lvl1pPr marL="0" indent="0" algn="ctr">
              <a:buNone/>
              <a:defRPr sz="1400">
                <a:solidFill>
                  <a:schemeClr val="bg1"/>
                </a:solidFill>
              </a:defRPr>
            </a:lvl1pPr>
          </a:lstStyle>
          <a:p>
            <a:r>
              <a:rPr lang="en-US"/>
              <a:t>icon</a:t>
            </a:r>
          </a:p>
        </p:txBody>
      </p:sp>
    </p:spTree>
    <p:extLst>
      <p:ext uri="{BB962C8B-B14F-4D97-AF65-F5344CB8AC3E}">
        <p14:creationId xmlns:p14="http://schemas.microsoft.com/office/powerpoint/2010/main" val="49025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ppt_y"/>
                                          </p:val>
                                        </p:tav>
                                        <p:tav tm="100000">
                                          <p:val>
                                            <p:strVal val="#ppt_y"/>
                                          </p:val>
                                        </p:tav>
                                      </p:tavLst>
                                    </p:anim>
                                  </p:childTnLst>
                                </p:cTn>
                              </p:par>
                              <p:par>
                                <p:cTn id="9" presetID="1" presetClass="exit" presetSubtype="0" fill="hold" nodeType="withEffect">
                                  <p:stCondLst>
                                    <p:cond delay="0"/>
                                  </p:stCondLst>
                                  <p:childTnLst>
                                    <p:set>
                                      <p:cBhvr>
                                        <p:cTn id="10" dur="1" fill="hold">
                                          <p:stCondLst>
                                            <p:cond delay="0"/>
                                          </p:stCondLst>
                                        </p:cTn>
                                        <p:tgtEl>
                                          <p:spTgt spid="10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99"/>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3"/>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1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1"/>
                                        </p:tgtEl>
                                        <p:attrNameLst>
                                          <p:attrName>style.visibility</p:attrName>
                                        </p:attrNameLst>
                                      </p:cBhvr>
                                      <p:to>
                                        <p:strVal val="hidden"/>
                                      </p:to>
                                    </p:set>
                                  </p:childTnLst>
                                </p:cTn>
                              </p:par>
                              <p:par>
                                <p:cTn id="19" presetID="2" presetClass="entr" presetSubtype="8" decel="10000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fill="hold"/>
                                        <p:tgtEl>
                                          <p:spTgt spid="33"/>
                                        </p:tgtEl>
                                        <p:attrNameLst>
                                          <p:attrName>ppt_x</p:attrName>
                                        </p:attrNameLst>
                                      </p:cBhvr>
                                      <p:tavLst>
                                        <p:tav tm="0">
                                          <p:val>
                                            <p:strVal val="0-#ppt_w/2"/>
                                          </p:val>
                                        </p:tav>
                                        <p:tav tm="100000">
                                          <p:val>
                                            <p:strVal val="#ppt_x"/>
                                          </p:val>
                                        </p:tav>
                                      </p:tavLst>
                                    </p:anim>
                                    <p:anim calcmode="lin" valueType="num">
                                      <p:cBhvr additive="base">
                                        <p:cTn id="22" dur="500" fill="hold"/>
                                        <p:tgtEl>
                                          <p:spTgt spid="33"/>
                                        </p:tgtEl>
                                        <p:attrNameLst>
                                          <p:attrName>ppt_y</p:attrName>
                                        </p:attrNameLst>
                                      </p:cBhvr>
                                      <p:tavLst>
                                        <p:tav tm="0">
                                          <p:val>
                                            <p:strVal val="#ppt_y"/>
                                          </p:val>
                                        </p:tav>
                                        <p:tav tm="100000">
                                          <p:val>
                                            <p:strVal val="#ppt_y"/>
                                          </p:val>
                                        </p:tav>
                                      </p:tavLst>
                                    </p:anim>
                                  </p:childTnLst>
                                </p:cTn>
                              </p:par>
                              <p:par>
                                <p:cTn id="23" presetID="2" presetClass="entr" presetSubtype="8" decel="100000" fill="hold" grpId="0" nodeType="withEffect">
                                  <p:stCondLst>
                                    <p:cond delay="0"/>
                                  </p:stCondLst>
                                  <p:childTnLst>
                                    <p:set>
                                      <p:cBhvr>
                                        <p:cTn id="24" dur="1" fill="hold">
                                          <p:stCondLst>
                                            <p:cond delay="0"/>
                                          </p:stCondLst>
                                        </p:cTn>
                                        <p:tgtEl>
                                          <p:spTgt spid="34">
                                            <p:txEl>
                                              <p:pRg st="0" end="0"/>
                                            </p:txEl>
                                          </p:spTgt>
                                        </p:tgtEl>
                                        <p:attrNameLst>
                                          <p:attrName>style.visibility</p:attrName>
                                        </p:attrNameLst>
                                      </p:cBhvr>
                                      <p:to>
                                        <p:strVal val="visible"/>
                                      </p:to>
                                    </p:set>
                                    <p:anim calcmode="lin" valueType="num">
                                      <p:cBhvr additive="base">
                                        <p:cTn id="25"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8" presetClass="emph" presetSubtype="0" fill="hold" nodeType="afterEffect">
                                  <p:stCondLst>
                                    <p:cond delay="0"/>
                                  </p:stCondLst>
                                  <p:childTnLst>
                                    <p:animRot by="10800000">
                                      <p:cBhvr>
                                        <p:cTn id="29" dur="1000" fill="hold"/>
                                        <p:tgtEl>
                                          <p:spTgt spid="105"/>
                                        </p:tgtEl>
                                        <p:attrNameLst>
                                          <p:attrName>r</p:attrName>
                                        </p:attrNameLst>
                                      </p:cBhvr>
                                    </p:animRot>
                                  </p:childTnLst>
                                </p:cTn>
                              </p:par>
                              <p:par>
                                <p:cTn id="30" presetID="1" presetClass="entr" presetSubtype="0" fill="hold" nodeType="withEffect">
                                  <p:stCondLst>
                                    <p:cond delay="500"/>
                                  </p:stCondLst>
                                  <p:childTnLst>
                                    <p:set>
                                      <p:cBhvr>
                                        <p:cTn id="31" dur="1" fill="hold">
                                          <p:stCondLst>
                                            <p:cond delay="0"/>
                                          </p:stCondLst>
                                        </p:cTn>
                                        <p:tgtEl>
                                          <p:spTgt spid="105"/>
                                        </p:tgtEl>
                                        <p:attrNameLst>
                                          <p:attrName>style.visibility</p:attrName>
                                        </p:attrNameLst>
                                      </p:cBhvr>
                                      <p:to>
                                        <p:strVal val="visible"/>
                                      </p:to>
                                    </p:se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88"/>
                                        </p:tgtEl>
                                        <p:attrNameLst>
                                          <p:attrName>style.visibility</p:attrName>
                                        </p:attrNameLst>
                                      </p:cBhvr>
                                      <p:to>
                                        <p:strVal val="visible"/>
                                      </p:to>
                                    </p:set>
                                    <p:animEffect transition="in" filter="fade">
                                      <p:cBhvr>
                                        <p:cTn id="35" dur="500"/>
                                        <p:tgtEl>
                                          <p:spTgt spid="88"/>
                                        </p:tgtEl>
                                      </p:cBhvr>
                                    </p:animEffect>
                                  </p:childTnLst>
                                </p:cTn>
                              </p:par>
                            </p:childTnLst>
                          </p:cTn>
                        </p:par>
                        <p:par>
                          <p:cTn id="36" fill="hold">
                            <p:stCondLst>
                              <p:cond delay="2000"/>
                            </p:stCondLst>
                            <p:childTnLst>
                              <p:par>
                                <p:cTn id="37" presetID="2" presetClass="entr" presetSubtype="2" decel="100000" fill="hold" grpId="0" nodeType="afterEffect">
                                  <p:stCondLst>
                                    <p:cond delay="0"/>
                                  </p:stCondLst>
                                  <p:childTnLst>
                                    <p:set>
                                      <p:cBhvr>
                                        <p:cTn id="38" dur="1" fill="hold">
                                          <p:stCondLst>
                                            <p:cond delay="0"/>
                                          </p:stCondLst>
                                        </p:cTn>
                                        <p:tgtEl>
                                          <p:spTgt spid="76">
                                            <p:bg/>
                                          </p:spTgt>
                                        </p:tgtEl>
                                        <p:attrNameLst>
                                          <p:attrName>style.visibility</p:attrName>
                                        </p:attrNameLst>
                                      </p:cBhvr>
                                      <p:to>
                                        <p:strVal val="visible"/>
                                      </p:to>
                                    </p:set>
                                    <p:anim calcmode="lin" valueType="num">
                                      <p:cBhvr additive="base">
                                        <p:cTn id="39" dur="500" fill="hold"/>
                                        <p:tgtEl>
                                          <p:spTgt spid="76">
                                            <p:bg/>
                                          </p:spTgt>
                                        </p:tgtEl>
                                        <p:attrNameLst>
                                          <p:attrName>ppt_x</p:attrName>
                                        </p:attrNameLst>
                                      </p:cBhvr>
                                      <p:tavLst>
                                        <p:tav tm="0">
                                          <p:val>
                                            <p:strVal val="1+#ppt_w/2"/>
                                          </p:val>
                                        </p:tav>
                                        <p:tav tm="100000">
                                          <p:val>
                                            <p:strVal val="#ppt_x"/>
                                          </p:val>
                                        </p:tav>
                                      </p:tavLst>
                                    </p:anim>
                                    <p:anim calcmode="lin" valueType="num">
                                      <p:cBhvr additive="base">
                                        <p:cTn id="40" dur="500" fill="hold"/>
                                        <p:tgtEl>
                                          <p:spTgt spid="76">
                                            <p:bg/>
                                          </p:spTgt>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0"/>
                                  </p:stCondLst>
                                  <p:childTnLst>
                                    <p:set>
                                      <p:cBhvr>
                                        <p:cTn id="42" dur="1" fill="hold">
                                          <p:stCondLst>
                                            <p:cond delay="0"/>
                                          </p:stCondLst>
                                        </p:cTn>
                                        <p:tgtEl>
                                          <p:spTgt spid="76">
                                            <p:txEl>
                                              <p:pRg st="0" end="0"/>
                                            </p:txEl>
                                          </p:spTgt>
                                        </p:tgtEl>
                                        <p:attrNameLst>
                                          <p:attrName>style.visibility</p:attrName>
                                        </p:attrNameLst>
                                      </p:cBhvr>
                                      <p:to>
                                        <p:strVal val="visible"/>
                                      </p:to>
                                    </p:set>
                                    <p:anim calcmode="lin" valueType="num">
                                      <p:cBhvr additive="base">
                                        <p:cTn id="43" dur="500" fill="hold"/>
                                        <p:tgtEl>
                                          <p:spTgt spid="76">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6">
                                            <p:txEl>
                                              <p:pRg st="0" end="0"/>
                                            </p:txEl>
                                          </p:spTgt>
                                        </p:tgtEl>
                                        <p:attrNameLst>
                                          <p:attrName>ppt_y</p:attrName>
                                        </p:attrNameLst>
                                      </p:cBhvr>
                                      <p:tavLst>
                                        <p:tav tm="0">
                                          <p:val>
                                            <p:strVal val="#ppt_y"/>
                                          </p:val>
                                        </p:tav>
                                        <p:tav tm="100000">
                                          <p:val>
                                            <p:strVal val="#ppt_y"/>
                                          </p:val>
                                        </p:tav>
                                      </p:tavLst>
                                    </p:anim>
                                  </p:childTnLst>
                                </p:cTn>
                              </p:par>
                            </p:childTnLst>
                          </p:cTn>
                        </p:par>
                        <p:par>
                          <p:cTn id="45" fill="hold">
                            <p:stCondLst>
                              <p:cond delay="2500"/>
                            </p:stCondLst>
                            <p:childTnLst>
                              <p:par>
                                <p:cTn id="46" presetID="2" presetClass="entr" presetSubtype="2" decel="100000" fill="hold" grpId="0" nodeType="afterEffect">
                                  <p:stCondLst>
                                    <p:cond delay="0"/>
                                  </p:stCondLst>
                                  <p:childTnLst>
                                    <p:set>
                                      <p:cBhvr>
                                        <p:cTn id="47" dur="1" fill="hold">
                                          <p:stCondLst>
                                            <p:cond delay="0"/>
                                          </p:stCondLst>
                                        </p:cTn>
                                        <p:tgtEl>
                                          <p:spTgt spid="77">
                                            <p:txEl>
                                              <p:pRg st="0" end="0"/>
                                            </p:txEl>
                                          </p:spTgt>
                                        </p:tgtEl>
                                        <p:attrNameLst>
                                          <p:attrName>style.visibility</p:attrName>
                                        </p:attrNameLst>
                                      </p:cBhvr>
                                      <p:to>
                                        <p:strVal val="visible"/>
                                      </p:to>
                                    </p:set>
                                    <p:anim calcmode="lin" valueType="num">
                                      <p:cBhvr additive="base">
                                        <p:cTn id="48" dur="500" fill="hold"/>
                                        <p:tgtEl>
                                          <p:spTgt spid="77">
                                            <p:txEl>
                                              <p:pRg st="0" end="0"/>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8" presetClass="emph" presetSubtype="0" fill="hold" nodeType="clickEffect">
                                  <p:stCondLst>
                                    <p:cond delay="0"/>
                                  </p:stCondLst>
                                  <p:childTnLst>
                                    <p:animRot by="10800000">
                                      <p:cBhvr>
                                        <p:cTn id="53" dur="1000" fill="hold"/>
                                        <p:tgtEl>
                                          <p:spTgt spid="99"/>
                                        </p:tgtEl>
                                        <p:attrNameLst>
                                          <p:attrName>r</p:attrName>
                                        </p:attrNameLst>
                                      </p:cBhvr>
                                    </p:animRot>
                                  </p:childTnLst>
                                </p:cTn>
                              </p:par>
                              <p:par>
                                <p:cTn id="54" presetID="1" presetClass="entr" presetSubtype="0" fill="hold" nodeType="withEffect">
                                  <p:stCondLst>
                                    <p:cond delay="500"/>
                                  </p:stCondLst>
                                  <p:childTnLst>
                                    <p:set>
                                      <p:cBhvr>
                                        <p:cTn id="55" dur="1" fill="hold">
                                          <p:stCondLst>
                                            <p:cond delay="0"/>
                                          </p:stCondLst>
                                        </p:cTn>
                                        <p:tgtEl>
                                          <p:spTgt spid="99"/>
                                        </p:tgtEl>
                                        <p:attrNameLst>
                                          <p:attrName>style.visibility</p:attrName>
                                        </p:attrNameLst>
                                      </p:cBhvr>
                                      <p:to>
                                        <p:strVal val="visible"/>
                                      </p:to>
                                    </p:set>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fade">
                                      <p:cBhvr>
                                        <p:cTn id="59" dur="500"/>
                                        <p:tgtEl>
                                          <p:spTgt spid="89"/>
                                        </p:tgtEl>
                                      </p:cBhvr>
                                    </p:animEffect>
                                  </p:childTnLst>
                                </p:cTn>
                              </p:par>
                            </p:childTnLst>
                          </p:cTn>
                        </p:par>
                        <p:par>
                          <p:cTn id="60" fill="hold">
                            <p:stCondLst>
                              <p:cond delay="1500"/>
                            </p:stCondLst>
                            <p:childTnLst>
                              <p:par>
                                <p:cTn id="61" presetID="2" presetClass="entr" presetSubtype="2" decel="100000" fill="hold" grpId="0" nodeType="afterEffect">
                                  <p:stCondLst>
                                    <p:cond delay="0"/>
                                  </p:stCondLst>
                                  <p:childTnLst>
                                    <p:set>
                                      <p:cBhvr>
                                        <p:cTn id="62" dur="1" fill="hold">
                                          <p:stCondLst>
                                            <p:cond delay="0"/>
                                          </p:stCondLst>
                                        </p:cTn>
                                        <p:tgtEl>
                                          <p:spTgt spid="80">
                                            <p:bg/>
                                          </p:spTgt>
                                        </p:tgtEl>
                                        <p:attrNameLst>
                                          <p:attrName>style.visibility</p:attrName>
                                        </p:attrNameLst>
                                      </p:cBhvr>
                                      <p:to>
                                        <p:strVal val="visible"/>
                                      </p:to>
                                    </p:set>
                                    <p:anim calcmode="lin" valueType="num">
                                      <p:cBhvr additive="base">
                                        <p:cTn id="63" dur="500" fill="hold"/>
                                        <p:tgtEl>
                                          <p:spTgt spid="80">
                                            <p:bg/>
                                          </p:spTgt>
                                        </p:tgtEl>
                                        <p:attrNameLst>
                                          <p:attrName>ppt_x</p:attrName>
                                        </p:attrNameLst>
                                      </p:cBhvr>
                                      <p:tavLst>
                                        <p:tav tm="0">
                                          <p:val>
                                            <p:strVal val="1+#ppt_w/2"/>
                                          </p:val>
                                        </p:tav>
                                        <p:tav tm="100000">
                                          <p:val>
                                            <p:strVal val="#ppt_x"/>
                                          </p:val>
                                        </p:tav>
                                      </p:tavLst>
                                    </p:anim>
                                    <p:anim calcmode="lin" valueType="num">
                                      <p:cBhvr additive="base">
                                        <p:cTn id="64" dur="500" fill="hold"/>
                                        <p:tgtEl>
                                          <p:spTgt spid="80">
                                            <p:bg/>
                                          </p:spTgt>
                                        </p:tgtEl>
                                        <p:attrNameLst>
                                          <p:attrName>ppt_y</p:attrName>
                                        </p:attrNameLst>
                                      </p:cBhvr>
                                      <p:tavLst>
                                        <p:tav tm="0">
                                          <p:val>
                                            <p:strVal val="#ppt_y"/>
                                          </p:val>
                                        </p:tav>
                                        <p:tav tm="100000">
                                          <p:val>
                                            <p:strVal val="#ppt_y"/>
                                          </p:val>
                                        </p:tav>
                                      </p:tavLst>
                                    </p:anim>
                                  </p:childTnLst>
                                </p:cTn>
                              </p:par>
                              <p:par>
                                <p:cTn id="65" presetID="2" presetClass="entr" presetSubtype="2" decel="100000" fill="hold" grpId="0" nodeType="withEffect">
                                  <p:stCondLst>
                                    <p:cond delay="0"/>
                                  </p:stCondLst>
                                  <p:childTnLst>
                                    <p:set>
                                      <p:cBhvr>
                                        <p:cTn id="66" dur="1" fill="hold">
                                          <p:stCondLst>
                                            <p:cond delay="0"/>
                                          </p:stCondLst>
                                        </p:cTn>
                                        <p:tgtEl>
                                          <p:spTgt spid="80">
                                            <p:txEl>
                                              <p:pRg st="0" end="0"/>
                                            </p:txEl>
                                          </p:spTgt>
                                        </p:tgtEl>
                                        <p:attrNameLst>
                                          <p:attrName>style.visibility</p:attrName>
                                        </p:attrNameLst>
                                      </p:cBhvr>
                                      <p:to>
                                        <p:strVal val="visible"/>
                                      </p:to>
                                    </p:set>
                                    <p:anim calcmode="lin" valueType="num">
                                      <p:cBhvr additive="base">
                                        <p:cTn id="67" dur="500" fill="hold"/>
                                        <p:tgtEl>
                                          <p:spTgt spid="80">
                                            <p:txEl>
                                              <p:pRg st="0" end="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80">
                                            <p:txEl>
                                              <p:pRg st="0" end="0"/>
                                            </p:txEl>
                                          </p:spTgt>
                                        </p:tgtEl>
                                        <p:attrNameLst>
                                          <p:attrName>ppt_y</p:attrName>
                                        </p:attrNameLst>
                                      </p:cBhvr>
                                      <p:tavLst>
                                        <p:tav tm="0">
                                          <p:val>
                                            <p:strVal val="#ppt_y"/>
                                          </p:val>
                                        </p:tav>
                                        <p:tav tm="100000">
                                          <p:val>
                                            <p:strVal val="#ppt_y"/>
                                          </p:val>
                                        </p:tav>
                                      </p:tavLst>
                                    </p:anim>
                                  </p:childTnLst>
                                </p:cTn>
                              </p:par>
                            </p:childTnLst>
                          </p:cTn>
                        </p:par>
                        <p:par>
                          <p:cTn id="69" fill="hold">
                            <p:stCondLst>
                              <p:cond delay="2000"/>
                            </p:stCondLst>
                            <p:childTnLst>
                              <p:par>
                                <p:cTn id="70" presetID="2" presetClass="entr" presetSubtype="2" decel="100000" fill="hold" grpId="0" nodeType="afterEffect">
                                  <p:stCondLst>
                                    <p:cond delay="0"/>
                                  </p:stCondLst>
                                  <p:childTnLst>
                                    <p:set>
                                      <p:cBhvr>
                                        <p:cTn id="71" dur="1" fill="hold">
                                          <p:stCondLst>
                                            <p:cond delay="0"/>
                                          </p:stCondLst>
                                        </p:cTn>
                                        <p:tgtEl>
                                          <p:spTgt spid="81">
                                            <p:txEl>
                                              <p:pRg st="0" end="0"/>
                                            </p:txEl>
                                          </p:spTgt>
                                        </p:tgtEl>
                                        <p:attrNameLst>
                                          <p:attrName>style.visibility</p:attrName>
                                        </p:attrNameLst>
                                      </p:cBhvr>
                                      <p:to>
                                        <p:strVal val="visible"/>
                                      </p:to>
                                    </p:set>
                                    <p:anim calcmode="lin" valueType="num">
                                      <p:cBhvr additive="base">
                                        <p:cTn id="72" dur="500" fill="hold"/>
                                        <p:tgtEl>
                                          <p:spTgt spid="81">
                                            <p:txEl>
                                              <p:pRg st="0" end="0"/>
                                            </p:txEl>
                                          </p:spTgt>
                                        </p:tgtEl>
                                        <p:attrNameLst>
                                          <p:attrName>ppt_x</p:attrName>
                                        </p:attrNameLst>
                                      </p:cBhvr>
                                      <p:tavLst>
                                        <p:tav tm="0">
                                          <p:val>
                                            <p:strVal val="1+#ppt_w/2"/>
                                          </p:val>
                                        </p:tav>
                                        <p:tav tm="100000">
                                          <p:val>
                                            <p:strVal val="#ppt_x"/>
                                          </p:val>
                                        </p:tav>
                                      </p:tavLst>
                                    </p:anim>
                                    <p:anim calcmode="lin" valueType="num">
                                      <p:cBhvr additive="base">
                                        <p:cTn id="73" dur="500" fill="hold"/>
                                        <p:tgtEl>
                                          <p:spTgt spid="8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8" presetClass="emph" presetSubtype="0" fill="hold" nodeType="clickEffect">
                                  <p:stCondLst>
                                    <p:cond delay="0"/>
                                  </p:stCondLst>
                                  <p:childTnLst>
                                    <p:animRot by="10800000">
                                      <p:cBhvr>
                                        <p:cTn id="77" dur="1000" fill="hold"/>
                                        <p:tgtEl>
                                          <p:spTgt spid="93"/>
                                        </p:tgtEl>
                                        <p:attrNameLst>
                                          <p:attrName>r</p:attrName>
                                        </p:attrNameLst>
                                      </p:cBhvr>
                                    </p:animRot>
                                  </p:childTnLst>
                                </p:cTn>
                              </p:par>
                              <p:par>
                                <p:cTn id="78" presetID="1" presetClass="entr" presetSubtype="0" fill="hold" nodeType="withEffect">
                                  <p:stCondLst>
                                    <p:cond delay="500"/>
                                  </p:stCondLst>
                                  <p:childTnLst>
                                    <p:set>
                                      <p:cBhvr>
                                        <p:cTn id="79" dur="1" fill="hold">
                                          <p:stCondLst>
                                            <p:cond delay="0"/>
                                          </p:stCondLst>
                                        </p:cTn>
                                        <p:tgtEl>
                                          <p:spTgt spid="93"/>
                                        </p:tgtEl>
                                        <p:attrNameLst>
                                          <p:attrName>style.visibility</p:attrName>
                                        </p:attrNameLst>
                                      </p:cBhvr>
                                      <p:to>
                                        <p:strVal val="visible"/>
                                      </p:to>
                                    </p:set>
                                  </p:childTnLst>
                                </p:cTn>
                              </p:par>
                            </p:childTnLst>
                          </p:cTn>
                        </p:par>
                        <p:par>
                          <p:cTn id="80" fill="hold">
                            <p:stCondLst>
                              <p:cond delay="1000"/>
                            </p:stCondLst>
                            <p:childTnLst>
                              <p:par>
                                <p:cTn id="81" presetID="10" presetClass="entr" presetSubtype="0" fill="hold" grpId="0" nodeType="afterEffect">
                                  <p:stCondLst>
                                    <p:cond delay="0"/>
                                  </p:stCondLst>
                                  <p:childTnLst>
                                    <p:set>
                                      <p:cBhvr>
                                        <p:cTn id="82" dur="1" fill="hold">
                                          <p:stCondLst>
                                            <p:cond delay="0"/>
                                          </p:stCondLst>
                                        </p:cTn>
                                        <p:tgtEl>
                                          <p:spTgt spid="90"/>
                                        </p:tgtEl>
                                        <p:attrNameLst>
                                          <p:attrName>style.visibility</p:attrName>
                                        </p:attrNameLst>
                                      </p:cBhvr>
                                      <p:to>
                                        <p:strVal val="visible"/>
                                      </p:to>
                                    </p:set>
                                    <p:animEffect transition="in" filter="fade">
                                      <p:cBhvr>
                                        <p:cTn id="83" dur="500"/>
                                        <p:tgtEl>
                                          <p:spTgt spid="90"/>
                                        </p:tgtEl>
                                      </p:cBhvr>
                                    </p:animEffect>
                                  </p:childTnLst>
                                </p:cTn>
                              </p:par>
                            </p:childTnLst>
                          </p:cTn>
                        </p:par>
                        <p:par>
                          <p:cTn id="84" fill="hold">
                            <p:stCondLst>
                              <p:cond delay="1500"/>
                            </p:stCondLst>
                            <p:childTnLst>
                              <p:par>
                                <p:cTn id="85" presetID="2" presetClass="entr" presetSubtype="2" decel="100000" fill="hold" grpId="0" nodeType="afterEffect">
                                  <p:stCondLst>
                                    <p:cond delay="0"/>
                                  </p:stCondLst>
                                  <p:childTnLst>
                                    <p:set>
                                      <p:cBhvr>
                                        <p:cTn id="86" dur="1" fill="hold">
                                          <p:stCondLst>
                                            <p:cond delay="0"/>
                                          </p:stCondLst>
                                        </p:cTn>
                                        <p:tgtEl>
                                          <p:spTgt spid="82">
                                            <p:bg/>
                                          </p:spTgt>
                                        </p:tgtEl>
                                        <p:attrNameLst>
                                          <p:attrName>style.visibility</p:attrName>
                                        </p:attrNameLst>
                                      </p:cBhvr>
                                      <p:to>
                                        <p:strVal val="visible"/>
                                      </p:to>
                                    </p:set>
                                    <p:anim calcmode="lin" valueType="num">
                                      <p:cBhvr additive="base">
                                        <p:cTn id="87" dur="500" fill="hold"/>
                                        <p:tgtEl>
                                          <p:spTgt spid="82">
                                            <p:bg/>
                                          </p:spTgt>
                                        </p:tgtEl>
                                        <p:attrNameLst>
                                          <p:attrName>ppt_x</p:attrName>
                                        </p:attrNameLst>
                                      </p:cBhvr>
                                      <p:tavLst>
                                        <p:tav tm="0">
                                          <p:val>
                                            <p:strVal val="1+#ppt_w/2"/>
                                          </p:val>
                                        </p:tav>
                                        <p:tav tm="100000">
                                          <p:val>
                                            <p:strVal val="#ppt_x"/>
                                          </p:val>
                                        </p:tav>
                                      </p:tavLst>
                                    </p:anim>
                                    <p:anim calcmode="lin" valueType="num">
                                      <p:cBhvr additive="base">
                                        <p:cTn id="88" dur="500" fill="hold"/>
                                        <p:tgtEl>
                                          <p:spTgt spid="82">
                                            <p:bg/>
                                          </p:spTgt>
                                        </p:tgtEl>
                                        <p:attrNameLst>
                                          <p:attrName>ppt_y</p:attrName>
                                        </p:attrNameLst>
                                      </p:cBhvr>
                                      <p:tavLst>
                                        <p:tav tm="0">
                                          <p:val>
                                            <p:strVal val="#ppt_y"/>
                                          </p:val>
                                        </p:tav>
                                        <p:tav tm="100000">
                                          <p:val>
                                            <p:strVal val="#ppt_y"/>
                                          </p:val>
                                        </p:tav>
                                      </p:tavLst>
                                    </p:anim>
                                  </p:childTnLst>
                                </p:cTn>
                              </p:par>
                              <p:par>
                                <p:cTn id="89" presetID="2" presetClass="entr" presetSubtype="2" decel="100000" fill="hold" grpId="0" nodeType="withEffect">
                                  <p:stCondLst>
                                    <p:cond delay="0"/>
                                  </p:stCondLst>
                                  <p:childTnLst>
                                    <p:set>
                                      <p:cBhvr>
                                        <p:cTn id="90" dur="1" fill="hold">
                                          <p:stCondLst>
                                            <p:cond delay="0"/>
                                          </p:stCondLst>
                                        </p:cTn>
                                        <p:tgtEl>
                                          <p:spTgt spid="82">
                                            <p:txEl>
                                              <p:pRg st="0" end="0"/>
                                            </p:txEl>
                                          </p:spTgt>
                                        </p:tgtEl>
                                        <p:attrNameLst>
                                          <p:attrName>style.visibility</p:attrName>
                                        </p:attrNameLst>
                                      </p:cBhvr>
                                      <p:to>
                                        <p:strVal val="visible"/>
                                      </p:to>
                                    </p:set>
                                    <p:anim calcmode="lin" valueType="num">
                                      <p:cBhvr additive="base">
                                        <p:cTn id="91" dur="500" fill="hold"/>
                                        <p:tgtEl>
                                          <p:spTgt spid="82">
                                            <p:txEl>
                                              <p:pRg st="0" end="0"/>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82">
                                            <p:txEl>
                                              <p:pRg st="0" end="0"/>
                                            </p:txEl>
                                          </p:spTgt>
                                        </p:tgtEl>
                                        <p:attrNameLst>
                                          <p:attrName>ppt_y</p:attrName>
                                        </p:attrNameLst>
                                      </p:cBhvr>
                                      <p:tavLst>
                                        <p:tav tm="0">
                                          <p:val>
                                            <p:strVal val="#ppt_y"/>
                                          </p:val>
                                        </p:tav>
                                        <p:tav tm="100000">
                                          <p:val>
                                            <p:strVal val="#ppt_y"/>
                                          </p:val>
                                        </p:tav>
                                      </p:tavLst>
                                    </p:anim>
                                  </p:childTnLst>
                                </p:cTn>
                              </p:par>
                            </p:childTnLst>
                          </p:cTn>
                        </p:par>
                        <p:par>
                          <p:cTn id="93" fill="hold">
                            <p:stCondLst>
                              <p:cond delay="2000"/>
                            </p:stCondLst>
                            <p:childTnLst>
                              <p:par>
                                <p:cTn id="94" presetID="2" presetClass="entr" presetSubtype="2" decel="100000" fill="hold" grpId="0" nodeType="afterEffect">
                                  <p:stCondLst>
                                    <p:cond delay="0"/>
                                  </p:stCondLst>
                                  <p:childTnLst>
                                    <p:set>
                                      <p:cBhvr>
                                        <p:cTn id="95" dur="1" fill="hold">
                                          <p:stCondLst>
                                            <p:cond delay="0"/>
                                          </p:stCondLst>
                                        </p:cTn>
                                        <p:tgtEl>
                                          <p:spTgt spid="83">
                                            <p:txEl>
                                              <p:pRg st="0" end="0"/>
                                            </p:txEl>
                                          </p:spTgt>
                                        </p:tgtEl>
                                        <p:attrNameLst>
                                          <p:attrName>style.visibility</p:attrName>
                                        </p:attrNameLst>
                                      </p:cBhvr>
                                      <p:to>
                                        <p:strVal val="visible"/>
                                      </p:to>
                                    </p:set>
                                    <p:anim calcmode="lin" valueType="num">
                                      <p:cBhvr additive="base">
                                        <p:cTn id="96" dur="500" fill="hold"/>
                                        <p:tgtEl>
                                          <p:spTgt spid="83">
                                            <p:txEl>
                                              <p:pRg st="0" end="0"/>
                                            </p:txEl>
                                          </p:spTgt>
                                        </p:tgtEl>
                                        <p:attrNameLst>
                                          <p:attrName>ppt_x</p:attrName>
                                        </p:attrNameLst>
                                      </p:cBhvr>
                                      <p:tavLst>
                                        <p:tav tm="0">
                                          <p:val>
                                            <p:strVal val="1+#ppt_w/2"/>
                                          </p:val>
                                        </p:tav>
                                        <p:tav tm="100000">
                                          <p:val>
                                            <p:strVal val="#ppt_x"/>
                                          </p:val>
                                        </p:tav>
                                      </p:tavLst>
                                    </p:anim>
                                    <p:anim calcmode="lin" valueType="num">
                                      <p:cBhvr additive="base">
                                        <p:cTn id="97" dur="500" fill="hold"/>
                                        <p:tgtEl>
                                          <p:spTgt spid="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8" presetClass="emph" presetSubtype="0" fill="hold" nodeType="clickEffect">
                                  <p:stCondLst>
                                    <p:cond delay="0"/>
                                  </p:stCondLst>
                                  <p:childTnLst>
                                    <p:animRot by="10800000">
                                      <p:cBhvr>
                                        <p:cTn id="101" dur="1000" fill="hold"/>
                                        <p:tgtEl>
                                          <p:spTgt spid="117"/>
                                        </p:tgtEl>
                                        <p:attrNameLst>
                                          <p:attrName>r</p:attrName>
                                        </p:attrNameLst>
                                      </p:cBhvr>
                                    </p:animRot>
                                  </p:childTnLst>
                                </p:cTn>
                              </p:par>
                              <p:par>
                                <p:cTn id="102" presetID="1" presetClass="entr" presetSubtype="0" fill="hold" nodeType="withEffect">
                                  <p:stCondLst>
                                    <p:cond delay="500"/>
                                  </p:stCondLst>
                                  <p:childTnLst>
                                    <p:set>
                                      <p:cBhvr>
                                        <p:cTn id="103" dur="1" fill="hold">
                                          <p:stCondLst>
                                            <p:cond delay="0"/>
                                          </p:stCondLst>
                                        </p:cTn>
                                        <p:tgtEl>
                                          <p:spTgt spid="117"/>
                                        </p:tgtEl>
                                        <p:attrNameLst>
                                          <p:attrName>style.visibility</p:attrName>
                                        </p:attrNameLst>
                                      </p:cBhvr>
                                      <p:to>
                                        <p:strVal val="visible"/>
                                      </p:to>
                                    </p:set>
                                  </p:childTnLst>
                                </p:cTn>
                              </p:par>
                            </p:childTnLst>
                          </p:cTn>
                        </p:par>
                        <p:par>
                          <p:cTn id="104" fill="hold">
                            <p:stCondLst>
                              <p:cond delay="1000"/>
                            </p:stCondLst>
                            <p:childTnLst>
                              <p:par>
                                <p:cTn id="105" presetID="10" presetClass="entr" presetSubtype="0" fill="hold" grpId="0" nodeType="afterEffect">
                                  <p:stCondLst>
                                    <p:cond delay="0"/>
                                  </p:stCondLst>
                                  <p:childTnLst>
                                    <p:set>
                                      <p:cBhvr>
                                        <p:cTn id="106" dur="1" fill="hold">
                                          <p:stCondLst>
                                            <p:cond delay="0"/>
                                          </p:stCondLst>
                                        </p:cTn>
                                        <p:tgtEl>
                                          <p:spTgt spid="91"/>
                                        </p:tgtEl>
                                        <p:attrNameLst>
                                          <p:attrName>style.visibility</p:attrName>
                                        </p:attrNameLst>
                                      </p:cBhvr>
                                      <p:to>
                                        <p:strVal val="visible"/>
                                      </p:to>
                                    </p:set>
                                    <p:animEffect transition="in" filter="fade">
                                      <p:cBhvr>
                                        <p:cTn id="107" dur="500"/>
                                        <p:tgtEl>
                                          <p:spTgt spid="91"/>
                                        </p:tgtEl>
                                      </p:cBhvr>
                                    </p:animEffect>
                                  </p:childTnLst>
                                </p:cTn>
                              </p:par>
                            </p:childTnLst>
                          </p:cTn>
                        </p:par>
                        <p:par>
                          <p:cTn id="108" fill="hold">
                            <p:stCondLst>
                              <p:cond delay="1500"/>
                            </p:stCondLst>
                            <p:childTnLst>
                              <p:par>
                                <p:cTn id="109" presetID="2" presetClass="entr" presetSubtype="2" decel="100000" fill="hold" grpId="0" nodeType="afterEffect">
                                  <p:stCondLst>
                                    <p:cond delay="0"/>
                                  </p:stCondLst>
                                  <p:childTnLst>
                                    <p:set>
                                      <p:cBhvr>
                                        <p:cTn id="110" dur="1" fill="hold">
                                          <p:stCondLst>
                                            <p:cond delay="0"/>
                                          </p:stCondLst>
                                        </p:cTn>
                                        <p:tgtEl>
                                          <p:spTgt spid="84">
                                            <p:bg/>
                                          </p:spTgt>
                                        </p:tgtEl>
                                        <p:attrNameLst>
                                          <p:attrName>style.visibility</p:attrName>
                                        </p:attrNameLst>
                                      </p:cBhvr>
                                      <p:to>
                                        <p:strVal val="visible"/>
                                      </p:to>
                                    </p:set>
                                    <p:anim calcmode="lin" valueType="num">
                                      <p:cBhvr additive="base">
                                        <p:cTn id="111" dur="500" fill="hold"/>
                                        <p:tgtEl>
                                          <p:spTgt spid="84">
                                            <p:bg/>
                                          </p:spTgt>
                                        </p:tgtEl>
                                        <p:attrNameLst>
                                          <p:attrName>ppt_x</p:attrName>
                                        </p:attrNameLst>
                                      </p:cBhvr>
                                      <p:tavLst>
                                        <p:tav tm="0">
                                          <p:val>
                                            <p:strVal val="1+#ppt_w/2"/>
                                          </p:val>
                                        </p:tav>
                                        <p:tav tm="100000">
                                          <p:val>
                                            <p:strVal val="#ppt_x"/>
                                          </p:val>
                                        </p:tav>
                                      </p:tavLst>
                                    </p:anim>
                                    <p:anim calcmode="lin" valueType="num">
                                      <p:cBhvr additive="base">
                                        <p:cTn id="112" dur="500" fill="hold"/>
                                        <p:tgtEl>
                                          <p:spTgt spid="84">
                                            <p:bg/>
                                          </p:spTgt>
                                        </p:tgtEl>
                                        <p:attrNameLst>
                                          <p:attrName>ppt_y</p:attrName>
                                        </p:attrNameLst>
                                      </p:cBhvr>
                                      <p:tavLst>
                                        <p:tav tm="0">
                                          <p:val>
                                            <p:strVal val="#ppt_y"/>
                                          </p:val>
                                        </p:tav>
                                        <p:tav tm="100000">
                                          <p:val>
                                            <p:strVal val="#ppt_y"/>
                                          </p:val>
                                        </p:tav>
                                      </p:tavLst>
                                    </p:anim>
                                  </p:childTnLst>
                                </p:cTn>
                              </p:par>
                              <p:par>
                                <p:cTn id="113" presetID="2" presetClass="entr" presetSubtype="2" decel="100000" fill="hold" grpId="0" nodeType="withEffect">
                                  <p:stCondLst>
                                    <p:cond delay="0"/>
                                  </p:stCondLst>
                                  <p:childTnLst>
                                    <p:set>
                                      <p:cBhvr>
                                        <p:cTn id="114" dur="1" fill="hold">
                                          <p:stCondLst>
                                            <p:cond delay="0"/>
                                          </p:stCondLst>
                                        </p:cTn>
                                        <p:tgtEl>
                                          <p:spTgt spid="84">
                                            <p:txEl>
                                              <p:pRg st="0" end="0"/>
                                            </p:txEl>
                                          </p:spTgt>
                                        </p:tgtEl>
                                        <p:attrNameLst>
                                          <p:attrName>style.visibility</p:attrName>
                                        </p:attrNameLst>
                                      </p:cBhvr>
                                      <p:to>
                                        <p:strVal val="visible"/>
                                      </p:to>
                                    </p:set>
                                    <p:anim calcmode="lin" valueType="num">
                                      <p:cBhvr additive="base">
                                        <p:cTn id="115" dur="500" fill="hold"/>
                                        <p:tgtEl>
                                          <p:spTgt spid="84">
                                            <p:txEl>
                                              <p:pRg st="0" end="0"/>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84">
                                            <p:txEl>
                                              <p:pRg st="0" end="0"/>
                                            </p:txEl>
                                          </p:spTgt>
                                        </p:tgtEl>
                                        <p:attrNameLst>
                                          <p:attrName>ppt_y</p:attrName>
                                        </p:attrNameLst>
                                      </p:cBhvr>
                                      <p:tavLst>
                                        <p:tav tm="0">
                                          <p:val>
                                            <p:strVal val="#ppt_y"/>
                                          </p:val>
                                        </p:tav>
                                        <p:tav tm="100000">
                                          <p:val>
                                            <p:strVal val="#ppt_y"/>
                                          </p:val>
                                        </p:tav>
                                      </p:tavLst>
                                    </p:anim>
                                  </p:childTnLst>
                                </p:cTn>
                              </p:par>
                            </p:childTnLst>
                          </p:cTn>
                        </p:par>
                        <p:par>
                          <p:cTn id="117" fill="hold">
                            <p:stCondLst>
                              <p:cond delay="2000"/>
                            </p:stCondLst>
                            <p:childTnLst>
                              <p:par>
                                <p:cTn id="118" presetID="2" presetClass="entr" presetSubtype="2" decel="100000" fill="hold" grpId="0" nodeType="afterEffect">
                                  <p:stCondLst>
                                    <p:cond delay="0"/>
                                  </p:stCondLst>
                                  <p:childTnLst>
                                    <p:set>
                                      <p:cBhvr>
                                        <p:cTn id="119" dur="1" fill="hold">
                                          <p:stCondLst>
                                            <p:cond delay="0"/>
                                          </p:stCondLst>
                                        </p:cTn>
                                        <p:tgtEl>
                                          <p:spTgt spid="85">
                                            <p:txEl>
                                              <p:pRg st="0" end="0"/>
                                            </p:txEl>
                                          </p:spTgt>
                                        </p:tgtEl>
                                        <p:attrNameLst>
                                          <p:attrName>style.visibility</p:attrName>
                                        </p:attrNameLst>
                                      </p:cBhvr>
                                      <p:to>
                                        <p:strVal val="visible"/>
                                      </p:to>
                                    </p:set>
                                    <p:anim calcmode="lin" valueType="num">
                                      <p:cBhvr additive="base">
                                        <p:cTn id="120" dur="500" fill="hold"/>
                                        <p:tgtEl>
                                          <p:spTgt spid="85">
                                            <p:txEl>
                                              <p:pRg st="0" end="0"/>
                                            </p:txEl>
                                          </p:spTgt>
                                        </p:tgtEl>
                                        <p:attrNameLst>
                                          <p:attrName>ppt_x</p:attrName>
                                        </p:attrNameLst>
                                      </p:cBhvr>
                                      <p:tavLst>
                                        <p:tav tm="0">
                                          <p:val>
                                            <p:strVal val="1+#ppt_w/2"/>
                                          </p:val>
                                        </p:tav>
                                        <p:tav tm="100000">
                                          <p:val>
                                            <p:strVal val="#ppt_x"/>
                                          </p:val>
                                        </p:tav>
                                      </p:tavLst>
                                    </p:anim>
                                    <p:anim calcmode="lin" valueType="num">
                                      <p:cBhvr additive="base">
                                        <p:cTn id="121" dur="500" fill="hold"/>
                                        <p:tgtEl>
                                          <p:spTgt spid="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8" presetClass="emph" presetSubtype="0" fill="hold" nodeType="clickEffect">
                                  <p:stCondLst>
                                    <p:cond delay="0"/>
                                  </p:stCondLst>
                                  <p:childTnLst>
                                    <p:animRot by="10800000">
                                      <p:cBhvr>
                                        <p:cTn id="125" dur="1000" fill="hold"/>
                                        <p:tgtEl>
                                          <p:spTgt spid="111"/>
                                        </p:tgtEl>
                                        <p:attrNameLst>
                                          <p:attrName>r</p:attrName>
                                        </p:attrNameLst>
                                      </p:cBhvr>
                                    </p:animRot>
                                  </p:childTnLst>
                                </p:cTn>
                              </p:par>
                              <p:par>
                                <p:cTn id="126" presetID="1" presetClass="entr" presetSubtype="0" fill="hold" nodeType="withEffect">
                                  <p:stCondLst>
                                    <p:cond delay="500"/>
                                  </p:stCondLst>
                                  <p:childTnLst>
                                    <p:set>
                                      <p:cBhvr>
                                        <p:cTn id="127" dur="1" fill="hold">
                                          <p:stCondLst>
                                            <p:cond delay="0"/>
                                          </p:stCondLst>
                                        </p:cTn>
                                        <p:tgtEl>
                                          <p:spTgt spid="111"/>
                                        </p:tgtEl>
                                        <p:attrNameLst>
                                          <p:attrName>style.visibility</p:attrName>
                                        </p:attrNameLst>
                                      </p:cBhvr>
                                      <p:to>
                                        <p:strVal val="visible"/>
                                      </p:to>
                                    </p:set>
                                  </p:childTnLst>
                                </p:cTn>
                              </p:par>
                            </p:childTnLst>
                          </p:cTn>
                        </p:par>
                        <p:par>
                          <p:cTn id="128" fill="hold">
                            <p:stCondLst>
                              <p:cond delay="1000"/>
                            </p:stCondLst>
                            <p:childTnLst>
                              <p:par>
                                <p:cTn id="129" presetID="10" presetClass="entr" presetSubtype="0" fill="hold" grpId="0" nodeType="afterEffect">
                                  <p:stCondLst>
                                    <p:cond delay="0"/>
                                  </p:stCondLst>
                                  <p:childTnLst>
                                    <p:set>
                                      <p:cBhvr>
                                        <p:cTn id="130" dur="1" fill="hold">
                                          <p:stCondLst>
                                            <p:cond delay="0"/>
                                          </p:stCondLst>
                                        </p:cTn>
                                        <p:tgtEl>
                                          <p:spTgt spid="92"/>
                                        </p:tgtEl>
                                        <p:attrNameLst>
                                          <p:attrName>style.visibility</p:attrName>
                                        </p:attrNameLst>
                                      </p:cBhvr>
                                      <p:to>
                                        <p:strVal val="visible"/>
                                      </p:to>
                                    </p:set>
                                    <p:animEffect transition="in" filter="fade">
                                      <p:cBhvr>
                                        <p:cTn id="131" dur="500"/>
                                        <p:tgtEl>
                                          <p:spTgt spid="92"/>
                                        </p:tgtEl>
                                      </p:cBhvr>
                                    </p:animEffect>
                                  </p:childTnLst>
                                </p:cTn>
                              </p:par>
                            </p:childTnLst>
                          </p:cTn>
                        </p:par>
                        <p:par>
                          <p:cTn id="132" fill="hold">
                            <p:stCondLst>
                              <p:cond delay="1500"/>
                            </p:stCondLst>
                            <p:childTnLst>
                              <p:par>
                                <p:cTn id="133" presetID="2" presetClass="entr" presetSubtype="2" decel="100000" fill="hold" grpId="0" nodeType="afterEffect">
                                  <p:stCondLst>
                                    <p:cond delay="0"/>
                                  </p:stCondLst>
                                  <p:childTnLst>
                                    <p:set>
                                      <p:cBhvr>
                                        <p:cTn id="134" dur="1" fill="hold">
                                          <p:stCondLst>
                                            <p:cond delay="0"/>
                                          </p:stCondLst>
                                        </p:cTn>
                                        <p:tgtEl>
                                          <p:spTgt spid="86">
                                            <p:bg/>
                                          </p:spTgt>
                                        </p:tgtEl>
                                        <p:attrNameLst>
                                          <p:attrName>style.visibility</p:attrName>
                                        </p:attrNameLst>
                                      </p:cBhvr>
                                      <p:to>
                                        <p:strVal val="visible"/>
                                      </p:to>
                                    </p:set>
                                    <p:anim calcmode="lin" valueType="num">
                                      <p:cBhvr additive="base">
                                        <p:cTn id="135" dur="500" fill="hold"/>
                                        <p:tgtEl>
                                          <p:spTgt spid="86">
                                            <p:bg/>
                                          </p:spTgt>
                                        </p:tgtEl>
                                        <p:attrNameLst>
                                          <p:attrName>ppt_x</p:attrName>
                                        </p:attrNameLst>
                                      </p:cBhvr>
                                      <p:tavLst>
                                        <p:tav tm="0">
                                          <p:val>
                                            <p:strVal val="1+#ppt_w/2"/>
                                          </p:val>
                                        </p:tav>
                                        <p:tav tm="100000">
                                          <p:val>
                                            <p:strVal val="#ppt_x"/>
                                          </p:val>
                                        </p:tav>
                                      </p:tavLst>
                                    </p:anim>
                                    <p:anim calcmode="lin" valueType="num">
                                      <p:cBhvr additive="base">
                                        <p:cTn id="136" dur="500" fill="hold"/>
                                        <p:tgtEl>
                                          <p:spTgt spid="86">
                                            <p:bg/>
                                          </p:spTgt>
                                        </p:tgtEl>
                                        <p:attrNameLst>
                                          <p:attrName>ppt_y</p:attrName>
                                        </p:attrNameLst>
                                      </p:cBhvr>
                                      <p:tavLst>
                                        <p:tav tm="0">
                                          <p:val>
                                            <p:strVal val="#ppt_y"/>
                                          </p:val>
                                        </p:tav>
                                        <p:tav tm="100000">
                                          <p:val>
                                            <p:strVal val="#ppt_y"/>
                                          </p:val>
                                        </p:tav>
                                      </p:tavLst>
                                    </p:anim>
                                  </p:childTnLst>
                                </p:cTn>
                              </p:par>
                              <p:par>
                                <p:cTn id="137" presetID="2" presetClass="entr" presetSubtype="2" decel="100000" fill="hold" grpId="0" nodeType="withEffect">
                                  <p:stCondLst>
                                    <p:cond delay="0"/>
                                  </p:stCondLst>
                                  <p:childTnLst>
                                    <p:set>
                                      <p:cBhvr>
                                        <p:cTn id="138" dur="1" fill="hold">
                                          <p:stCondLst>
                                            <p:cond delay="0"/>
                                          </p:stCondLst>
                                        </p:cTn>
                                        <p:tgtEl>
                                          <p:spTgt spid="86">
                                            <p:txEl>
                                              <p:pRg st="0" end="0"/>
                                            </p:txEl>
                                          </p:spTgt>
                                        </p:tgtEl>
                                        <p:attrNameLst>
                                          <p:attrName>style.visibility</p:attrName>
                                        </p:attrNameLst>
                                      </p:cBhvr>
                                      <p:to>
                                        <p:strVal val="visible"/>
                                      </p:to>
                                    </p:set>
                                    <p:anim calcmode="lin" valueType="num">
                                      <p:cBhvr additive="base">
                                        <p:cTn id="139" dur="500" fill="hold"/>
                                        <p:tgtEl>
                                          <p:spTgt spid="86">
                                            <p:txEl>
                                              <p:pRg st="0" end="0"/>
                                            </p:txEl>
                                          </p:spTgt>
                                        </p:tgtEl>
                                        <p:attrNameLst>
                                          <p:attrName>ppt_x</p:attrName>
                                        </p:attrNameLst>
                                      </p:cBhvr>
                                      <p:tavLst>
                                        <p:tav tm="0">
                                          <p:val>
                                            <p:strVal val="1+#ppt_w/2"/>
                                          </p:val>
                                        </p:tav>
                                        <p:tav tm="100000">
                                          <p:val>
                                            <p:strVal val="#ppt_x"/>
                                          </p:val>
                                        </p:tav>
                                      </p:tavLst>
                                    </p:anim>
                                    <p:anim calcmode="lin" valueType="num">
                                      <p:cBhvr additive="base">
                                        <p:cTn id="140" dur="500" fill="hold"/>
                                        <p:tgtEl>
                                          <p:spTgt spid="86">
                                            <p:txEl>
                                              <p:pRg st="0" end="0"/>
                                            </p:txEl>
                                          </p:spTgt>
                                        </p:tgtEl>
                                        <p:attrNameLst>
                                          <p:attrName>ppt_y</p:attrName>
                                        </p:attrNameLst>
                                      </p:cBhvr>
                                      <p:tavLst>
                                        <p:tav tm="0">
                                          <p:val>
                                            <p:strVal val="#ppt_y"/>
                                          </p:val>
                                        </p:tav>
                                        <p:tav tm="100000">
                                          <p:val>
                                            <p:strVal val="#ppt_y"/>
                                          </p:val>
                                        </p:tav>
                                      </p:tavLst>
                                    </p:anim>
                                  </p:childTnLst>
                                </p:cTn>
                              </p:par>
                            </p:childTnLst>
                          </p:cTn>
                        </p:par>
                        <p:par>
                          <p:cTn id="141" fill="hold">
                            <p:stCondLst>
                              <p:cond delay="2000"/>
                            </p:stCondLst>
                            <p:childTnLst>
                              <p:par>
                                <p:cTn id="142" presetID="2" presetClass="entr" presetSubtype="2" decel="100000" fill="hold" grpId="0" nodeType="afterEffect">
                                  <p:stCondLst>
                                    <p:cond delay="0"/>
                                  </p:stCondLst>
                                  <p:childTnLst>
                                    <p:set>
                                      <p:cBhvr>
                                        <p:cTn id="143" dur="1" fill="hold">
                                          <p:stCondLst>
                                            <p:cond delay="0"/>
                                          </p:stCondLst>
                                        </p:cTn>
                                        <p:tgtEl>
                                          <p:spTgt spid="87">
                                            <p:txEl>
                                              <p:pRg st="0" end="0"/>
                                            </p:txEl>
                                          </p:spTgt>
                                        </p:tgtEl>
                                        <p:attrNameLst>
                                          <p:attrName>style.visibility</p:attrName>
                                        </p:attrNameLst>
                                      </p:cBhvr>
                                      <p:to>
                                        <p:strVal val="visible"/>
                                      </p:to>
                                    </p:set>
                                    <p:anim calcmode="lin" valueType="num">
                                      <p:cBhvr additive="base">
                                        <p:cTn id="144" dur="500" fill="hold"/>
                                        <p:tgtEl>
                                          <p:spTgt spid="87">
                                            <p:txEl>
                                              <p:pRg st="0" end="0"/>
                                            </p:txEl>
                                          </p:spTgt>
                                        </p:tgtEl>
                                        <p:attrNameLst>
                                          <p:attrName>ppt_x</p:attrName>
                                        </p:attrNameLst>
                                      </p:cBhvr>
                                      <p:tavLst>
                                        <p:tav tm="0">
                                          <p:val>
                                            <p:strVal val="1+#ppt_w/2"/>
                                          </p:val>
                                        </p:tav>
                                        <p:tav tm="100000">
                                          <p:val>
                                            <p:strVal val="#ppt_x"/>
                                          </p:val>
                                        </p:tav>
                                      </p:tavLst>
                                    </p:anim>
                                    <p:anim calcmode="lin" valueType="num">
                                      <p:cBhvr additive="base">
                                        <p:cTn id="145" dur="500" fill="hold"/>
                                        <p:tgtEl>
                                          <p:spTgt spid="8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33" grpId="0"/>
      <p:bldP spid="34" grpId="0" build="p">
        <p:tmplLst>
          <p:tmpl lvl="1">
            <p:tnLst>
              <p:par>
                <p:cTn presetID="2" presetClass="entr" presetSubtype="8"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76" grpId="0" build="p" animBg="1">
        <p:tmplLst>
          <p:tmpl>
            <p:tnLst>
              <p:par>
                <p:cTn presetID="2" presetClass="entr" presetSubtype="2" decel="100000"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fill="hold"/>
                        <p:tgtEl>
                          <p:spTgt spid="76"/>
                        </p:tgtEl>
                        <p:attrNameLst>
                          <p:attrName>ppt_x</p:attrName>
                        </p:attrNameLst>
                      </p:cBhvr>
                      <p:tavLst>
                        <p:tav tm="0">
                          <p:val>
                            <p:strVal val="1+#ppt_w/2"/>
                          </p:val>
                        </p:tav>
                        <p:tav tm="100000">
                          <p:val>
                            <p:strVal val="#ppt_x"/>
                          </p:val>
                        </p:tav>
                      </p:tavLst>
                    </p:anim>
                    <p:anim calcmode="lin" valueType="num">
                      <p:cBhvr additive="base">
                        <p:cTn dur="500" fill="hold"/>
                        <p:tgtEl>
                          <p:spTgt spid="76"/>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fill="hold"/>
                        <p:tgtEl>
                          <p:spTgt spid="76"/>
                        </p:tgtEl>
                        <p:attrNameLst>
                          <p:attrName>ppt_x</p:attrName>
                        </p:attrNameLst>
                      </p:cBhvr>
                      <p:tavLst>
                        <p:tav tm="0">
                          <p:val>
                            <p:strVal val="1+#ppt_w/2"/>
                          </p:val>
                        </p:tav>
                        <p:tav tm="100000">
                          <p:val>
                            <p:strVal val="#ppt_x"/>
                          </p:val>
                        </p:tav>
                      </p:tavLst>
                    </p:anim>
                    <p:anim calcmode="lin" valueType="num">
                      <p:cBhvr additive="base">
                        <p:cTn dur="500" fill="hold"/>
                        <p:tgtEl>
                          <p:spTgt spid="76"/>
                        </p:tgtEl>
                        <p:attrNameLst>
                          <p:attrName>ppt_y</p:attrName>
                        </p:attrNameLst>
                      </p:cBhvr>
                      <p:tavLst>
                        <p:tav tm="0">
                          <p:val>
                            <p:strVal val="#ppt_y"/>
                          </p:val>
                        </p:tav>
                        <p:tav tm="100000">
                          <p:val>
                            <p:strVal val="#ppt_y"/>
                          </p:val>
                        </p:tav>
                      </p:tavLst>
                    </p:anim>
                  </p:childTnLst>
                </p:cTn>
              </p:par>
            </p:tnLst>
          </p:tmpl>
        </p:tmplLst>
      </p:bldP>
      <p:bldP spid="77" grpId="0" build="p">
        <p:tmplLst>
          <p:tmpl lvl="1">
            <p:tnLst>
              <p:par>
                <p:cTn presetID="2" presetClass="entr" presetSubtype="2" decel="100000" fill="hold" nodeType="afterEffect">
                  <p:stCondLst>
                    <p:cond delay="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500" fill="hold"/>
                        <p:tgtEl>
                          <p:spTgt spid="77"/>
                        </p:tgtEl>
                        <p:attrNameLst>
                          <p:attrName>ppt_x</p:attrName>
                        </p:attrNameLst>
                      </p:cBhvr>
                      <p:tavLst>
                        <p:tav tm="0">
                          <p:val>
                            <p:strVal val="1+#ppt_w/2"/>
                          </p:val>
                        </p:tav>
                        <p:tav tm="100000">
                          <p:val>
                            <p:strVal val="#ppt_x"/>
                          </p:val>
                        </p:tav>
                      </p:tavLst>
                    </p:anim>
                    <p:anim calcmode="lin" valueType="num">
                      <p:cBhvr additive="base">
                        <p:cTn dur="500" fill="hold"/>
                        <p:tgtEl>
                          <p:spTgt spid="77"/>
                        </p:tgtEl>
                        <p:attrNameLst>
                          <p:attrName>ppt_y</p:attrName>
                        </p:attrNameLst>
                      </p:cBhvr>
                      <p:tavLst>
                        <p:tav tm="0">
                          <p:val>
                            <p:strVal val="#ppt_y"/>
                          </p:val>
                        </p:tav>
                        <p:tav tm="100000">
                          <p:val>
                            <p:strVal val="#ppt_y"/>
                          </p:val>
                        </p:tav>
                      </p:tavLst>
                    </p:anim>
                  </p:childTnLst>
                </p:cTn>
              </p:par>
            </p:tnLst>
          </p:tmpl>
        </p:tmplLst>
      </p:bldP>
      <p:bldP spid="80"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500" fill="hold"/>
                        <p:tgtEl>
                          <p:spTgt spid="80"/>
                        </p:tgtEl>
                        <p:attrNameLst>
                          <p:attrName>ppt_x</p:attrName>
                        </p:attrNameLst>
                      </p:cBhvr>
                      <p:tavLst>
                        <p:tav tm="0">
                          <p:val>
                            <p:strVal val="1+#ppt_w/2"/>
                          </p:val>
                        </p:tav>
                        <p:tav tm="100000">
                          <p:val>
                            <p:strVal val="#ppt_x"/>
                          </p:val>
                        </p:tav>
                      </p:tavLst>
                    </p:anim>
                    <p:anim calcmode="lin" valueType="num">
                      <p:cBhvr additive="base">
                        <p:cTn dur="500" fill="hold"/>
                        <p:tgtEl>
                          <p:spTgt spid="80"/>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500" fill="hold"/>
                        <p:tgtEl>
                          <p:spTgt spid="80"/>
                        </p:tgtEl>
                        <p:attrNameLst>
                          <p:attrName>ppt_x</p:attrName>
                        </p:attrNameLst>
                      </p:cBhvr>
                      <p:tavLst>
                        <p:tav tm="0">
                          <p:val>
                            <p:strVal val="1+#ppt_w/2"/>
                          </p:val>
                        </p:tav>
                        <p:tav tm="100000">
                          <p:val>
                            <p:strVal val="#ppt_x"/>
                          </p:val>
                        </p:tav>
                      </p:tavLst>
                    </p:anim>
                    <p:anim calcmode="lin" valueType="num">
                      <p:cBhvr additive="base">
                        <p:cTn dur="500" fill="hold"/>
                        <p:tgtEl>
                          <p:spTgt spid="80"/>
                        </p:tgtEl>
                        <p:attrNameLst>
                          <p:attrName>ppt_y</p:attrName>
                        </p:attrNameLst>
                      </p:cBhvr>
                      <p:tavLst>
                        <p:tav tm="0">
                          <p:val>
                            <p:strVal val="#ppt_y"/>
                          </p:val>
                        </p:tav>
                        <p:tav tm="100000">
                          <p:val>
                            <p:strVal val="#ppt_y"/>
                          </p:val>
                        </p:tav>
                      </p:tavLst>
                    </p:anim>
                  </p:childTnLst>
                </p:cTn>
              </p:par>
            </p:tnLst>
          </p:tmpl>
        </p:tmplLst>
      </p:bldP>
      <p:bldP spid="81" grpId="0" build="p"/>
      <p:bldP spid="82"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500" fill="hold"/>
                        <p:tgtEl>
                          <p:spTgt spid="82"/>
                        </p:tgtEl>
                        <p:attrNameLst>
                          <p:attrName>ppt_x</p:attrName>
                        </p:attrNameLst>
                      </p:cBhvr>
                      <p:tavLst>
                        <p:tav tm="0">
                          <p:val>
                            <p:strVal val="1+#ppt_w/2"/>
                          </p:val>
                        </p:tav>
                        <p:tav tm="100000">
                          <p:val>
                            <p:strVal val="#ppt_x"/>
                          </p:val>
                        </p:tav>
                      </p:tavLst>
                    </p:anim>
                    <p:anim calcmode="lin" valueType="num">
                      <p:cBhvr additive="base">
                        <p:cTn dur="500" fill="hold"/>
                        <p:tgtEl>
                          <p:spTgt spid="82"/>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500" fill="hold"/>
                        <p:tgtEl>
                          <p:spTgt spid="82"/>
                        </p:tgtEl>
                        <p:attrNameLst>
                          <p:attrName>ppt_x</p:attrName>
                        </p:attrNameLst>
                      </p:cBhvr>
                      <p:tavLst>
                        <p:tav tm="0">
                          <p:val>
                            <p:strVal val="1+#ppt_w/2"/>
                          </p:val>
                        </p:tav>
                        <p:tav tm="100000">
                          <p:val>
                            <p:strVal val="#ppt_x"/>
                          </p:val>
                        </p:tav>
                      </p:tavLst>
                    </p:anim>
                    <p:anim calcmode="lin" valueType="num">
                      <p:cBhvr additive="base">
                        <p:cTn dur="500" fill="hold"/>
                        <p:tgtEl>
                          <p:spTgt spid="82"/>
                        </p:tgtEl>
                        <p:attrNameLst>
                          <p:attrName>ppt_y</p:attrName>
                        </p:attrNameLst>
                      </p:cBhvr>
                      <p:tavLst>
                        <p:tav tm="0">
                          <p:val>
                            <p:strVal val="#ppt_y"/>
                          </p:val>
                        </p:tav>
                        <p:tav tm="100000">
                          <p:val>
                            <p:strVal val="#ppt_y"/>
                          </p:val>
                        </p:tav>
                      </p:tavLst>
                    </p:anim>
                  </p:childTnLst>
                </p:cTn>
              </p:par>
            </p:tnLst>
          </p:tmpl>
        </p:tmplLst>
      </p:bldP>
      <p:bldP spid="83" grpId="0" build="p"/>
      <p:bldP spid="84"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500" fill="hold"/>
                        <p:tgtEl>
                          <p:spTgt spid="84"/>
                        </p:tgtEl>
                        <p:attrNameLst>
                          <p:attrName>ppt_x</p:attrName>
                        </p:attrNameLst>
                      </p:cBhvr>
                      <p:tavLst>
                        <p:tav tm="0">
                          <p:val>
                            <p:strVal val="1+#ppt_w/2"/>
                          </p:val>
                        </p:tav>
                        <p:tav tm="100000">
                          <p:val>
                            <p:strVal val="#ppt_x"/>
                          </p:val>
                        </p:tav>
                      </p:tavLst>
                    </p:anim>
                    <p:anim calcmode="lin" valueType="num">
                      <p:cBhvr additive="base">
                        <p:cTn dur="500" fill="hold"/>
                        <p:tgtEl>
                          <p:spTgt spid="84"/>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500" fill="hold"/>
                        <p:tgtEl>
                          <p:spTgt spid="84"/>
                        </p:tgtEl>
                        <p:attrNameLst>
                          <p:attrName>ppt_x</p:attrName>
                        </p:attrNameLst>
                      </p:cBhvr>
                      <p:tavLst>
                        <p:tav tm="0">
                          <p:val>
                            <p:strVal val="1+#ppt_w/2"/>
                          </p:val>
                        </p:tav>
                        <p:tav tm="100000">
                          <p:val>
                            <p:strVal val="#ppt_x"/>
                          </p:val>
                        </p:tav>
                      </p:tavLst>
                    </p:anim>
                    <p:anim calcmode="lin" valueType="num">
                      <p:cBhvr additive="base">
                        <p:cTn dur="500" fill="hold"/>
                        <p:tgtEl>
                          <p:spTgt spid="84"/>
                        </p:tgtEl>
                        <p:attrNameLst>
                          <p:attrName>ppt_y</p:attrName>
                        </p:attrNameLst>
                      </p:cBhvr>
                      <p:tavLst>
                        <p:tav tm="0">
                          <p:val>
                            <p:strVal val="#ppt_y"/>
                          </p:val>
                        </p:tav>
                        <p:tav tm="100000">
                          <p:val>
                            <p:strVal val="#ppt_y"/>
                          </p:val>
                        </p:tav>
                      </p:tavLst>
                    </p:anim>
                  </p:childTnLst>
                </p:cTn>
              </p:par>
            </p:tnLst>
          </p:tmpl>
        </p:tmplLst>
      </p:bldP>
      <p:bldP spid="85" grpId="0" build="p"/>
      <p:bldP spid="86" grpId="0" uiExpand="1" build="p" animBg="1">
        <p:tmplLst>
          <p:tmpl>
            <p:tnLst>
              <p:par>
                <p:cTn presetID="2" presetClass="entr" presetSubtype="2" decel="100000" fill="hold" nodeType="afterEffect">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500" fill="hold"/>
                        <p:tgtEl>
                          <p:spTgt spid="86"/>
                        </p:tgtEl>
                        <p:attrNameLst>
                          <p:attrName>ppt_x</p:attrName>
                        </p:attrNameLst>
                      </p:cBhvr>
                      <p:tavLst>
                        <p:tav tm="0">
                          <p:val>
                            <p:strVal val="1+#ppt_w/2"/>
                          </p:val>
                        </p:tav>
                        <p:tav tm="100000">
                          <p:val>
                            <p:strVal val="#ppt_x"/>
                          </p:val>
                        </p:tav>
                      </p:tavLst>
                    </p:anim>
                    <p:anim calcmode="lin" valueType="num">
                      <p:cBhvr additive="base">
                        <p:cTn dur="500" fill="hold"/>
                        <p:tgtEl>
                          <p:spTgt spid="86"/>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500" fill="hold"/>
                        <p:tgtEl>
                          <p:spTgt spid="86"/>
                        </p:tgtEl>
                        <p:attrNameLst>
                          <p:attrName>ppt_x</p:attrName>
                        </p:attrNameLst>
                      </p:cBhvr>
                      <p:tavLst>
                        <p:tav tm="0">
                          <p:val>
                            <p:strVal val="1+#ppt_w/2"/>
                          </p:val>
                        </p:tav>
                        <p:tav tm="100000">
                          <p:val>
                            <p:strVal val="#ppt_x"/>
                          </p:val>
                        </p:tav>
                      </p:tavLst>
                    </p:anim>
                    <p:anim calcmode="lin" valueType="num">
                      <p:cBhvr additive="base">
                        <p:cTn dur="500" fill="hold"/>
                        <p:tgtEl>
                          <p:spTgt spid="86"/>
                        </p:tgtEl>
                        <p:attrNameLst>
                          <p:attrName>ppt_y</p:attrName>
                        </p:attrNameLst>
                      </p:cBhvr>
                      <p:tavLst>
                        <p:tav tm="0">
                          <p:val>
                            <p:strVal val="#ppt_y"/>
                          </p:val>
                        </p:tav>
                        <p:tav tm="100000">
                          <p:val>
                            <p:strVal val="#ppt_y"/>
                          </p:val>
                        </p:tav>
                      </p:tavLst>
                    </p:anim>
                  </p:childTnLst>
                </p:cTn>
              </p:par>
            </p:tnLst>
          </p:tmpl>
        </p:tmplLst>
      </p:bldP>
      <p:bldP spid="87" grpId="0" build="p"/>
      <p:bldP spid="88" grpId="0"/>
      <p:bldP spid="89" grpId="0"/>
      <p:bldP spid="90" grpId="0"/>
      <p:bldP spid="91" grpId="0"/>
      <p:bldP spid="92" grpId="0"/>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dentitas 1">
    <p:spTree>
      <p:nvGrpSpPr>
        <p:cNvPr id="1" name=""/>
        <p:cNvGrpSpPr/>
        <p:nvPr/>
      </p:nvGrpSpPr>
      <p:grpSpPr>
        <a:xfrm>
          <a:off x="0" y="0"/>
          <a:ext cx="0" cy="0"/>
          <a:chOff x="0" y="0"/>
          <a:chExt cx="0" cy="0"/>
        </a:xfrm>
      </p:grpSpPr>
      <p:pic>
        <p:nvPicPr>
          <p:cNvPr id="32" name="Picture 31" descr="white and black lines illustration">
            <a:extLst>
              <a:ext uri="{FF2B5EF4-FFF2-40B4-BE49-F238E27FC236}">
                <a16:creationId xmlns:a16="http://schemas.microsoft.com/office/drawing/2014/main" id="{A770EC8E-7104-4455-9F22-1B2A856B4FAD}"/>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0" y="1"/>
            <a:ext cx="12192000" cy="6858000"/>
          </a:xfrm>
          <a:prstGeom prst="rect">
            <a:avLst/>
          </a:prstGeom>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D094AB0E-35C2-4F78-BF07-621EFB0AA822}"/>
              </a:ext>
            </a:extLst>
          </p:cNvPr>
          <p:cNvSpPr/>
          <p:nvPr userDrawn="1"/>
        </p:nvSpPr>
        <p:spPr>
          <a:xfrm>
            <a:off x="0" y="0"/>
            <a:ext cx="12192000" cy="6857999"/>
          </a:xfrm>
          <a:prstGeom prst="rect">
            <a:avLst/>
          </a:prstGeom>
          <a:solidFill>
            <a:schemeClr val="bg1">
              <a:alpha val="9686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8730EC1-B853-4EB4-8DA0-211D7EF2501C}"/>
              </a:ext>
            </a:extLst>
          </p:cNvPr>
          <p:cNvSpPr/>
          <p:nvPr userDrawn="1"/>
        </p:nvSpPr>
        <p:spPr>
          <a:xfrm>
            <a:off x="0" y="1"/>
            <a:ext cx="12192000" cy="6857999"/>
          </a:xfrm>
          <a:prstGeom prst="rect">
            <a:avLst/>
          </a:prstGeom>
          <a:gradFill flip="none" rotWithShape="1">
            <a:gsLst>
              <a:gs pos="0">
                <a:schemeClr val="bg1"/>
              </a:gs>
              <a:gs pos="47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E1188-06FF-49D0-94B8-5CCD83B488E4}"/>
              </a:ext>
            </a:extLst>
          </p:cNvPr>
          <p:cNvSpPr>
            <a:spLocks noGrp="1"/>
          </p:cNvSpPr>
          <p:nvPr>
            <p:ph type="title" hasCustomPrompt="1"/>
          </p:nvPr>
        </p:nvSpPr>
        <p:spPr>
          <a:xfrm>
            <a:off x="632731" y="721491"/>
            <a:ext cx="5463269" cy="701731"/>
          </a:xfrm>
        </p:spPr>
        <p:txBody>
          <a:bodyPr lIns="0" tIns="0" rIns="0" bIns="0">
            <a:normAutofit/>
          </a:bodyPr>
          <a:lstStyle>
            <a:lvl1pPr>
              <a:defRPr sz="4000">
                <a:solidFill>
                  <a:schemeClr val="accent1"/>
                </a:solidFill>
              </a:defRPr>
            </a:lvl1pPr>
          </a:lstStyle>
          <a:p>
            <a:r>
              <a:rPr lang="en-US"/>
              <a:t>Identitas Mahasiswa</a:t>
            </a:r>
          </a:p>
        </p:txBody>
      </p:sp>
      <p:sp>
        <p:nvSpPr>
          <p:cNvPr id="3" name="Date Placeholder 2">
            <a:extLst>
              <a:ext uri="{FF2B5EF4-FFF2-40B4-BE49-F238E27FC236}">
                <a16:creationId xmlns:a16="http://schemas.microsoft.com/office/drawing/2014/main" id="{94DD8907-1D6D-4FA4-BDC9-6FD46D7DC97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548481A5-3937-491F-A7F7-5FE4FDE5AF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DDA947-A60B-4720-A311-E0D79347BB3E}"/>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9" name="Text Placeholder 8">
            <a:extLst>
              <a:ext uri="{FF2B5EF4-FFF2-40B4-BE49-F238E27FC236}">
                <a16:creationId xmlns:a16="http://schemas.microsoft.com/office/drawing/2014/main" id="{37219DA8-5AA1-42E4-90E9-A33D2470C83A}"/>
              </a:ext>
            </a:extLst>
          </p:cNvPr>
          <p:cNvSpPr>
            <a:spLocks noGrp="1"/>
          </p:cNvSpPr>
          <p:nvPr>
            <p:ph type="body" sz="quarter" idx="13" hasCustomPrompt="1"/>
          </p:nvPr>
        </p:nvSpPr>
        <p:spPr>
          <a:xfrm>
            <a:off x="632731" y="1423222"/>
            <a:ext cx="5463269" cy="387798"/>
          </a:xfrm>
        </p:spPr>
        <p:txBody>
          <a:bodyPr lIns="0" tIns="0" rIns="0" bIns="0">
            <a:normAutofit/>
          </a:bodyPr>
          <a:lstStyle>
            <a:lvl1pPr>
              <a:buNone/>
              <a:defRPr sz="2800" b="0"/>
            </a:lvl1pPr>
            <a:lvl2pPr>
              <a:buNone/>
              <a:defRPr/>
            </a:lvl2pPr>
            <a:lvl3pPr>
              <a:buNone/>
              <a:defRPr/>
            </a:lvl3pPr>
            <a:lvl4pPr>
              <a:buNone/>
              <a:defRPr/>
            </a:lvl4pPr>
            <a:lvl5pPr>
              <a:buNone/>
              <a:defRPr/>
            </a:lvl5pPr>
          </a:lstStyle>
          <a:p>
            <a:pPr lvl="0"/>
            <a:r>
              <a:rPr lang="en-US"/>
              <a:t>Identitas Singkat Mahasiswa</a:t>
            </a:r>
          </a:p>
        </p:txBody>
      </p:sp>
      <p:sp>
        <p:nvSpPr>
          <p:cNvPr id="10" name="Text Placeholder 8">
            <a:extLst>
              <a:ext uri="{FF2B5EF4-FFF2-40B4-BE49-F238E27FC236}">
                <a16:creationId xmlns:a16="http://schemas.microsoft.com/office/drawing/2014/main" id="{C4383890-71F2-428D-8D98-43FB3CE117E0}"/>
              </a:ext>
            </a:extLst>
          </p:cNvPr>
          <p:cNvSpPr>
            <a:spLocks noGrp="1"/>
          </p:cNvSpPr>
          <p:nvPr>
            <p:ph type="body" sz="quarter" idx="14" hasCustomPrompt="1"/>
          </p:nvPr>
        </p:nvSpPr>
        <p:spPr>
          <a:xfrm>
            <a:off x="632731" y="2304202"/>
            <a:ext cx="5463269" cy="498598"/>
          </a:xfrm>
        </p:spPr>
        <p:txBody>
          <a:bodyPr lIns="0" tIns="0" rIns="0" bIns="0">
            <a:noAutofit/>
          </a:bodyPr>
          <a:lstStyle>
            <a:lvl1pPr>
              <a:buNone/>
              <a:defRPr sz="40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Nama Mahasiswa</a:t>
            </a:r>
          </a:p>
        </p:txBody>
      </p:sp>
      <p:sp>
        <p:nvSpPr>
          <p:cNvPr id="11" name="Text Placeholder 8">
            <a:extLst>
              <a:ext uri="{FF2B5EF4-FFF2-40B4-BE49-F238E27FC236}">
                <a16:creationId xmlns:a16="http://schemas.microsoft.com/office/drawing/2014/main" id="{7D824755-B44B-440B-B8A4-4AA4FF0972EB}"/>
              </a:ext>
            </a:extLst>
          </p:cNvPr>
          <p:cNvSpPr>
            <a:spLocks noGrp="1"/>
          </p:cNvSpPr>
          <p:nvPr>
            <p:ph type="body" sz="quarter" idx="15" hasCustomPrompt="1"/>
          </p:nvPr>
        </p:nvSpPr>
        <p:spPr>
          <a:xfrm>
            <a:off x="632731" y="3039428"/>
            <a:ext cx="5463269" cy="424732"/>
          </a:xfrm>
        </p:spPr>
        <p:txBody>
          <a:bodyPr lIns="0" tIns="0" rIns="0" bIns="0">
            <a:normAutofit/>
          </a:bodyPr>
          <a:lstStyle>
            <a:lvl1pPr>
              <a:buNone/>
              <a:defRPr sz="2400"/>
            </a:lvl1pPr>
            <a:lvl2pPr>
              <a:buNone/>
              <a:defRPr/>
            </a:lvl2pPr>
            <a:lvl3pPr>
              <a:buNone/>
              <a:defRPr/>
            </a:lvl3pPr>
            <a:lvl4pPr>
              <a:buNone/>
              <a:defRPr/>
            </a:lvl4pPr>
            <a:lvl5pPr>
              <a:buNone/>
              <a:defRPr/>
            </a:lvl5pPr>
          </a:lstStyle>
          <a:p>
            <a:pPr lvl="0"/>
            <a:r>
              <a:rPr lang="en-US"/>
              <a:t>Nomor Induk Mahasiswa</a:t>
            </a:r>
          </a:p>
        </p:txBody>
      </p:sp>
      <p:sp>
        <p:nvSpPr>
          <p:cNvPr id="12" name="Text Placeholder 8">
            <a:extLst>
              <a:ext uri="{FF2B5EF4-FFF2-40B4-BE49-F238E27FC236}">
                <a16:creationId xmlns:a16="http://schemas.microsoft.com/office/drawing/2014/main" id="{C3BC06ED-07B3-41AE-AD62-336D12C59914}"/>
              </a:ext>
            </a:extLst>
          </p:cNvPr>
          <p:cNvSpPr>
            <a:spLocks noGrp="1"/>
          </p:cNvSpPr>
          <p:nvPr>
            <p:ph type="body" sz="quarter" idx="16" hasCustomPrompt="1"/>
          </p:nvPr>
        </p:nvSpPr>
        <p:spPr>
          <a:xfrm>
            <a:off x="632731" y="3824152"/>
            <a:ext cx="5768069" cy="2395673"/>
          </a:xfrm>
        </p:spPr>
        <p:txBody>
          <a:bodyPr lIns="0" tIns="0" rIns="0" bIns="0">
            <a:normAutofit/>
          </a:bodyPr>
          <a:lstStyle>
            <a:lvl1pPr marL="0" indent="0">
              <a:lnSpc>
                <a:spcPct val="130000"/>
              </a:lnSpc>
              <a:buNone/>
              <a:defRPr sz="2400"/>
            </a:lvl1pPr>
            <a:lvl2pPr>
              <a:buNone/>
              <a:defRPr/>
            </a:lvl2pPr>
            <a:lvl3pPr>
              <a:buNone/>
              <a:defRPr/>
            </a:lvl3pPr>
            <a:lvl4pPr>
              <a:buNone/>
              <a:defRPr/>
            </a:lvl4pPr>
            <a:lvl5pPr>
              <a:buNone/>
              <a:defRPr/>
            </a:lvl5pPr>
          </a:lstStyle>
          <a:p>
            <a:pPr lvl="0"/>
            <a:r>
              <a:rPr lang="en-US"/>
              <a:t>Tambahkan Keterangan tentang Anda di sini. Anda bisa memasukan informasi dosen pembimbing, lokasi penelitian, waktu penelitian, atau informasi apapun yang berhubungan dengan skripsi Anda. </a:t>
            </a:r>
          </a:p>
        </p:txBody>
      </p:sp>
      <p:sp>
        <p:nvSpPr>
          <p:cNvPr id="30" name="Graphic 19">
            <a:extLst>
              <a:ext uri="{FF2B5EF4-FFF2-40B4-BE49-F238E27FC236}">
                <a16:creationId xmlns:a16="http://schemas.microsoft.com/office/drawing/2014/main" id="{9B9BF7A6-6884-4EA8-84FB-ED5F1E206F8A}"/>
              </a:ext>
            </a:extLst>
          </p:cNvPr>
          <p:cNvSpPr/>
          <p:nvPr userDrawn="1"/>
        </p:nvSpPr>
        <p:spPr>
          <a:xfrm rot="10800000" flipH="1">
            <a:off x="-754102" y="1990658"/>
            <a:ext cx="1070467" cy="1224431"/>
          </a:xfrm>
          <a:custGeom>
            <a:avLst/>
            <a:gdLst>
              <a:gd name="connsiteX0" fmla="*/ 20884 w 1070467"/>
              <a:gd name="connsiteY0" fmla="*/ 119511 h 1224431"/>
              <a:gd name="connsiteX1" fmla="*/ 850 w 1070467"/>
              <a:gd name="connsiteY1" fmla="*/ 42306 h 1224431"/>
              <a:gd name="connsiteX2" fmla="*/ 66308 w 1070467"/>
              <a:gd name="connsiteY2" fmla="*/ -3271 h 1224431"/>
              <a:gd name="connsiteX3" fmla="*/ 364583 w 1070467"/>
              <a:gd name="connsiteY3" fmla="*/ -3271 h 1224431"/>
              <a:gd name="connsiteX4" fmla="*/ 410015 w 1070467"/>
              <a:gd name="connsiteY4" fmla="*/ 13539 h 1224431"/>
              <a:gd name="connsiteX5" fmla="*/ 1042616 w 1070467"/>
              <a:gd name="connsiteY5" fmla="*/ 555961 h 1224431"/>
              <a:gd name="connsiteX6" fmla="*/ 1066979 w 1070467"/>
              <a:gd name="connsiteY6" fmla="*/ 608945 h 1224431"/>
              <a:gd name="connsiteX7" fmla="*/ 1042616 w 1070467"/>
              <a:gd name="connsiteY7" fmla="*/ 661928 h 1224431"/>
              <a:gd name="connsiteX8" fmla="*/ 410015 w 1070467"/>
              <a:gd name="connsiteY8" fmla="*/ 1204351 h 1224431"/>
              <a:gd name="connsiteX9" fmla="*/ 364583 w 1070467"/>
              <a:gd name="connsiteY9" fmla="*/ 1221161 h 1224431"/>
              <a:gd name="connsiteX10" fmla="*/ 66308 w 1070467"/>
              <a:gd name="connsiteY10" fmla="*/ 1221161 h 1224431"/>
              <a:gd name="connsiteX11" fmla="*/ 850 w 1070467"/>
              <a:gd name="connsiteY11" fmla="*/ 1175584 h 1224431"/>
              <a:gd name="connsiteX12" fmla="*/ 20884 w 1070467"/>
              <a:gd name="connsiteY12" fmla="*/ 1098378 h 1224431"/>
              <a:gd name="connsiteX13" fmla="*/ 591836 w 1070467"/>
              <a:gd name="connsiteY13" fmla="*/ 608945 h 1224431"/>
              <a:gd name="connsiteX14" fmla="*/ 20884 w 1070467"/>
              <a:gd name="connsiteY14" fmla="*/ 119511 h 122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0467" h="1224431">
                <a:moveTo>
                  <a:pt x="20884" y="119511"/>
                </a:moveTo>
                <a:cubicBezTo>
                  <a:pt x="-1290" y="100503"/>
                  <a:pt x="-9283" y="69698"/>
                  <a:pt x="850" y="42306"/>
                </a:cubicBezTo>
                <a:cubicBezTo>
                  <a:pt x="10984" y="14914"/>
                  <a:pt x="37102" y="-3271"/>
                  <a:pt x="66308" y="-3271"/>
                </a:cubicBezTo>
                <a:cubicBezTo>
                  <a:pt x="178799" y="-3271"/>
                  <a:pt x="310025" y="-3271"/>
                  <a:pt x="364583" y="-3271"/>
                </a:cubicBezTo>
                <a:cubicBezTo>
                  <a:pt x="381249" y="-3271"/>
                  <a:pt x="397363" y="2692"/>
                  <a:pt x="410015" y="13539"/>
                </a:cubicBezTo>
                <a:cubicBezTo>
                  <a:pt x="501702" y="92157"/>
                  <a:pt x="890140" y="425222"/>
                  <a:pt x="1042616" y="555961"/>
                </a:cubicBezTo>
                <a:cubicBezTo>
                  <a:pt x="1058079" y="569221"/>
                  <a:pt x="1066979" y="588575"/>
                  <a:pt x="1066979" y="608945"/>
                </a:cubicBezTo>
                <a:cubicBezTo>
                  <a:pt x="1066979" y="629314"/>
                  <a:pt x="1058079" y="648668"/>
                  <a:pt x="1042616" y="661928"/>
                </a:cubicBezTo>
                <a:cubicBezTo>
                  <a:pt x="890140" y="792667"/>
                  <a:pt x="501702" y="1125732"/>
                  <a:pt x="410015" y="1204351"/>
                </a:cubicBezTo>
                <a:cubicBezTo>
                  <a:pt x="397363" y="1215198"/>
                  <a:pt x="381249" y="1221161"/>
                  <a:pt x="364583" y="1221161"/>
                </a:cubicBezTo>
                <a:cubicBezTo>
                  <a:pt x="310025" y="1221161"/>
                  <a:pt x="178799" y="1221161"/>
                  <a:pt x="66308" y="1221161"/>
                </a:cubicBezTo>
                <a:cubicBezTo>
                  <a:pt x="37102" y="1221161"/>
                  <a:pt x="10984" y="1202976"/>
                  <a:pt x="850" y="1175584"/>
                </a:cubicBezTo>
                <a:cubicBezTo>
                  <a:pt x="-9283" y="1148191"/>
                  <a:pt x="-1290" y="1117386"/>
                  <a:pt x="20884" y="1098378"/>
                </a:cubicBezTo>
                <a:cubicBezTo>
                  <a:pt x="229369" y="919659"/>
                  <a:pt x="591836" y="608945"/>
                  <a:pt x="591836" y="608945"/>
                </a:cubicBezTo>
                <a:cubicBezTo>
                  <a:pt x="591836" y="608945"/>
                  <a:pt x="229369" y="298228"/>
                  <a:pt x="20884" y="119511"/>
                </a:cubicBezTo>
                <a:close/>
              </a:path>
            </a:pathLst>
          </a:custGeom>
          <a:solidFill>
            <a:schemeClr val="accent1"/>
          </a:solidFill>
          <a:ln w="184" cap="flat">
            <a:noFill/>
            <a:prstDash val="solid"/>
            <a:round/>
          </a:ln>
        </p:spPr>
        <p:txBody>
          <a:bodyPr rtlCol="0" anchor="ctr"/>
          <a:lstStyle/>
          <a:p>
            <a:endParaRPr lang="en-US"/>
          </a:p>
        </p:txBody>
      </p:sp>
      <p:grpSp>
        <p:nvGrpSpPr>
          <p:cNvPr id="19" name="Group 18">
            <a:extLst>
              <a:ext uri="{FF2B5EF4-FFF2-40B4-BE49-F238E27FC236}">
                <a16:creationId xmlns:a16="http://schemas.microsoft.com/office/drawing/2014/main" id="{1E543048-CF0D-4E9D-BAC2-FF2872F20E97}"/>
              </a:ext>
            </a:extLst>
          </p:cNvPr>
          <p:cNvGrpSpPr/>
          <p:nvPr userDrawn="1"/>
        </p:nvGrpSpPr>
        <p:grpSpPr>
          <a:xfrm>
            <a:off x="7015406" y="-1555466"/>
            <a:ext cx="7092248" cy="7092248"/>
            <a:chOff x="-2575338" y="330200"/>
            <a:chExt cx="6197600" cy="6197600"/>
          </a:xfrm>
          <a:solidFill>
            <a:schemeClr val="accent1">
              <a:alpha val="80000"/>
            </a:schemeClr>
          </a:solidFill>
        </p:grpSpPr>
        <p:pic>
          <p:nvPicPr>
            <p:cNvPr id="20" name="Picture 19" descr="graphic art">
              <a:extLst>
                <a:ext uri="{FF2B5EF4-FFF2-40B4-BE49-F238E27FC236}">
                  <a16:creationId xmlns:a16="http://schemas.microsoft.com/office/drawing/2014/main" id="{0B6F1D37-9DD2-4785-BD24-BB098DD2709F}"/>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575338" y="330200"/>
              <a:ext cx="6197600" cy="6197600"/>
            </a:xfrm>
            <a:custGeom>
              <a:avLst/>
              <a:gdLst>
                <a:gd name="connsiteX0" fmla="*/ 3098800 w 6197600"/>
                <a:gd name="connsiteY0" fmla="*/ 756789 h 6197600"/>
                <a:gd name="connsiteX1" fmla="*/ 756789 w 6197600"/>
                <a:gd name="connsiteY1" fmla="*/ 3098800 h 6197600"/>
                <a:gd name="connsiteX2" fmla="*/ 3098800 w 6197600"/>
                <a:gd name="connsiteY2" fmla="*/ 5440811 h 6197600"/>
                <a:gd name="connsiteX3" fmla="*/ 5440811 w 6197600"/>
                <a:gd name="connsiteY3" fmla="*/ 3098800 h 6197600"/>
                <a:gd name="connsiteX4" fmla="*/ 3098800 w 6197600"/>
                <a:gd name="connsiteY4" fmla="*/ 756789 h 6197600"/>
                <a:gd name="connsiteX5" fmla="*/ 3098800 w 6197600"/>
                <a:gd name="connsiteY5" fmla="*/ 0 h 6197600"/>
                <a:gd name="connsiteX6" fmla="*/ 6197600 w 6197600"/>
                <a:gd name="connsiteY6" fmla="*/ 3098800 h 6197600"/>
                <a:gd name="connsiteX7" fmla="*/ 3098800 w 6197600"/>
                <a:gd name="connsiteY7" fmla="*/ 6197600 h 6197600"/>
                <a:gd name="connsiteX8" fmla="*/ 0 w 6197600"/>
                <a:gd name="connsiteY8" fmla="*/ 3098800 h 6197600"/>
                <a:gd name="connsiteX9" fmla="*/ 3098800 w 6197600"/>
                <a:gd name="connsiteY9" fmla="*/ 0 h 619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0" h="6197600">
                  <a:moveTo>
                    <a:pt x="3098800" y="756789"/>
                  </a:moveTo>
                  <a:cubicBezTo>
                    <a:pt x="1805343" y="756789"/>
                    <a:pt x="756789" y="1805343"/>
                    <a:pt x="756789" y="3098800"/>
                  </a:cubicBezTo>
                  <a:cubicBezTo>
                    <a:pt x="756789" y="4392257"/>
                    <a:pt x="1805343" y="5440811"/>
                    <a:pt x="3098800" y="5440811"/>
                  </a:cubicBezTo>
                  <a:cubicBezTo>
                    <a:pt x="4392257" y="5440811"/>
                    <a:pt x="5440811" y="4392257"/>
                    <a:pt x="5440811" y="3098800"/>
                  </a:cubicBezTo>
                  <a:cubicBezTo>
                    <a:pt x="5440811" y="1805343"/>
                    <a:pt x="4392257" y="756789"/>
                    <a:pt x="3098800" y="756789"/>
                  </a:cubicBezTo>
                  <a:close/>
                  <a:moveTo>
                    <a:pt x="3098800" y="0"/>
                  </a:moveTo>
                  <a:cubicBezTo>
                    <a:pt x="4810220" y="0"/>
                    <a:pt x="6197600" y="1387380"/>
                    <a:pt x="6197600" y="3098800"/>
                  </a:cubicBezTo>
                  <a:cubicBezTo>
                    <a:pt x="6197600" y="4810220"/>
                    <a:pt x="4810220" y="6197600"/>
                    <a:pt x="3098800" y="6197600"/>
                  </a:cubicBezTo>
                  <a:cubicBezTo>
                    <a:pt x="1387380" y="6197600"/>
                    <a:pt x="0" y="4810220"/>
                    <a:pt x="0" y="3098800"/>
                  </a:cubicBezTo>
                  <a:cubicBezTo>
                    <a:pt x="0" y="1387380"/>
                    <a:pt x="1387380" y="0"/>
                    <a:pt x="3098800" y="0"/>
                  </a:cubicBezTo>
                  <a:close/>
                </a:path>
              </a:pathLst>
            </a:custGeom>
            <a:grpFill/>
          </p:spPr>
        </p:pic>
        <p:sp>
          <p:nvSpPr>
            <p:cNvPr id="21" name="Circle: Hollow 20">
              <a:extLst>
                <a:ext uri="{FF2B5EF4-FFF2-40B4-BE49-F238E27FC236}">
                  <a16:creationId xmlns:a16="http://schemas.microsoft.com/office/drawing/2014/main" id="{774E294C-D591-4CCF-B9EB-6B96E0D7C439}"/>
                </a:ext>
              </a:extLst>
            </p:cNvPr>
            <p:cNvSpPr/>
            <p:nvPr/>
          </p:nvSpPr>
          <p:spPr>
            <a:xfrm>
              <a:off x="-2575338" y="330200"/>
              <a:ext cx="6197600" cy="6197600"/>
            </a:xfrm>
            <a:prstGeom prst="donut">
              <a:avLst>
                <a:gd name="adj" fmla="val 12211"/>
              </a:avLst>
            </a:prstGeom>
            <a:gr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Picture Placeholder 22">
            <a:extLst>
              <a:ext uri="{FF2B5EF4-FFF2-40B4-BE49-F238E27FC236}">
                <a16:creationId xmlns:a16="http://schemas.microsoft.com/office/drawing/2014/main" id="{D650ADA5-2F31-4962-982E-EC4EF5ABEC63}"/>
              </a:ext>
            </a:extLst>
          </p:cNvPr>
          <p:cNvSpPr>
            <a:spLocks noGrp="1"/>
          </p:cNvSpPr>
          <p:nvPr>
            <p:ph type="pic" sz="quarter" idx="18"/>
          </p:nvPr>
        </p:nvSpPr>
        <p:spPr>
          <a:xfrm>
            <a:off x="6718300" y="721491"/>
            <a:ext cx="4940300" cy="6136509"/>
          </a:xfrm>
        </p:spPr>
        <p:txBody>
          <a:bodyPr anchor="ctr"/>
          <a:lstStyle>
            <a:lvl1pPr algn="ctr">
              <a:buNone/>
              <a:defRPr/>
            </a:lvl1pPr>
          </a:lstStyle>
          <a:p>
            <a:endParaRPr lang="en-US"/>
          </a:p>
        </p:txBody>
      </p:sp>
    </p:spTree>
    <p:extLst>
      <p:ext uri="{BB962C8B-B14F-4D97-AF65-F5344CB8AC3E}">
        <p14:creationId xmlns:p14="http://schemas.microsoft.com/office/powerpoint/2010/main" val="54869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2" presetClass="entr" presetSubtype="4" fill="hold" grpId="0" nodeType="withEffect" nodePh="1">
                                  <p:stCondLst>
                                    <p:cond delay="250"/>
                                  </p:stCondLst>
                                  <p:endCondLst>
                                    <p:cond evt="begin" delay="0">
                                      <p:tn val="9"/>
                                    </p:cond>
                                  </p:end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500"/>
                                        <p:tgtEl>
                                          <p:spTgt spid="23"/>
                                        </p:tgtEl>
                                      </p:cBhvr>
                                    </p:animEffect>
                                  </p:childTnLst>
                                </p:cTn>
                              </p:par>
                            </p:childTnLst>
                          </p:cTn>
                        </p:par>
                        <p:par>
                          <p:cTn id="12" fill="hold">
                            <p:stCondLst>
                              <p:cond delay="750"/>
                            </p:stCondLst>
                            <p:childTnLst>
                              <p:par>
                                <p:cTn id="13" presetID="2" presetClass="entr" presetSubtype="8" decel="10000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250"/>
                                  </p:st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additive="base">
                                        <p:cTn id="19"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50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75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0-#ppt_w/2"/>
                                          </p:val>
                                        </p:tav>
                                        <p:tav tm="100000">
                                          <p:val>
                                            <p:strVal val="#ppt_x"/>
                                          </p:val>
                                        </p:tav>
                                      </p:tavLst>
                                    </p:anim>
                                    <p:anim calcmode="lin" valueType="num">
                                      <p:cBhvr additive="base">
                                        <p:cTn id="28" dur="500" fill="hold"/>
                                        <p:tgtEl>
                                          <p:spTgt spid="30"/>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000"/>
                                  </p:stCondLst>
                                  <p:childTnLst>
                                    <p:set>
                                      <p:cBhvr>
                                        <p:cTn id="30" dur="1" fill="hold">
                                          <p:stCondLst>
                                            <p:cond delay="0"/>
                                          </p:stCondLst>
                                        </p:cTn>
                                        <p:tgtEl>
                                          <p:spTgt spid="11">
                                            <p:txEl>
                                              <p:pRg st="0" end="0"/>
                                            </p:txEl>
                                          </p:spTgt>
                                        </p:tgtEl>
                                        <p:attrNameLst>
                                          <p:attrName>style.visibility</p:attrName>
                                        </p:attrNameLst>
                                      </p:cBhvr>
                                      <p:to>
                                        <p:strVal val="visible"/>
                                      </p:to>
                                    </p:set>
                                    <p:anim calcmode="lin" valueType="num">
                                      <p:cBhvr additive="base">
                                        <p:cTn id="31"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
                                            <p:txEl>
                                              <p:pRg st="0" end="0"/>
                                            </p:txEl>
                                          </p:spTgt>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250"/>
                                  </p:stCondLst>
                                  <p:childTnLst>
                                    <p:set>
                                      <p:cBhvr>
                                        <p:cTn id="34" dur="1" fill="hold">
                                          <p:stCondLst>
                                            <p:cond delay="0"/>
                                          </p:stCondLst>
                                        </p:cTn>
                                        <p:tgtEl>
                                          <p:spTgt spid="12">
                                            <p:txEl>
                                              <p:pRg st="0" end="0"/>
                                            </p:txEl>
                                          </p:spTgt>
                                        </p:tgtEl>
                                        <p:attrNameLst>
                                          <p:attrName>style.visibility</p:attrName>
                                        </p:attrNameLst>
                                      </p:cBhvr>
                                      <p:to>
                                        <p:strVal val="visible"/>
                                      </p:to>
                                    </p:set>
                                    <p:anim calcmode="lin" valueType="num">
                                      <p:cBhvr additive="base">
                                        <p:cTn id="35"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tmplLst>
          <p:tmpl lvl="1">
            <p:tnLst>
              <p:par>
                <p:cTn presetID="2" presetClass="entr" presetSubtype="8" decel="100000" fill="hold" nodeType="with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8" decel="100000"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8" decel="100000" fill="hold" nodeType="withEffect">
                  <p:stCondLst>
                    <p:cond delay="10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0-#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build="p">
        <p:tmplLst>
          <p:tmpl lvl="1">
            <p:tnLst>
              <p:par>
                <p:cTn presetID="2" presetClass="entr" presetSubtype="8" decel="100000" fill="hold" nodeType="withEffect">
                  <p:stCondLst>
                    <p:cond delay="1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30" grpId="0" animBg="1"/>
      <p:bldP spid="23"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dentitas 2">
    <p:spTree>
      <p:nvGrpSpPr>
        <p:cNvPr id="1" name=""/>
        <p:cNvGrpSpPr/>
        <p:nvPr/>
      </p:nvGrpSpPr>
      <p:grpSpPr>
        <a:xfrm>
          <a:off x="0" y="0"/>
          <a:ext cx="0" cy="0"/>
          <a:chOff x="0" y="0"/>
          <a:chExt cx="0" cy="0"/>
        </a:xfrm>
      </p:grpSpPr>
      <p:pic>
        <p:nvPicPr>
          <p:cNvPr id="32" name="Picture 31" descr="white and black lines illustration">
            <a:extLst>
              <a:ext uri="{FF2B5EF4-FFF2-40B4-BE49-F238E27FC236}">
                <a16:creationId xmlns:a16="http://schemas.microsoft.com/office/drawing/2014/main" id="{A770EC8E-7104-4455-9F22-1B2A856B4FAD}"/>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0" y="1"/>
            <a:ext cx="12192000" cy="6858000"/>
          </a:xfrm>
          <a:prstGeom prst="rect">
            <a:avLst/>
          </a:prstGeom>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D094AB0E-35C2-4F78-BF07-621EFB0AA822}"/>
              </a:ext>
            </a:extLst>
          </p:cNvPr>
          <p:cNvSpPr/>
          <p:nvPr userDrawn="1"/>
        </p:nvSpPr>
        <p:spPr>
          <a:xfrm>
            <a:off x="0" y="0"/>
            <a:ext cx="12192000" cy="6857999"/>
          </a:xfrm>
          <a:prstGeom prst="rect">
            <a:avLst/>
          </a:prstGeom>
          <a:solidFill>
            <a:schemeClr val="bg1">
              <a:alpha val="9686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8730EC1-B853-4EB4-8DA0-211D7EF2501C}"/>
              </a:ext>
            </a:extLst>
          </p:cNvPr>
          <p:cNvSpPr/>
          <p:nvPr userDrawn="1"/>
        </p:nvSpPr>
        <p:spPr>
          <a:xfrm>
            <a:off x="0" y="1"/>
            <a:ext cx="12192000" cy="6857999"/>
          </a:xfrm>
          <a:prstGeom prst="rect">
            <a:avLst/>
          </a:prstGeom>
          <a:gradFill flip="none" rotWithShape="1">
            <a:gsLst>
              <a:gs pos="0">
                <a:schemeClr val="bg1"/>
              </a:gs>
              <a:gs pos="47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E1188-06FF-49D0-94B8-5CCD83B488E4}"/>
              </a:ext>
            </a:extLst>
          </p:cNvPr>
          <p:cNvSpPr>
            <a:spLocks noGrp="1"/>
          </p:cNvSpPr>
          <p:nvPr>
            <p:ph type="title" hasCustomPrompt="1"/>
          </p:nvPr>
        </p:nvSpPr>
        <p:spPr>
          <a:xfrm>
            <a:off x="4899931" y="721491"/>
            <a:ext cx="6542769" cy="701731"/>
          </a:xfrm>
        </p:spPr>
        <p:txBody>
          <a:bodyPr lIns="0" tIns="0" rIns="0" bIns="0">
            <a:normAutofit/>
          </a:bodyPr>
          <a:lstStyle>
            <a:lvl1pPr>
              <a:defRPr sz="4000">
                <a:solidFill>
                  <a:schemeClr val="accent1"/>
                </a:solidFill>
              </a:defRPr>
            </a:lvl1pPr>
          </a:lstStyle>
          <a:p>
            <a:r>
              <a:rPr lang="en-US"/>
              <a:t>Identitas Mahasiswa</a:t>
            </a:r>
          </a:p>
        </p:txBody>
      </p:sp>
      <p:sp>
        <p:nvSpPr>
          <p:cNvPr id="3" name="Date Placeholder 2">
            <a:extLst>
              <a:ext uri="{FF2B5EF4-FFF2-40B4-BE49-F238E27FC236}">
                <a16:creationId xmlns:a16="http://schemas.microsoft.com/office/drawing/2014/main" id="{94DD8907-1D6D-4FA4-BDC9-6FD46D7DC97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548481A5-3937-491F-A7F7-5FE4FDE5AF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DDA947-A60B-4720-A311-E0D79347BB3E}"/>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9" name="Text Placeholder 8">
            <a:extLst>
              <a:ext uri="{FF2B5EF4-FFF2-40B4-BE49-F238E27FC236}">
                <a16:creationId xmlns:a16="http://schemas.microsoft.com/office/drawing/2014/main" id="{37219DA8-5AA1-42E4-90E9-A33D2470C83A}"/>
              </a:ext>
            </a:extLst>
          </p:cNvPr>
          <p:cNvSpPr>
            <a:spLocks noGrp="1"/>
          </p:cNvSpPr>
          <p:nvPr>
            <p:ph type="body" sz="quarter" idx="13" hasCustomPrompt="1"/>
          </p:nvPr>
        </p:nvSpPr>
        <p:spPr>
          <a:xfrm>
            <a:off x="4899931" y="1423222"/>
            <a:ext cx="6542769" cy="387798"/>
          </a:xfrm>
        </p:spPr>
        <p:txBody>
          <a:bodyPr lIns="0" tIns="0" rIns="0" bIns="0">
            <a:normAutofit/>
          </a:bodyPr>
          <a:lstStyle>
            <a:lvl1pPr>
              <a:buNone/>
              <a:defRPr sz="2800" b="0"/>
            </a:lvl1pPr>
            <a:lvl2pPr>
              <a:buNone/>
              <a:defRPr/>
            </a:lvl2pPr>
            <a:lvl3pPr>
              <a:buNone/>
              <a:defRPr/>
            </a:lvl3pPr>
            <a:lvl4pPr>
              <a:buNone/>
              <a:defRPr/>
            </a:lvl4pPr>
            <a:lvl5pPr>
              <a:buNone/>
              <a:defRPr/>
            </a:lvl5pPr>
          </a:lstStyle>
          <a:p>
            <a:pPr lvl="0"/>
            <a:r>
              <a:rPr lang="en-US"/>
              <a:t>Identitas Singkat Mahasiswa</a:t>
            </a:r>
          </a:p>
        </p:txBody>
      </p:sp>
      <p:sp>
        <p:nvSpPr>
          <p:cNvPr id="10" name="Text Placeholder 8">
            <a:extLst>
              <a:ext uri="{FF2B5EF4-FFF2-40B4-BE49-F238E27FC236}">
                <a16:creationId xmlns:a16="http://schemas.microsoft.com/office/drawing/2014/main" id="{C4383890-71F2-428D-8D98-43FB3CE117E0}"/>
              </a:ext>
            </a:extLst>
          </p:cNvPr>
          <p:cNvSpPr>
            <a:spLocks noGrp="1"/>
          </p:cNvSpPr>
          <p:nvPr>
            <p:ph type="body" sz="quarter" idx="14" hasCustomPrompt="1"/>
          </p:nvPr>
        </p:nvSpPr>
        <p:spPr>
          <a:xfrm>
            <a:off x="4899931" y="2269042"/>
            <a:ext cx="6542769" cy="498598"/>
          </a:xfrm>
        </p:spPr>
        <p:txBody>
          <a:bodyPr lIns="0" tIns="0" rIns="0" bIns="0">
            <a:noAutofit/>
          </a:bodyPr>
          <a:lstStyle>
            <a:lvl1pPr>
              <a:buNone/>
              <a:defRPr sz="40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Nama Mahasiswa</a:t>
            </a:r>
          </a:p>
        </p:txBody>
      </p:sp>
      <p:sp>
        <p:nvSpPr>
          <p:cNvPr id="11" name="Text Placeholder 8">
            <a:extLst>
              <a:ext uri="{FF2B5EF4-FFF2-40B4-BE49-F238E27FC236}">
                <a16:creationId xmlns:a16="http://schemas.microsoft.com/office/drawing/2014/main" id="{7D824755-B44B-440B-B8A4-4AA4FF0972EB}"/>
              </a:ext>
            </a:extLst>
          </p:cNvPr>
          <p:cNvSpPr>
            <a:spLocks noGrp="1"/>
          </p:cNvSpPr>
          <p:nvPr>
            <p:ph type="body" sz="quarter" idx="15" hasCustomPrompt="1"/>
          </p:nvPr>
        </p:nvSpPr>
        <p:spPr>
          <a:xfrm>
            <a:off x="4899931" y="2835057"/>
            <a:ext cx="6542769" cy="424732"/>
          </a:xfrm>
        </p:spPr>
        <p:txBody>
          <a:bodyPr lIns="0" tIns="0" rIns="0" bIns="0">
            <a:normAutofit/>
          </a:bodyPr>
          <a:lstStyle>
            <a:lvl1pPr>
              <a:buNone/>
              <a:defRPr sz="2400"/>
            </a:lvl1pPr>
            <a:lvl2pPr>
              <a:buNone/>
              <a:defRPr/>
            </a:lvl2pPr>
            <a:lvl3pPr>
              <a:buNone/>
              <a:defRPr/>
            </a:lvl3pPr>
            <a:lvl4pPr>
              <a:buNone/>
              <a:defRPr/>
            </a:lvl4pPr>
            <a:lvl5pPr>
              <a:buNone/>
              <a:defRPr/>
            </a:lvl5pPr>
          </a:lstStyle>
          <a:p>
            <a:pPr lvl="0"/>
            <a:r>
              <a:rPr lang="en-US"/>
              <a:t>Nomor Induk Mahasiswa</a:t>
            </a:r>
          </a:p>
        </p:txBody>
      </p:sp>
      <p:sp>
        <p:nvSpPr>
          <p:cNvPr id="12" name="Text Placeholder 8">
            <a:extLst>
              <a:ext uri="{FF2B5EF4-FFF2-40B4-BE49-F238E27FC236}">
                <a16:creationId xmlns:a16="http://schemas.microsoft.com/office/drawing/2014/main" id="{C3BC06ED-07B3-41AE-AD62-336D12C59914}"/>
              </a:ext>
            </a:extLst>
          </p:cNvPr>
          <p:cNvSpPr>
            <a:spLocks noGrp="1"/>
          </p:cNvSpPr>
          <p:nvPr>
            <p:ph type="body" sz="quarter" idx="16" hasCustomPrompt="1"/>
          </p:nvPr>
        </p:nvSpPr>
        <p:spPr>
          <a:xfrm>
            <a:off x="4899931" y="3788992"/>
            <a:ext cx="6542769" cy="2350323"/>
          </a:xfrm>
        </p:spPr>
        <p:txBody>
          <a:bodyPr lIns="0" tIns="0" rIns="0" bIns="0">
            <a:normAutofit/>
          </a:bodyPr>
          <a:lstStyle>
            <a:lvl1pPr marL="0" indent="0">
              <a:lnSpc>
                <a:spcPct val="130000"/>
              </a:lnSpc>
              <a:buNone/>
              <a:defRPr sz="2400"/>
            </a:lvl1pPr>
            <a:lvl2pPr>
              <a:buNone/>
              <a:defRPr/>
            </a:lvl2pPr>
            <a:lvl3pPr>
              <a:buNone/>
              <a:defRPr/>
            </a:lvl3pPr>
            <a:lvl4pPr>
              <a:buNone/>
              <a:defRPr/>
            </a:lvl4pPr>
            <a:lvl5pPr>
              <a:buNone/>
              <a:defRPr/>
            </a:lvl5pPr>
          </a:lstStyle>
          <a:p>
            <a:pPr lvl="0"/>
            <a:r>
              <a:rPr lang="en-US"/>
              <a:t>Tambahkan Keterangan tentang Anda di sini. Anda bisa memasukan informasi dosen pembimbing, lokasi penelitian, waktu penelitian, atau informasi apapun yang berhubungan dengan skripsi Anda. </a:t>
            </a:r>
          </a:p>
        </p:txBody>
      </p:sp>
      <p:grpSp>
        <p:nvGrpSpPr>
          <p:cNvPr id="6" name="Group 5">
            <a:extLst>
              <a:ext uri="{FF2B5EF4-FFF2-40B4-BE49-F238E27FC236}">
                <a16:creationId xmlns:a16="http://schemas.microsoft.com/office/drawing/2014/main" id="{6C8A6C0C-71D9-47D6-8335-5A88E1B76136}"/>
              </a:ext>
            </a:extLst>
          </p:cNvPr>
          <p:cNvGrpSpPr/>
          <p:nvPr userDrawn="1"/>
        </p:nvGrpSpPr>
        <p:grpSpPr>
          <a:xfrm>
            <a:off x="-2575338" y="330200"/>
            <a:ext cx="6197601" cy="6197600"/>
            <a:chOff x="-2575338" y="330200"/>
            <a:chExt cx="6197601" cy="6197600"/>
          </a:xfrm>
        </p:grpSpPr>
        <p:pic>
          <p:nvPicPr>
            <p:cNvPr id="14" name="Picture 13" descr="graphic art">
              <a:extLst>
                <a:ext uri="{FF2B5EF4-FFF2-40B4-BE49-F238E27FC236}">
                  <a16:creationId xmlns:a16="http://schemas.microsoft.com/office/drawing/2014/main" id="{98C2FBA7-BFD6-413D-A855-11D6161FCC1D}"/>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2575338" y="330200"/>
              <a:ext cx="6197600" cy="6197600"/>
            </a:xfrm>
            <a:custGeom>
              <a:avLst/>
              <a:gdLst>
                <a:gd name="connsiteX0" fmla="*/ 3098800 w 6197600"/>
                <a:gd name="connsiteY0" fmla="*/ 756789 h 6197600"/>
                <a:gd name="connsiteX1" fmla="*/ 756789 w 6197600"/>
                <a:gd name="connsiteY1" fmla="*/ 3098800 h 6197600"/>
                <a:gd name="connsiteX2" fmla="*/ 3098800 w 6197600"/>
                <a:gd name="connsiteY2" fmla="*/ 5440811 h 6197600"/>
                <a:gd name="connsiteX3" fmla="*/ 5440811 w 6197600"/>
                <a:gd name="connsiteY3" fmla="*/ 3098800 h 6197600"/>
                <a:gd name="connsiteX4" fmla="*/ 3098800 w 6197600"/>
                <a:gd name="connsiteY4" fmla="*/ 756789 h 6197600"/>
                <a:gd name="connsiteX5" fmla="*/ 3098800 w 6197600"/>
                <a:gd name="connsiteY5" fmla="*/ 0 h 6197600"/>
                <a:gd name="connsiteX6" fmla="*/ 6197600 w 6197600"/>
                <a:gd name="connsiteY6" fmla="*/ 3098800 h 6197600"/>
                <a:gd name="connsiteX7" fmla="*/ 3098800 w 6197600"/>
                <a:gd name="connsiteY7" fmla="*/ 6197600 h 6197600"/>
                <a:gd name="connsiteX8" fmla="*/ 0 w 6197600"/>
                <a:gd name="connsiteY8" fmla="*/ 3098800 h 6197600"/>
                <a:gd name="connsiteX9" fmla="*/ 3098800 w 6197600"/>
                <a:gd name="connsiteY9" fmla="*/ 0 h 619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7600" h="6197600">
                  <a:moveTo>
                    <a:pt x="3098800" y="756789"/>
                  </a:moveTo>
                  <a:cubicBezTo>
                    <a:pt x="1805343" y="756789"/>
                    <a:pt x="756789" y="1805343"/>
                    <a:pt x="756789" y="3098800"/>
                  </a:cubicBezTo>
                  <a:cubicBezTo>
                    <a:pt x="756789" y="4392257"/>
                    <a:pt x="1805343" y="5440811"/>
                    <a:pt x="3098800" y="5440811"/>
                  </a:cubicBezTo>
                  <a:cubicBezTo>
                    <a:pt x="4392257" y="5440811"/>
                    <a:pt x="5440811" y="4392257"/>
                    <a:pt x="5440811" y="3098800"/>
                  </a:cubicBezTo>
                  <a:cubicBezTo>
                    <a:pt x="5440811" y="1805343"/>
                    <a:pt x="4392257" y="756789"/>
                    <a:pt x="3098800" y="756789"/>
                  </a:cubicBezTo>
                  <a:close/>
                  <a:moveTo>
                    <a:pt x="3098800" y="0"/>
                  </a:moveTo>
                  <a:cubicBezTo>
                    <a:pt x="4810220" y="0"/>
                    <a:pt x="6197600" y="1387380"/>
                    <a:pt x="6197600" y="3098800"/>
                  </a:cubicBezTo>
                  <a:cubicBezTo>
                    <a:pt x="6197600" y="4810220"/>
                    <a:pt x="4810220" y="6197600"/>
                    <a:pt x="3098800" y="6197600"/>
                  </a:cubicBezTo>
                  <a:cubicBezTo>
                    <a:pt x="1387380" y="6197600"/>
                    <a:pt x="0" y="4810220"/>
                    <a:pt x="0" y="3098800"/>
                  </a:cubicBezTo>
                  <a:cubicBezTo>
                    <a:pt x="0" y="1387380"/>
                    <a:pt x="1387380" y="0"/>
                    <a:pt x="3098800" y="0"/>
                  </a:cubicBezTo>
                  <a:close/>
                </a:path>
              </a:pathLst>
            </a:custGeom>
            <a:noFill/>
            <a:extLst>
              <a:ext uri="{909E8E84-426E-40DD-AFC4-6F175D3DCCD1}">
                <a14:hiddenFill xmlns:a14="http://schemas.microsoft.com/office/drawing/2010/main">
                  <a:solidFill>
                    <a:srgbClr val="FFFFFF"/>
                  </a:solidFill>
                </a14:hiddenFill>
              </a:ext>
            </a:extLst>
          </p:spPr>
        </p:pic>
        <p:sp>
          <p:nvSpPr>
            <p:cNvPr id="16" name="Circle: Hollow 15">
              <a:extLst>
                <a:ext uri="{FF2B5EF4-FFF2-40B4-BE49-F238E27FC236}">
                  <a16:creationId xmlns:a16="http://schemas.microsoft.com/office/drawing/2014/main" id="{1A994E12-FEA9-4126-9BC1-AAFFB8F97B2C}"/>
                </a:ext>
              </a:extLst>
            </p:cNvPr>
            <p:cNvSpPr/>
            <p:nvPr userDrawn="1"/>
          </p:nvSpPr>
          <p:spPr>
            <a:xfrm rot="16200000">
              <a:off x="-2575337" y="330200"/>
              <a:ext cx="6197600" cy="6197600"/>
            </a:xfrm>
            <a:prstGeom prst="donut">
              <a:avLst>
                <a:gd name="adj" fmla="val 12211"/>
              </a:avLst>
            </a:prstGeom>
            <a:solidFill>
              <a:schemeClr val="accent1">
                <a:alpha val="80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Picture Placeholder 27">
            <a:extLst>
              <a:ext uri="{FF2B5EF4-FFF2-40B4-BE49-F238E27FC236}">
                <a16:creationId xmlns:a16="http://schemas.microsoft.com/office/drawing/2014/main" id="{CFA708B6-0CAE-4562-912B-353EE69B0D62}"/>
              </a:ext>
            </a:extLst>
          </p:cNvPr>
          <p:cNvSpPr>
            <a:spLocks noGrp="1"/>
          </p:cNvSpPr>
          <p:nvPr>
            <p:ph type="pic" sz="quarter" idx="17"/>
          </p:nvPr>
        </p:nvSpPr>
        <p:spPr>
          <a:xfrm>
            <a:off x="822097" y="1556151"/>
            <a:ext cx="3749040" cy="3749040"/>
          </a:xfrm>
          <a:custGeom>
            <a:avLst/>
            <a:gdLst>
              <a:gd name="connsiteX0" fmla="*/ 1874520 w 3749040"/>
              <a:gd name="connsiteY0" fmla="*/ 0 h 3749040"/>
              <a:gd name="connsiteX1" fmla="*/ 3749040 w 3749040"/>
              <a:gd name="connsiteY1" fmla="*/ 1874520 h 3749040"/>
              <a:gd name="connsiteX2" fmla="*/ 3428902 w 3749040"/>
              <a:gd name="connsiteY2" fmla="*/ 2922582 h 3749040"/>
              <a:gd name="connsiteX3" fmla="*/ 3398026 w 3749040"/>
              <a:gd name="connsiteY3" fmla="*/ 2963872 h 3749040"/>
              <a:gd name="connsiteX4" fmla="*/ 3384507 w 3749040"/>
              <a:gd name="connsiteY4" fmla="*/ 2963872 h 3749040"/>
              <a:gd name="connsiteX5" fmla="*/ 3172622 w 3749040"/>
              <a:gd name="connsiteY5" fmla="*/ 2963872 h 3749040"/>
              <a:gd name="connsiteX6" fmla="*/ 3127190 w 3749040"/>
              <a:gd name="connsiteY6" fmla="*/ 2980682 h 3749040"/>
              <a:gd name="connsiteX7" fmla="*/ 2494589 w 3749040"/>
              <a:gd name="connsiteY7" fmla="*/ 3523104 h 3749040"/>
              <a:gd name="connsiteX8" fmla="*/ 2470226 w 3749040"/>
              <a:gd name="connsiteY8" fmla="*/ 3576088 h 3749040"/>
              <a:gd name="connsiteX9" fmla="*/ 2494589 w 3749040"/>
              <a:gd name="connsiteY9" fmla="*/ 3629071 h 3749040"/>
              <a:gd name="connsiteX10" fmla="*/ 2505024 w 3749040"/>
              <a:gd name="connsiteY10" fmla="*/ 3638018 h 3749040"/>
              <a:gd name="connsiteX11" fmla="*/ 2431945 w 3749040"/>
              <a:gd name="connsiteY11" fmla="*/ 3664766 h 3749040"/>
              <a:gd name="connsiteX12" fmla="*/ 1874520 w 3749040"/>
              <a:gd name="connsiteY12" fmla="*/ 3749040 h 3749040"/>
              <a:gd name="connsiteX13" fmla="*/ 0 w 3749040"/>
              <a:gd name="connsiteY13" fmla="*/ 1874520 h 3749040"/>
              <a:gd name="connsiteX14" fmla="*/ 1874520 w 3749040"/>
              <a:gd name="connsiteY14" fmla="*/ 0 h 374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49040" h="3749040">
                <a:moveTo>
                  <a:pt x="1874520" y="0"/>
                </a:moveTo>
                <a:cubicBezTo>
                  <a:pt x="2909789" y="0"/>
                  <a:pt x="3749040" y="839251"/>
                  <a:pt x="3749040" y="1874520"/>
                </a:cubicBezTo>
                <a:cubicBezTo>
                  <a:pt x="3749040" y="2262746"/>
                  <a:pt x="3631021" y="2623407"/>
                  <a:pt x="3428902" y="2922582"/>
                </a:cubicBezTo>
                <a:lnTo>
                  <a:pt x="3398026" y="2963872"/>
                </a:lnTo>
                <a:lnTo>
                  <a:pt x="3384507" y="2963872"/>
                </a:lnTo>
                <a:cubicBezTo>
                  <a:pt x="3297585" y="2963872"/>
                  <a:pt x="3213541" y="2963872"/>
                  <a:pt x="3172622" y="2963872"/>
                </a:cubicBezTo>
                <a:cubicBezTo>
                  <a:pt x="3155956" y="2963872"/>
                  <a:pt x="3139842" y="2969835"/>
                  <a:pt x="3127190" y="2980682"/>
                </a:cubicBezTo>
                <a:cubicBezTo>
                  <a:pt x="3035503" y="3059300"/>
                  <a:pt x="2647065" y="3392365"/>
                  <a:pt x="2494589" y="3523104"/>
                </a:cubicBezTo>
                <a:cubicBezTo>
                  <a:pt x="2479126" y="3536364"/>
                  <a:pt x="2470226" y="3555718"/>
                  <a:pt x="2470226" y="3576088"/>
                </a:cubicBezTo>
                <a:cubicBezTo>
                  <a:pt x="2470226" y="3596457"/>
                  <a:pt x="2479126" y="3615811"/>
                  <a:pt x="2494589" y="3629071"/>
                </a:cubicBezTo>
                <a:lnTo>
                  <a:pt x="2505024" y="3638018"/>
                </a:lnTo>
                <a:lnTo>
                  <a:pt x="2431945" y="3664766"/>
                </a:lnTo>
                <a:cubicBezTo>
                  <a:pt x="2255855" y="3719535"/>
                  <a:pt x="2068633" y="3749040"/>
                  <a:pt x="1874520" y="3749040"/>
                </a:cubicBezTo>
                <a:cubicBezTo>
                  <a:pt x="839251" y="3749040"/>
                  <a:pt x="0" y="2909789"/>
                  <a:pt x="0" y="1874520"/>
                </a:cubicBezTo>
                <a:cubicBezTo>
                  <a:pt x="0" y="839251"/>
                  <a:pt x="839251" y="0"/>
                  <a:pt x="1874520" y="0"/>
                </a:cubicBezTo>
                <a:close/>
              </a:path>
            </a:pathLst>
          </a:custGeom>
          <a:pattFill prst="pct5">
            <a:fgClr>
              <a:schemeClr val="accent1"/>
            </a:fgClr>
            <a:bgClr>
              <a:schemeClr val="bg1"/>
            </a:bgClr>
          </a:pattFill>
          <a:ln>
            <a:solidFill>
              <a:schemeClr val="accent1"/>
            </a:solidFill>
          </a:ln>
        </p:spPr>
        <p:txBody>
          <a:bodyPr wrap="square" anchor="ctr">
            <a:noAutofit/>
          </a:bodyPr>
          <a:lstStyle>
            <a:lvl1pPr algn="ctr">
              <a:buNone/>
              <a:defRPr/>
            </a:lvl1pPr>
          </a:lstStyle>
          <a:p>
            <a:endParaRPr lang="en-US"/>
          </a:p>
        </p:txBody>
      </p:sp>
      <p:sp>
        <p:nvSpPr>
          <p:cNvPr id="30" name="Graphic 19">
            <a:extLst>
              <a:ext uri="{FF2B5EF4-FFF2-40B4-BE49-F238E27FC236}">
                <a16:creationId xmlns:a16="http://schemas.microsoft.com/office/drawing/2014/main" id="{9B9BF7A6-6884-4EA8-84FB-ED5F1E206F8A}"/>
              </a:ext>
            </a:extLst>
          </p:cNvPr>
          <p:cNvSpPr/>
          <p:nvPr userDrawn="1"/>
        </p:nvSpPr>
        <p:spPr>
          <a:xfrm flipH="1">
            <a:off x="3288835" y="4523294"/>
            <a:ext cx="1070467" cy="1224431"/>
          </a:xfrm>
          <a:custGeom>
            <a:avLst/>
            <a:gdLst>
              <a:gd name="connsiteX0" fmla="*/ 20884 w 1070467"/>
              <a:gd name="connsiteY0" fmla="*/ 119511 h 1224431"/>
              <a:gd name="connsiteX1" fmla="*/ 850 w 1070467"/>
              <a:gd name="connsiteY1" fmla="*/ 42306 h 1224431"/>
              <a:gd name="connsiteX2" fmla="*/ 66308 w 1070467"/>
              <a:gd name="connsiteY2" fmla="*/ -3271 h 1224431"/>
              <a:gd name="connsiteX3" fmla="*/ 364583 w 1070467"/>
              <a:gd name="connsiteY3" fmla="*/ -3271 h 1224431"/>
              <a:gd name="connsiteX4" fmla="*/ 410015 w 1070467"/>
              <a:gd name="connsiteY4" fmla="*/ 13539 h 1224431"/>
              <a:gd name="connsiteX5" fmla="*/ 1042616 w 1070467"/>
              <a:gd name="connsiteY5" fmla="*/ 555961 h 1224431"/>
              <a:gd name="connsiteX6" fmla="*/ 1066979 w 1070467"/>
              <a:gd name="connsiteY6" fmla="*/ 608945 h 1224431"/>
              <a:gd name="connsiteX7" fmla="*/ 1042616 w 1070467"/>
              <a:gd name="connsiteY7" fmla="*/ 661928 h 1224431"/>
              <a:gd name="connsiteX8" fmla="*/ 410015 w 1070467"/>
              <a:gd name="connsiteY8" fmla="*/ 1204351 h 1224431"/>
              <a:gd name="connsiteX9" fmla="*/ 364583 w 1070467"/>
              <a:gd name="connsiteY9" fmla="*/ 1221161 h 1224431"/>
              <a:gd name="connsiteX10" fmla="*/ 66308 w 1070467"/>
              <a:gd name="connsiteY10" fmla="*/ 1221161 h 1224431"/>
              <a:gd name="connsiteX11" fmla="*/ 850 w 1070467"/>
              <a:gd name="connsiteY11" fmla="*/ 1175584 h 1224431"/>
              <a:gd name="connsiteX12" fmla="*/ 20884 w 1070467"/>
              <a:gd name="connsiteY12" fmla="*/ 1098378 h 1224431"/>
              <a:gd name="connsiteX13" fmla="*/ 591836 w 1070467"/>
              <a:gd name="connsiteY13" fmla="*/ 608945 h 1224431"/>
              <a:gd name="connsiteX14" fmla="*/ 20884 w 1070467"/>
              <a:gd name="connsiteY14" fmla="*/ 119511 h 122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0467" h="1224431">
                <a:moveTo>
                  <a:pt x="20884" y="119511"/>
                </a:moveTo>
                <a:cubicBezTo>
                  <a:pt x="-1290" y="100503"/>
                  <a:pt x="-9283" y="69698"/>
                  <a:pt x="850" y="42306"/>
                </a:cubicBezTo>
                <a:cubicBezTo>
                  <a:pt x="10984" y="14914"/>
                  <a:pt x="37102" y="-3271"/>
                  <a:pt x="66308" y="-3271"/>
                </a:cubicBezTo>
                <a:cubicBezTo>
                  <a:pt x="178799" y="-3271"/>
                  <a:pt x="310025" y="-3271"/>
                  <a:pt x="364583" y="-3271"/>
                </a:cubicBezTo>
                <a:cubicBezTo>
                  <a:pt x="381249" y="-3271"/>
                  <a:pt x="397363" y="2692"/>
                  <a:pt x="410015" y="13539"/>
                </a:cubicBezTo>
                <a:cubicBezTo>
                  <a:pt x="501702" y="92157"/>
                  <a:pt x="890140" y="425222"/>
                  <a:pt x="1042616" y="555961"/>
                </a:cubicBezTo>
                <a:cubicBezTo>
                  <a:pt x="1058079" y="569221"/>
                  <a:pt x="1066979" y="588575"/>
                  <a:pt x="1066979" y="608945"/>
                </a:cubicBezTo>
                <a:cubicBezTo>
                  <a:pt x="1066979" y="629314"/>
                  <a:pt x="1058079" y="648668"/>
                  <a:pt x="1042616" y="661928"/>
                </a:cubicBezTo>
                <a:cubicBezTo>
                  <a:pt x="890140" y="792667"/>
                  <a:pt x="501702" y="1125732"/>
                  <a:pt x="410015" y="1204351"/>
                </a:cubicBezTo>
                <a:cubicBezTo>
                  <a:pt x="397363" y="1215198"/>
                  <a:pt x="381249" y="1221161"/>
                  <a:pt x="364583" y="1221161"/>
                </a:cubicBezTo>
                <a:cubicBezTo>
                  <a:pt x="310025" y="1221161"/>
                  <a:pt x="178799" y="1221161"/>
                  <a:pt x="66308" y="1221161"/>
                </a:cubicBezTo>
                <a:cubicBezTo>
                  <a:pt x="37102" y="1221161"/>
                  <a:pt x="10984" y="1202976"/>
                  <a:pt x="850" y="1175584"/>
                </a:cubicBezTo>
                <a:cubicBezTo>
                  <a:pt x="-9283" y="1148191"/>
                  <a:pt x="-1290" y="1117386"/>
                  <a:pt x="20884" y="1098378"/>
                </a:cubicBezTo>
                <a:cubicBezTo>
                  <a:pt x="229369" y="919659"/>
                  <a:pt x="591836" y="608945"/>
                  <a:pt x="591836" y="608945"/>
                </a:cubicBezTo>
                <a:cubicBezTo>
                  <a:pt x="591836" y="608945"/>
                  <a:pt x="229369" y="298228"/>
                  <a:pt x="20884" y="119511"/>
                </a:cubicBezTo>
                <a:close/>
              </a:path>
            </a:pathLst>
          </a:custGeom>
          <a:solidFill>
            <a:schemeClr val="accent1"/>
          </a:solidFill>
          <a:ln w="184" cap="flat">
            <a:noFill/>
            <a:prstDash val="solid"/>
            <a:round/>
          </a:ln>
        </p:spPr>
        <p:txBody>
          <a:bodyPr rtlCol="0" anchor="ctr"/>
          <a:lstStyle/>
          <a:p>
            <a:endParaRPr lang="en-US"/>
          </a:p>
        </p:txBody>
      </p:sp>
    </p:spTree>
    <p:extLst>
      <p:ext uri="{BB962C8B-B14F-4D97-AF65-F5344CB8AC3E}">
        <p14:creationId xmlns:p14="http://schemas.microsoft.com/office/powerpoint/2010/main" val="415478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1+#ppt_w/2"/>
                                          </p:val>
                                        </p:tav>
                                        <p:tav tm="100000">
                                          <p:val>
                                            <p:strVal val="#ppt_x"/>
                                          </p:val>
                                        </p:tav>
                                      </p:tavLst>
                                    </p:anim>
                                    <p:anim calcmode="lin" valueType="num">
                                      <p:cBhvr additive="base">
                                        <p:cTn id="12" dur="500" fill="hold"/>
                                        <p:tgtEl>
                                          <p:spTgt spid="3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par>
                          <p:cTn id="17" fill="hold">
                            <p:stCondLst>
                              <p:cond delay="1000"/>
                            </p:stCondLst>
                            <p:childTnLst>
                              <p:par>
                                <p:cTn id="18" presetID="2" presetClass="entr" presetSubtype="2" decel="10000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1+#ppt_w/2"/>
                                          </p:val>
                                        </p:tav>
                                        <p:tav tm="100000">
                                          <p:val>
                                            <p:strVal val="#ppt_x"/>
                                          </p:val>
                                        </p:tav>
                                      </p:tavLst>
                                    </p:anim>
                                    <p:anim calcmode="lin" valueType="num">
                                      <p:cBhvr additive="base">
                                        <p:cTn id="21" dur="500" fill="hold"/>
                                        <p:tgtEl>
                                          <p:spTgt spid="2"/>
                                        </p:tgtEl>
                                        <p:attrNameLst>
                                          <p:attrName>ppt_y</p:attrName>
                                        </p:attrNameLst>
                                      </p:cBhvr>
                                      <p:tavLst>
                                        <p:tav tm="0">
                                          <p:val>
                                            <p:strVal val="#ppt_y"/>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9">
                                            <p:txEl>
                                              <p:pRg st="0" end="0"/>
                                            </p:txEl>
                                          </p:spTgt>
                                        </p:tgtEl>
                                        <p:attrNameLst>
                                          <p:attrName>style.visibility</p:attrName>
                                        </p:attrNameLst>
                                      </p:cBhvr>
                                      <p:to>
                                        <p:strVal val="visible"/>
                                      </p:to>
                                    </p:set>
                                    <p:anim calcmode="lin" valueType="num">
                                      <p:cBhvr additive="base">
                                        <p:cTn id="24"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9">
                                            <p:txEl>
                                              <p:pRg st="0" end="0"/>
                                            </p:txEl>
                                          </p:spTgt>
                                        </p:tgtEl>
                                        <p:attrNameLst>
                                          <p:attrName>ppt_y</p:attrName>
                                        </p:attrNameLst>
                                      </p:cBhvr>
                                      <p:tavLst>
                                        <p:tav tm="0">
                                          <p:val>
                                            <p:strVal val="#ppt_y"/>
                                          </p:val>
                                        </p:tav>
                                        <p:tav tm="100000">
                                          <p:val>
                                            <p:strVal val="#ppt_y"/>
                                          </p:val>
                                        </p:tav>
                                      </p:tavLst>
                                    </p:anim>
                                  </p:childTnLst>
                                </p:cTn>
                              </p:par>
                              <p:par>
                                <p:cTn id="26" presetID="2" presetClass="entr" presetSubtype="2" decel="100000" fill="hold" grpId="0" nodeType="withEffect">
                                  <p:stCondLst>
                                    <p:cond delay="500"/>
                                  </p:stCondLst>
                                  <p:childTnLst>
                                    <p:set>
                                      <p:cBhvr>
                                        <p:cTn id="27" dur="1" fill="hold">
                                          <p:stCondLst>
                                            <p:cond delay="0"/>
                                          </p:stCondLst>
                                        </p:cTn>
                                        <p:tgtEl>
                                          <p:spTgt spid="10">
                                            <p:txEl>
                                              <p:pRg st="0" end="0"/>
                                            </p:txEl>
                                          </p:spTgt>
                                        </p:tgtEl>
                                        <p:attrNameLst>
                                          <p:attrName>style.visibility</p:attrName>
                                        </p:attrNameLst>
                                      </p:cBhvr>
                                      <p:to>
                                        <p:strVal val="visible"/>
                                      </p:to>
                                    </p:set>
                                    <p:anim calcmode="lin" valueType="num">
                                      <p:cBhvr additive="base">
                                        <p:cTn id="28"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10">
                                            <p:txEl>
                                              <p:pRg st="0" end="0"/>
                                            </p:txEl>
                                          </p:spTgt>
                                        </p:tgtEl>
                                        <p:attrNameLst>
                                          <p:attrName>ppt_y</p:attrName>
                                        </p:attrNameLst>
                                      </p:cBhvr>
                                      <p:tavLst>
                                        <p:tav tm="0">
                                          <p:val>
                                            <p:strVal val="#ppt_y"/>
                                          </p:val>
                                        </p:tav>
                                        <p:tav tm="100000">
                                          <p:val>
                                            <p:strVal val="#ppt_y"/>
                                          </p:val>
                                        </p:tav>
                                      </p:tavLst>
                                    </p:anim>
                                  </p:childTnLst>
                                </p:cTn>
                              </p:par>
                              <p:par>
                                <p:cTn id="30" presetID="2" presetClass="entr" presetSubtype="2" decel="100000" fill="hold" grpId="0" nodeType="withEffect">
                                  <p:stCondLst>
                                    <p:cond delay="750"/>
                                  </p:stCondLst>
                                  <p:childTnLst>
                                    <p:set>
                                      <p:cBhvr>
                                        <p:cTn id="31" dur="1" fill="hold">
                                          <p:stCondLst>
                                            <p:cond delay="0"/>
                                          </p:stCondLst>
                                        </p:cTn>
                                        <p:tgtEl>
                                          <p:spTgt spid="11">
                                            <p:txEl>
                                              <p:pRg st="0" end="0"/>
                                            </p:txEl>
                                          </p:spTgt>
                                        </p:tgtEl>
                                        <p:attrNameLst>
                                          <p:attrName>style.visibility</p:attrName>
                                        </p:attrNameLst>
                                      </p:cBhvr>
                                      <p:to>
                                        <p:strVal val="visible"/>
                                      </p:to>
                                    </p:set>
                                    <p:anim calcmode="lin" valueType="num">
                                      <p:cBhvr additive="base">
                                        <p:cTn id="32"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11">
                                            <p:txEl>
                                              <p:pRg st="0" end="0"/>
                                            </p:txEl>
                                          </p:spTgt>
                                        </p:tgtEl>
                                        <p:attrNameLst>
                                          <p:attrName>ppt_y</p:attrName>
                                        </p:attrNameLst>
                                      </p:cBhvr>
                                      <p:tavLst>
                                        <p:tav tm="0">
                                          <p:val>
                                            <p:strVal val="#ppt_y"/>
                                          </p:val>
                                        </p:tav>
                                        <p:tav tm="100000">
                                          <p:val>
                                            <p:strVal val="#ppt_y"/>
                                          </p:val>
                                        </p:tav>
                                      </p:tavLst>
                                    </p:anim>
                                  </p:childTnLst>
                                </p:cTn>
                              </p:par>
                              <p:par>
                                <p:cTn id="34" presetID="2" presetClass="entr" presetSubtype="2" decel="100000" fill="hold" grpId="0" nodeType="withEffect">
                                  <p:stCondLst>
                                    <p:cond delay="1000"/>
                                  </p:stCondLst>
                                  <p:childTnLst>
                                    <p:set>
                                      <p:cBhvr>
                                        <p:cTn id="35" dur="1" fill="hold">
                                          <p:stCondLst>
                                            <p:cond delay="0"/>
                                          </p:stCondLst>
                                        </p:cTn>
                                        <p:tgtEl>
                                          <p:spTgt spid="12">
                                            <p:txEl>
                                              <p:pRg st="0" end="0"/>
                                            </p:txEl>
                                          </p:spTgt>
                                        </p:tgtEl>
                                        <p:attrNameLst>
                                          <p:attrName>style.visibility</p:attrName>
                                        </p:attrNameLst>
                                      </p:cBhvr>
                                      <p:to>
                                        <p:strVal val="visible"/>
                                      </p:to>
                                    </p:set>
                                    <p:anim calcmode="lin" valueType="num">
                                      <p:cBhvr additive="base">
                                        <p:cTn id="36"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tmplLst>
          <p:tmpl lvl="1">
            <p:tnLst>
              <p:par>
                <p:cTn presetID="2" presetClass="entr" presetSubtype="2" decel="100000" fill="hold" nodeType="with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2" decel="100000"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1+#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 presetClass="entr" presetSubtype="2" decel="100000" fill="hold" nodeType="withEffect">
                  <p:stCondLst>
                    <p:cond delay="75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build="p">
        <p:tmplLst>
          <p:tmpl lvl="1">
            <p:tnLst>
              <p:par>
                <p:cTn presetID="2" presetClass="entr" presetSubtype="2" decel="10000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28" grpId="0" animBg="1"/>
      <p:bldP spid="30"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Pembatas 1">
    <p:spTree>
      <p:nvGrpSpPr>
        <p:cNvPr id="1" name=""/>
        <p:cNvGrpSpPr/>
        <p:nvPr/>
      </p:nvGrpSpPr>
      <p:grpSpPr>
        <a:xfrm>
          <a:off x="0" y="0"/>
          <a:ext cx="0" cy="0"/>
          <a:chOff x="0" y="0"/>
          <a:chExt cx="0" cy="0"/>
        </a:xfrm>
      </p:grpSpPr>
      <p:pic>
        <p:nvPicPr>
          <p:cNvPr id="21" name="Picture 4" descr="white roof tiles">
            <a:extLst>
              <a:ext uri="{FF2B5EF4-FFF2-40B4-BE49-F238E27FC236}">
                <a16:creationId xmlns:a16="http://schemas.microsoft.com/office/drawing/2014/main" id="{B529A783-2CB9-4123-8471-0BE783CD9862}"/>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1AF3288C-3282-48D5-A16F-B923C24344A2}"/>
              </a:ext>
            </a:extLst>
          </p:cNvPr>
          <p:cNvSpPr/>
          <p:nvPr userDrawn="1"/>
        </p:nvSpPr>
        <p:spPr>
          <a:xfrm>
            <a:off x="0" y="1"/>
            <a:ext cx="12192000" cy="6857999"/>
          </a:xfrm>
          <a:prstGeom prst="rect">
            <a:avLst/>
          </a:prstGeom>
          <a:gradFill flip="none" rotWithShape="1">
            <a:gsLst>
              <a:gs pos="0">
                <a:schemeClr val="bg1"/>
              </a:gs>
              <a:gs pos="41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CE8D5EE-453D-45AE-8825-AC1EB84BFB15}"/>
              </a:ext>
            </a:extLst>
          </p:cNvPr>
          <p:cNvSpPr/>
          <p:nvPr userDrawn="1"/>
        </p:nvSpPr>
        <p:spPr>
          <a:xfrm>
            <a:off x="0" y="1"/>
            <a:ext cx="12192000" cy="6857999"/>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FF5AB6-D678-4066-B751-311D206DA0D5}"/>
              </a:ext>
            </a:extLst>
          </p:cNvPr>
          <p:cNvSpPr>
            <a:spLocks noGrp="1"/>
          </p:cNvSpPr>
          <p:nvPr userDrawn="1">
            <p:ph type="title" hasCustomPrompt="1"/>
          </p:nvPr>
        </p:nvSpPr>
        <p:spPr>
          <a:xfrm>
            <a:off x="6587981" y="3509216"/>
            <a:ext cx="5248419" cy="553998"/>
          </a:xfrm>
        </p:spPr>
        <p:txBody>
          <a:bodyPr lIns="0" tIns="0" rIns="0" bIns="0">
            <a:noAutofit/>
          </a:bodyPr>
          <a:lstStyle>
            <a:lvl1pPr algn="l">
              <a:defRPr sz="400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Judul Session</a:t>
            </a:r>
          </a:p>
        </p:txBody>
      </p:sp>
      <p:sp>
        <p:nvSpPr>
          <p:cNvPr id="3" name="Date Placeholder 2">
            <a:extLst>
              <a:ext uri="{FF2B5EF4-FFF2-40B4-BE49-F238E27FC236}">
                <a16:creationId xmlns:a16="http://schemas.microsoft.com/office/drawing/2014/main" id="{31FCBDC3-CDF9-439E-AFDB-9AD1F174170C}"/>
              </a:ext>
            </a:extLst>
          </p:cNvPr>
          <p:cNvSpPr>
            <a:spLocks noGrp="1"/>
          </p:cNvSpPr>
          <p:nvPr userDrawn="1">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B85A701E-3556-48F0-8A4D-3134B6D360E7}"/>
              </a:ext>
            </a:extLst>
          </p:cNvPr>
          <p:cNvSpPr>
            <a:spLocks noGrp="1"/>
          </p:cNvSpPr>
          <p:nvPr userDrawn="1">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D8023-A731-4B93-933B-39DA3143EFBD}"/>
              </a:ext>
            </a:extLst>
          </p:cNvPr>
          <p:cNvSpPr>
            <a:spLocks noGrp="1"/>
          </p:cNvSpPr>
          <p:nvPr userDrawn="1">
            <p:ph type="sldNum" sz="quarter" idx="12"/>
          </p:nvPr>
        </p:nvSpPr>
        <p:spPr/>
        <p:txBody>
          <a:bodyPr/>
          <a:lstStyle/>
          <a:p>
            <a:fld id="{4839939F-AE78-4021-9750-CF0C87105817}" type="slidenum">
              <a:rPr lang="en-US" smtClean="0"/>
              <a:t>‹#›</a:t>
            </a:fld>
            <a:endParaRPr lang="en-US"/>
          </a:p>
        </p:txBody>
      </p:sp>
      <p:sp>
        <p:nvSpPr>
          <p:cNvPr id="9" name="Text Placeholder 8">
            <a:extLst>
              <a:ext uri="{FF2B5EF4-FFF2-40B4-BE49-F238E27FC236}">
                <a16:creationId xmlns:a16="http://schemas.microsoft.com/office/drawing/2014/main" id="{56153E85-4AA7-4782-A6DE-85323590454D}"/>
              </a:ext>
            </a:extLst>
          </p:cNvPr>
          <p:cNvSpPr>
            <a:spLocks noGrp="1"/>
          </p:cNvSpPr>
          <p:nvPr userDrawn="1">
            <p:ph type="body" sz="quarter" idx="13" hasCustomPrompt="1"/>
          </p:nvPr>
        </p:nvSpPr>
        <p:spPr>
          <a:xfrm>
            <a:off x="6587980" y="2980075"/>
            <a:ext cx="5248419" cy="443198"/>
          </a:xfrm>
        </p:spPr>
        <p:txBody>
          <a:bodyPr lIns="0" tIns="0" rIns="0" bIns="0">
            <a:noAutofit/>
          </a:bodyPr>
          <a:lstStyle>
            <a:lvl1pPr algn="l">
              <a:buNone/>
              <a:defRPr sz="3200">
                <a:ln>
                  <a:noFill/>
                </a:ln>
                <a:solidFill>
                  <a:schemeClr val="tx1">
                    <a:lumMod val="85000"/>
                    <a:lumOff val="15000"/>
                  </a:schemeClr>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buNone/>
              <a:defRPr/>
            </a:lvl2pPr>
            <a:lvl3pPr>
              <a:buNone/>
              <a:defRPr/>
            </a:lvl3pPr>
            <a:lvl4pPr>
              <a:buNone/>
              <a:defRPr/>
            </a:lvl4pPr>
            <a:lvl5pPr>
              <a:buNone/>
              <a:defRPr/>
            </a:lvl5pPr>
          </a:lstStyle>
          <a:p>
            <a:pPr lvl="0"/>
            <a:r>
              <a:rPr lang="en-US"/>
              <a:t>Bagian 1</a:t>
            </a:r>
          </a:p>
        </p:txBody>
      </p:sp>
      <p:sp>
        <p:nvSpPr>
          <p:cNvPr id="8" name="Title 2">
            <a:extLst>
              <a:ext uri="{FF2B5EF4-FFF2-40B4-BE49-F238E27FC236}">
                <a16:creationId xmlns:a16="http://schemas.microsoft.com/office/drawing/2014/main" id="{8147DE05-A1C6-4625-A55A-708214C2A82A}"/>
              </a:ext>
            </a:extLst>
          </p:cNvPr>
          <p:cNvSpPr txBox="1">
            <a:spLocks/>
          </p:cNvSpPr>
          <p:nvPr userDrawn="1"/>
        </p:nvSpPr>
        <p:spPr>
          <a:xfrm>
            <a:off x="3878716" y="5076730"/>
            <a:ext cx="4434568" cy="840230"/>
          </a:xfrm>
          <a:prstGeom prst="rect">
            <a:avLst/>
          </a:prstGeom>
        </p:spPr>
        <p:txBody>
          <a:bodyPr/>
          <a:lstStyle>
            <a:lvl1pPr algn="l" defTabSz="914400" rtl="0" eaLnBrk="1" latinLnBrk="0" hangingPunct="1">
              <a:lnSpc>
                <a:spcPct val="90000"/>
              </a:lnSpc>
              <a:spcBef>
                <a:spcPct val="0"/>
              </a:spcBef>
              <a:buNone/>
              <a:defRPr sz="4400" kern="1200">
                <a:solidFill>
                  <a:srgbClr val="8D1E1D"/>
                </a:solidFill>
                <a:latin typeface="Segoe UI Semibold" panose="020B0702040204020203" pitchFamily="34" charset="0"/>
                <a:ea typeface="+mj-ea"/>
                <a:cs typeface="Segoe UI Semibold" panose="020B0702040204020203" pitchFamily="34" charset="0"/>
              </a:defRPr>
            </a:lvl1pPr>
          </a:lstStyle>
          <a:p>
            <a:pPr algn="ctr"/>
            <a:r>
              <a:rPr lang="en-US" sz="11500">
                <a:ln>
                  <a:solidFill>
                    <a:schemeClr val="bg1"/>
                  </a:solidFill>
                </a:ln>
                <a:noFill/>
                <a:latin typeface="Open Sans Extrabold" panose="020B0906030804020204" pitchFamily="34" charset="0"/>
                <a:ea typeface="Open Sans Extrabold" panose="020B0906030804020204" pitchFamily="34" charset="0"/>
                <a:cs typeface="Open Sans Extrabold" panose="020B0906030804020204" pitchFamily="34" charset="0"/>
              </a:rPr>
              <a:t>01</a:t>
            </a:r>
          </a:p>
        </p:txBody>
      </p:sp>
      <p:sp>
        <p:nvSpPr>
          <p:cNvPr id="12" name="Oval 11">
            <a:extLst>
              <a:ext uri="{FF2B5EF4-FFF2-40B4-BE49-F238E27FC236}">
                <a16:creationId xmlns:a16="http://schemas.microsoft.com/office/drawing/2014/main" id="{B727223B-BCC6-4721-9A81-19E837BB0C9E}"/>
              </a:ext>
            </a:extLst>
          </p:cNvPr>
          <p:cNvSpPr/>
          <p:nvPr userDrawn="1"/>
        </p:nvSpPr>
        <p:spPr>
          <a:xfrm>
            <a:off x="833220" y="1028248"/>
            <a:ext cx="4823006" cy="4823006"/>
          </a:xfrm>
          <a:prstGeom prst="ellipse">
            <a:avLst/>
          </a:pr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52E8B7F-98D0-46D8-A083-5218ADD62DA5}"/>
              </a:ext>
            </a:extLst>
          </p:cNvPr>
          <p:cNvSpPr/>
          <p:nvPr userDrawn="1"/>
        </p:nvSpPr>
        <p:spPr>
          <a:xfrm>
            <a:off x="272876" y="467906"/>
            <a:ext cx="5943695" cy="5943691"/>
          </a:xfrm>
          <a:prstGeom prst="ellipse">
            <a:avLst/>
          </a:prstGeom>
          <a:noFill/>
          <a:ln w="1905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AB671D6E-5E9E-4EF7-AC23-A2C4FD2760AA}"/>
              </a:ext>
            </a:extLst>
          </p:cNvPr>
          <p:cNvGrpSpPr/>
          <p:nvPr userDrawn="1"/>
        </p:nvGrpSpPr>
        <p:grpSpPr>
          <a:xfrm>
            <a:off x="771266" y="1516362"/>
            <a:ext cx="4905971" cy="4615063"/>
            <a:chOff x="771266" y="1516362"/>
            <a:chExt cx="4905971" cy="4615063"/>
          </a:xfrm>
        </p:grpSpPr>
        <p:sp>
          <p:nvSpPr>
            <p:cNvPr id="14" name="Oval 13">
              <a:extLst>
                <a:ext uri="{FF2B5EF4-FFF2-40B4-BE49-F238E27FC236}">
                  <a16:creationId xmlns:a16="http://schemas.microsoft.com/office/drawing/2014/main" id="{37743F12-0954-4EF1-A3F9-90C47808F4B5}"/>
                </a:ext>
              </a:extLst>
            </p:cNvPr>
            <p:cNvSpPr/>
            <p:nvPr userDrawn="1"/>
          </p:nvSpPr>
          <p:spPr>
            <a:xfrm>
              <a:off x="5494042" y="1516362"/>
              <a:ext cx="183195" cy="18319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10759D2-02B4-4119-9F84-CF86CEC05AFE}"/>
                </a:ext>
              </a:extLst>
            </p:cNvPr>
            <p:cNvSpPr/>
            <p:nvPr userDrawn="1"/>
          </p:nvSpPr>
          <p:spPr>
            <a:xfrm>
              <a:off x="1680477" y="5948230"/>
              <a:ext cx="183195" cy="18319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9078DDE-732E-4E33-945C-A821D1CFAE74}"/>
                </a:ext>
              </a:extLst>
            </p:cNvPr>
            <p:cNvSpPr/>
            <p:nvPr userDrawn="1"/>
          </p:nvSpPr>
          <p:spPr>
            <a:xfrm>
              <a:off x="771266" y="1571979"/>
              <a:ext cx="183195" cy="183195"/>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Oval 19">
            <a:extLst>
              <a:ext uri="{FF2B5EF4-FFF2-40B4-BE49-F238E27FC236}">
                <a16:creationId xmlns:a16="http://schemas.microsoft.com/office/drawing/2014/main" id="{495B58AD-3B69-4ABB-92CD-F9261FCA76EA}"/>
              </a:ext>
            </a:extLst>
          </p:cNvPr>
          <p:cNvSpPr/>
          <p:nvPr userDrawn="1"/>
        </p:nvSpPr>
        <p:spPr>
          <a:xfrm>
            <a:off x="-442682" y="-247650"/>
            <a:ext cx="7374812" cy="7374804"/>
          </a:xfrm>
          <a:prstGeom prst="ellipse">
            <a:avLst/>
          </a:prstGeom>
          <a:noFill/>
          <a:ln w="19050">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62D97D4-46E9-44ED-94B2-50E8AF266DB2}"/>
              </a:ext>
            </a:extLst>
          </p:cNvPr>
          <p:cNvSpPr/>
          <p:nvPr userDrawn="1"/>
        </p:nvSpPr>
        <p:spPr>
          <a:xfrm>
            <a:off x="9409063" y="4911385"/>
            <a:ext cx="744094" cy="7440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icture Placeholder 41">
            <a:extLst>
              <a:ext uri="{FF2B5EF4-FFF2-40B4-BE49-F238E27FC236}">
                <a16:creationId xmlns:a16="http://schemas.microsoft.com/office/drawing/2014/main" id="{7673C4D1-9715-4C88-9676-AD36D8B3792E}"/>
              </a:ext>
            </a:extLst>
          </p:cNvPr>
          <p:cNvSpPr>
            <a:spLocks noGrp="1"/>
          </p:cNvSpPr>
          <p:nvPr>
            <p:ph type="pic" sz="quarter" idx="15"/>
          </p:nvPr>
        </p:nvSpPr>
        <p:spPr>
          <a:xfrm>
            <a:off x="1095883" y="1290911"/>
            <a:ext cx="4297680" cy="4297680"/>
          </a:xfrm>
          <a:prstGeom prst="ellipse">
            <a:avLst/>
          </a:prstGeom>
          <a:pattFill prst="pct5">
            <a:fgClr>
              <a:srgbClr val="8D1E1D"/>
            </a:fgClr>
            <a:bgClr>
              <a:schemeClr val="bg1"/>
            </a:bgClr>
          </a:pattFill>
        </p:spPr>
        <p:txBody>
          <a:bodyPr anchor="ctr"/>
          <a:lstStyle>
            <a:lvl1pPr algn="ctr">
              <a:buNone/>
              <a:defRPr>
                <a:solidFill>
                  <a:schemeClr val="bg1"/>
                </a:solidFill>
              </a:defRPr>
            </a:lvl1pPr>
          </a:lstStyle>
          <a:p>
            <a:endParaRPr lang="en-US"/>
          </a:p>
        </p:txBody>
      </p:sp>
      <p:sp>
        <p:nvSpPr>
          <p:cNvPr id="24" name="Freeform: Shape 23">
            <a:extLst>
              <a:ext uri="{FF2B5EF4-FFF2-40B4-BE49-F238E27FC236}">
                <a16:creationId xmlns:a16="http://schemas.microsoft.com/office/drawing/2014/main" id="{161E4A09-6BE9-4E41-BB73-34278F9C69B9}"/>
              </a:ext>
            </a:extLst>
          </p:cNvPr>
          <p:cNvSpPr/>
          <p:nvPr userDrawn="1"/>
        </p:nvSpPr>
        <p:spPr>
          <a:xfrm>
            <a:off x="10124622" y="4825020"/>
            <a:ext cx="2067378" cy="2032980"/>
          </a:xfrm>
          <a:custGeom>
            <a:avLst/>
            <a:gdLst>
              <a:gd name="connsiteX0" fmla="*/ 1559745 w 2067378"/>
              <a:gd name="connsiteY0" fmla="*/ 0 h 2032980"/>
              <a:gd name="connsiteX1" fmla="*/ 2023565 w 2067378"/>
              <a:gd name="connsiteY1" fmla="*/ 70123 h 2032980"/>
              <a:gd name="connsiteX2" fmla="*/ 2067378 w 2067378"/>
              <a:gd name="connsiteY2" fmla="*/ 86159 h 2032980"/>
              <a:gd name="connsiteX3" fmla="*/ 2067378 w 2067378"/>
              <a:gd name="connsiteY3" fmla="*/ 2032980 h 2032980"/>
              <a:gd name="connsiteX4" fmla="*/ 73569 w 2067378"/>
              <a:gd name="connsiteY4" fmla="*/ 2032980 h 2032980"/>
              <a:gd name="connsiteX5" fmla="*/ 70123 w 2067378"/>
              <a:gd name="connsiteY5" fmla="*/ 2023566 h 2032980"/>
              <a:gd name="connsiteX6" fmla="*/ 0 w 2067378"/>
              <a:gd name="connsiteY6" fmla="*/ 1559745 h 2032980"/>
              <a:gd name="connsiteX7" fmla="*/ 1559745 w 2067378"/>
              <a:gd name="connsiteY7" fmla="*/ 0 h 2032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7378" h="2032980">
                <a:moveTo>
                  <a:pt x="1559745" y="0"/>
                </a:moveTo>
                <a:cubicBezTo>
                  <a:pt x="1721262" y="0"/>
                  <a:pt x="1877045" y="24551"/>
                  <a:pt x="2023565" y="70123"/>
                </a:cubicBezTo>
                <a:lnTo>
                  <a:pt x="2067378" y="86159"/>
                </a:lnTo>
                <a:lnTo>
                  <a:pt x="2067378" y="2032980"/>
                </a:lnTo>
                <a:lnTo>
                  <a:pt x="73569" y="2032980"/>
                </a:lnTo>
                <a:lnTo>
                  <a:pt x="70123" y="2023566"/>
                </a:lnTo>
                <a:cubicBezTo>
                  <a:pt x="24550" y="1877045"/>
                  <a:pt x="0" y="1721262"/>
                  <a:pt x="0" y="1559745"/>
                </a:cubicBezTo>
                <a:cubicBezTo>
                  <a:pt x="0" y="698322"/>
                  <a:pt x="698322" y="0"/>
                  <a:pt x="1559745"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 Placeholder 8">
            <a:extLst>
              <a:ext uri="{FF2B5EF4-FFF2-40B4-BE49-F238E27FC236}">
                <a16:creationId xmlns:a16="http://schemas.microsoft.com/office/drawing/2014/main" id="{792A20A9-3650-4982-A825-7E34D1419EE1}"/>
              </a:ext>
            </a:extLst>
          </p:cNvPr>
          <p:cNvSpPr>
            <a:spLocks noGrp="1"/>
          </p:cNvSpPr>
          <p:nvPr userDrawn="1">
            <p:ph type="body" sz="quarter" idx="14" hasCustomPrompt="1"/>
          </p:nvPr>
        </p:nvSpPr>
        <p:spPr>
          <a:xfrm>
            <a:off x="10135790" y="5618737"/>
            <a:ext cx="1750541" cy="997196"/>
          </a:xfrm>
        </p:spPr>
        <p:txBody>
          <a:bodyPr lIns="0" tIns="0" rIns="0" bIns="0">
            <a:noAutofit/>
          </a:bodyPr>
          <a:lstStyle>
            <a:lvl1pPr algn="r">
              <a:buNone/>
              <a:defRPr sz="7200">
                <a:ln>
                  <a:solidFill>
                    <a:schemeClr val="bg1"/>
                  </a:solidFill>
                </a:ln>
                <a:no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buNone/>
              <a:defRPr/>
            </a:lvl2pPr>
            <a:lvl3pPr>
              <a:buNone/>
              <a:defRPr/>
            </a:lvl3pPr>
            <a:lvl4pPr>
              <a:buNone/>
              <a:defRPr/>
            </a:lvl4pPr>
            <a:lvl5pPr>
              <a:buNone/>
              <a:defRPr/>
            </a:lvl5pPr>
          </a:lstStyle>
          <a:p>
            <a:pPr lvl="0"/>
            <a:r>
              <a:rPr lang="en-US"/>
              <a:t>01</a:t>
            </a:r>
          </a:p>
        </p:txBody>
      </p:sp>
    </p:spTree>
    <p:extLst>
      <p:ext uri="{BB962C8B-B14F-4D97-AF65-F5344CB8AC3E}">
        <p14:creationId xmlns:p14="http://schemas.microsoft.com/office/powerpoint/2010/main" val="377465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childTnLst>
                          </p:cTn>
                        </p:par>
                        <p:par>
                          <p:cTn id="25" fill="hold">
                            <p:stCondLst>
                              <p:cond delay="1250"/>
                            </p:stCondLst>
                            <p:childTnLst>
                              <p:par>
                                <p:cTn id="26" presetID="49" presetClass="entr" presetSubtype="0" decel="10000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 calcmode="lin" valueType="num">
                                      <p:cBhvr>
                                        <p:cTn id="30" dur="500" fill="hold"/>
                                        <p:tgtEl>
                                          <p:spTgt spid="6"/>
                                        </p:tgtEl>
                                        <p:attrNameLst>
                                          <p:attrName>style.rotation</p:attrName>
                                        </p:attrNameLst>
                                      </p:cBhvr>
                                      <p:tavLst>
                                        <p:tav tm="0">
                                          <p:val>
                                            <p:fltVal val="360"/>
                                          </p:val>
                                        </p:tav>
                                        <p:tav tm="100000">
                                          <p:val>
                                            <p:fltVal val="0"/>
                                          </p:val>
                                        </p:tav>
                                      </p:tavLst>
                                    </p:anim>
                                    <p:animEffect transition="in" filter="fade">
                                      <p:cBhvr>
                                        <p:cTn id="31" dur="500"/>
                                        <p:tgtEl>
                                          <p:spTgt spid="6"/>
                                        </p:tgtEl>
                                      </p:cBhvr>
                                    </p:animEffect>
                                  </p:childTnLst>
                                </p:cTn>
                              </p:par>
                            </p:childTnLst>
                          </p:cTn>
                        </p:par>
                        <p:par>
                          <p:cTn id="32" fill="hold">
                            <p:stCondLst>
                              <p:cond delay="1750"/>
                            </p:stCondLst>
                            <p:childTnLst>
                              <p:par>
                                <p:cTn id="33" presetID="2" presetClass="entr" presetSubtype="6" decel="10000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1+#ppt_w/2"/>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2" decel="100000" fill="hold" grpId="0" nodeType="with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 calcmode="lin" valueType="num">
                                      <p:cBhvr additive="base">
                                        <p:cTn id="39"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9">
                                            <p:txEl>
                                              <p:pRg st="0" end="0"/>
                                            </p:txEl>
                                          </p:spTgt>
                                        </p:tgtEl>
                                        <p:attrNameLst>
                                          <p:attrName>ppt_y</p:attrName>
                                        </p:attrNameLst>
                                      </p:cBhvr>
                                      <p:tavLst>
                                        <p:tav tm="0">
                                          <p:val>
                                            <p:strVal val="#ppt_y"/>
                                          </p:val>
                                        </p:tav>
                                        <p:tav tm="100000">
                                          <p:val>
                                            <p:strVal val="#ppt_y"/>
                                          </p:val>
                                        </p:tav>
                                      </p:tavLst>
                                    </p:anim>
                                  </p:childTnLst>
                                </p:cTn>
                              </p:par>
                              <p:par>
                                <p:cTn id="41" presetID="2" presetClass="entr" presetSubtype="6" decel="100000" fill="hold" grpId="0" nodeType="withEffect">
                                  <p:stCondLst>
                                    <p:cond delay="25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500" fill="hold"/>
                                        <p:tgtEl>
                                          <p:spTgt spid="40"/>
                                        </p:tgtEl>
                                        <p:attrNameLst>
                                          <p:attrName>ppt_x</p:attrName>
                                        </p:attrNameLst>
                                      </p:cBhvr>
                                      <p:tavLst>
                                        <p:tav tm="0">
                                          <p:val>
                                            <p:strVal val="1+#ppt_w/2"/>
                                          </p:val>
                                        </p:tav>
                                        <p:tav tm="100000">
                                          <p:val>
                                            <p:strVal val="#ppt_x"/>
                                          </p:val>
                                        </p:tav>
                                      </p:tavLst>
                                    </p:anim>
                                    <p:anim calcmode="lin" valueType="num">
                                      <p:cBhvr additive="base">
                                        <p:cTn id="44" dur="500" fill="hold"/>
                                        <p:tgtEl>
                                          <p:spTgt spid="40"/>
                                        </p:tgtEl>
                                        <p:attrNameLst>
                                          <p:attrName>ppt_y</p:attrName>
                                        </p:attrNameLst>
                                      </p:cBhvr>
                                      <p:tavLst>
                                        <p:tav tm="0">
                                          <p:val>
                                            <p:strVal val="1+#ppt_h/2"/>
                                          </p:val>
                                        </p:tav>
                                        <p:tav tm="100000">
                                          <p:val>
                                            <p:strVal val="#ppt_y"/>
                                          </p:val>
                                        </p:tav>
                                      </p:tavLst>
                                    </p:anim>
                                  </p:childTnLst>
                                </p:cTn>
                              </p:par>
                              <p:par>
                                <p:cTn id="45" presetID="2" presetClass="entr" presetSubtype="2" decel="100000" fill="hold" grpId="0" nodeType="withEffect">
                                  <p:stCondLst>
                                    <p:cond delay="25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1+#ppt_w/2"/>
                                          </p:val>
                                        </p:tav>
                                        <p:tav tm="100000">
                                          <p:val>
                                            <p:strVal val="#ppt_x"/>
                                          </p:val>
                                        </p:tav>
                                      </p:tavLst>
                                    </p:anim>
                                    <p:anim calcmode="lin" valueType="num">
                                      <p:cBhvr additive="base">
                                        <p:cTn id="4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p:tmplLst>
          <p:tmpl lvl="1">
            <p:tnLst>
              <p:par>
                <p:cTn presetID="2" presetClass="entr" presetSubtype="2"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2" grpId="0" animBg="1"/>
      <p:bldP spid="13" grpId="0" animBg="1"/>
      <p:bldP spid="20" grpId="0" animBg="1"/>
      <p:bldP spid="40" grpId="0" animBg="1"/>
      <p:bldP spid="42" grpId="0" animBg="1"/>
      <p:bldP spid="24" grpId="0"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Pemabatas 2">
    <p:spTree>
      <p:nvGrpSpPr>
        <p:cNvPr id="1" name=""/>
        <p:cNvGrpSpPr/>
        <p:nvPr/>
      </p:nvGrpSpPr>
      <p:grpSpPr>
        <a:xfrm>
          <a:off x="0" y="0"/>
          <a:ext cx="0" cy="0"/>
          <a:chOff x="0" y="0"/>
          <a:chExt cx="0" cy="0"/>
        </a:xfrm>
      </p:grpSpPr>
      <p:pic>
        <p:nvPicPr>
          <p:cNvPr id="21" name="Picture 4" descr="white roof tiles">
            <a:extLst>
              <a:ext uri="{FF2B5EF4-FFF2-40B4-BE49-F238E27FC236}">
                <a16:creationId xmlns:a16="http://schemas.microsoft.com/office/drawing/2014/main" id="{B529A783-2CB9-4123-8471-0BE783CD9862}"/>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1AF3288C-3282-48D5-A16F-B923C24344A2}"/>
              </a:ext>
            </a:extLst>
          </p:cNvPr>
          <p:cNvSpPr/>
          <p:nvPr userDrawn="1"/>
        </p:nvSpPr>
        <p:spPr>
          <a:xfrm>
            <a:off x="0" y="1"/>
            <a:ext cx="12192000" cy="6857999"/>
          </a:xfrm>
          <a:prstGeom prst="rect">
            <a:avLst/>
          </a:prstGeom>
          <a:gradFill flip="none" rotWithShape="1">
            <a:gsLst>
              <a:gs pos="0">
                <a:schemeClr val="bg1"/>
              </a:gs>
              <a:gs pos="41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CE8D5EE-453D-45AE-8825-AC1EB84BFB15}"/>
              </a:ext>
            </a:extLst>
          </p:cNvPr>
          <p:cNvSpPr/>
          <p:nvPr userDrawn="1"/>
        </p:nvSpPr>
        <p:spPr>
          <a:xfrm>
            <a:off x="0" y="1"/>
            <a:ext cx="12192000" cy="6857999"/>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C2C95F95-E6C6-454D-B70C-CE9F4DF1195D}"/>
              </a:ext>
            </a:extLst>
          </p:cNvPr>
          <p:cNvSpPr/>
          <p:nvPr userDrawn="1"/>
        </p:nvSpPr>
        <p:spPr>
          <a:xfrm>
            <a:off x="910581" y="4133850"/>
            <a:ext cx="10370838" cy="3769309"/>
          </a:xfrm>
          <a:custGeom>
            <a:avLst/>
            <a:gdLst>
              <a:gd name="connsiteX0" fmla="*/ 5185419 w 10370838"/>
              <a:gd name="connsiteY0" fmla="*/ 0 h 3769309"/>
              <a:gd name="connsiteX1" fmla="*/ 10305697 w 10370838"/>
              <a:gd name="connsiteY1" fmla="*/ 3576792 h 3769309"/>
              <a:gd name="connsiteX2" fmla="*/ 10370838 w 10370838"/>
              <a:gd name="connsiteY2" fmla="*/ 3769309 h 3769309"/>
              <a:gd name="connsiteX3" fmla="*/ 0 w 10370838"/>
              <a:gd name="connsiteY3" fmla="*/ 3769309 h 3769309"/>
              <a:gd name="connsiteX4" fmla="*/ 65141 w 10370838"/>
              <a:gd name="connsiteY4" fmla="*/ 3576792 h 3769309"/>
              <a:gd name="connsiteX5" fmla="*/ 5185419 w 10370838"/>
              <a:gd name="connsiteY5" fmla="*/ 0 h 3769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0838" h="3769309">
                <a:moveTo>
                  <a:pt x="5185419" y="0"/>
                </a:moveTo>
                <a:cubicBezTo>
                  <a:pt x="7537396" y="0"/>
                  <a:pt x="9541463" y="1489573"/>
                  <a:pt x="10305697" y="3576792"/>
                </a:cubicBezTo>
                <a:lnTo>
                  <a:pt x="10370838" y="3769309"/>
                </a:lnTo>
                <a:lnTo>
                  <a:pt x="0" y="3769309"/>
                </a:lnTo>
                <a:lnTo>
                  <a:pt x="65141" y="3576792"/>
                </a:lnTo>
                <a:cubicBezTo>
                  <a:pt x="829375" y="1489573"/>
                  <a:pt x="2833443" y="0"/>
                  <a:pt x="5185419" y="0"/>
                </a:cubicBezTo>
                <a:close/>
              </a:path>
            </a:pathLst>
          </a:custGeom>
          <a:noFill/>
          <a:ln w="190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5">
            <a:extLst>
              <a:ext uri="{FF2B5EF4-FFF2-40B4-BE49-F238E27FC236}">
                <a16:creationId xmlns:a16="http://schemas.microsoft.com/office/drawing/2014/main" id="{7BAC7F79-E093-4E8E-BEB8-507DAAEEE10F}"/>
              </a:ext>
            </a:extLst>
          </p:cNvPr>
          <p:cNvGrpSpPr/>
          <p:nvPr userDrawn="1"/>
        </p:nvGrpSpPr>
        <p:grpSpPr>
          <a:xfrm>
            <a:off x="1649192" y="6211302"/>
            <a:ext cx="8886145" cy="189820"/>
            <a:chOff x="1649192" y="6211302"/>
            <a:chExt cx="8886145" cy="189820"/>
          </a:xfrm>
        </p:grpSpPr>
        <p:sp>
          <p:nvSpPr>
            <p:cNvPr id="16" name="Oval 15">
              <a:extLst>
                <a:ext uri="{FF2B5EF4-FFF2-40B4-BE49-F238E27FC236}">
                  <a16:creationId xmlns:a16="http://schemas.microsoft.com/office/drawing/2014/main" id="{D28A240D-95CE-4ED3-AFE7-F2DCB2825FC0}"/>
                </a:ext>
              </a:extLst>
            </p:cNvPr>
            <p:cNvSpPr/>
            <p:nvPr userDrawn="1"/>
          </p:nvSpPr>
          <p:spPr>
            <a:xfrm>
              <a:off x="10345517" y="6211302"/>
              <a:ext cx="189820" cy="189820"/>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F2DF2E9-65D9-4088-8589-DAA81757EF02}"/>
                </a:ext>
              </a:extLst>
            </p:cNvPr>
            <p:cNvSpPr/>
            <p:nvPr userDrawn="1"/>
          </p:nvSpPr>
          <p:spPr>
            <a:xfrm>
              <a:off x="1649192" y="6211302"/>
              <a:ext cx="189820" cy="189820"/>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Freeform: Shape 28">
            <a:extLst>
              <a:ext uri="{FF2B5EF4-FFF2-40B4-BE49-F238E27FC236}">
                <a16:creationId xmlns:a16="http://schemas.microsoft.com/office/drawing/2014/main" id="{A22FEE82-CCC4-4A6D-92B8-42739FC1B887}"/>
              </a:ext>
            </a:extLst>
          </p:cNvPr>
          <p:cNvSpPr/>
          <p:nvPr userDrawn="1"/>
        </p:nvSpPr>
        <p:spPr>
          <a:xfrm>
            <a:off x="1903835" y="4583148"/>
            <a:ext cx="8384330" cy="2274853"/>
          </a:xfrm>
          <a:custGeom>
            <a:avLst/>
            <a:gdLst>
              <a:gd name="connsiteX0" fmla="*/ 4192165 w 8384330"/>
              <a:gd name="connsiteY0" fmla="*/ 0 h 2274853"/>
              <a:gd name="connsiteX1" fmla="*/ 8339690 w 8384330"/>
              <a:gd name="connsiteY1" fmla="*/ 2205222 h 2274853"/>
              <a:gd name="connsiteX2" fmla="*/ 8384330 w 8384330"/>
              <a:gd name="connsiteY2" fmla="*/ 2274853 h 2274853"/>
              <a:gd name="connsiteX3" fmla="*/ 0 w 8384330"/>
              <a:gd name="connsiteY3" fmla="*/ 2274853 h 2274853"/>
              <a:gd name="connsiteX4" fmla="*/ 44640 w 8384330"/>
              <a:gd name="connsiteY4" fmla="*/ 2205222 h 2274853"/>
              <a:gd name="connsiteX5" fmla="*/ 4192165 w 8384330"/>
              <a:gd name="connsiteY5" fmla="*/ 0 h 227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4330" h="2274853">
                <a:moveTo>
                  <a:pt x="4192165" y="0"/>
                </a:moveTo>
                <a:cubicBezTo>
                  <a:pt x="5918657" y="0"/>
                  <a:pt x="7440841" y="874750"/>
                  <a:pt x="8339690" y="2205222"/>
                </a:cubicBezTo>
                <a:lnTo>
                  <a:pt x="8384330" y="2274853"/>
                </a:lnTo>
                <a:lnTo>
                  <a:pt x="0" y="2274853"/>
                </a:lnTo>
                <a:lnTo>
                  <a:pt x="44640" y="2205222"/>
                </a:lnTo>
                <a:cubicBezTo>
                  <a:pt x="943490" y="874750"/>
                  <a:pt x="2465673" y="0"/>
                  <a:pt x="4192165" y="0"/>
                </a:cubicBez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FF5AB6-D678-4066-B751-311D206DA0D5}"/>
              </a:ext>
            </a:extLst>
          </p:cNvPr>
          <p:cNvSpPr>
            <a:spLocks noGrp="1"/>
          </p:cNvSpPr>
          <p:nvPr userDrawn="1">
            <p:ph type="title" hasCustomPrompt="1"/>
          </p:nvPr>
        </p:nvSpPr>
        <p:spPr>
          <a:xfrm>
            <a:off x="838200" y="2476444"/>
            <a:ext cx="10515600" cy="701731"/>
          </a:xfrm>
        </p:spPr>
        <p:txBody>
          <a:bodyPr lIns="0" tIns="0" rIns="0" bIns="0">
            <a:noAutofit/>
          </a:bodyPr>
          <a:lstStyle>
            <a:lvl1pPr algn="ctr">
              <a:defRPr sz="600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Judul Session</a:t>
            </a:r>
          </a:p>
        </p:txBody>
      </p:sp>
      <p:sp>
        <p:nvSpPr>
          <p:cNvPr id="3" name="Date Placeholder 2">
            <a:extLst>
              <a:ext uri="{FF2B5EF4-FFF2-40B4-BE49-F238E27FC236}">
                <a16:creationId xmlns:a16="http://schemas.microsoft.com/office/drawing/2014/main" id="{31FCBDC3-CDF9-439E-AFDB-9AD1F174170C}"/>
              </a:ext>
            </a:extLst>
          </p:cNvPr>
          <p:cNvSpPr>
            <a:spLocks noGrp="1"/>
          </p:cNvSpPr>
          <p:nvPr userDrawn="1">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B85A701E-3556-48F0-8A4D-3134B6D360E7}"/>
              </a:ext>
            </a:extLst>
          </p:cNvPr>
          <p:cNvSpPr>
            <a:spLocks noGrp="1"/>
          </p:cNvSpPr>
          <p:nvPr userDrawn="1">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D8023-A731-4B93-933B-39DA3143EFBD}"/>
              </a:ext>
            </a:extLst>
          </p:cNvPr>
          <p:cNvSpPr>
            <a:spLocks noGrp="1"/>
          </p:cNvSpPr>
          <p:nvPr userDrawn="1">
            <p:ph type="sldNum" sz="quarter" idx="12"/>
          </p:nvPr>
        </p:nvSpPr>
        <p:spPr/>
        <p:txBody>
          <a:bodyPr/>
          <a:lstStyle/>
          <a:p>
            <a:fld id="{4839939F-AE78-4021-9750-CF0C87105817}" type="slidenum">
              <a:rPr lang="en-US" smtClean="0"/>
              <a:t>‹#›</a:t>
            </a:fld>
            <a:endParaRPr lang="en-US"/>
          </a:p>
        </p:txBody>
      </p:sp>
      <p:sp>
        <p:nvSpPr>
          <p:cNvPr id="9" name="Text Placeholder 8">
            <a:extLst>
              <a:ext uri="{FF2B5EF4-FFF2-40B4-BE49-F238E27FC236}">
                <a16:creationId xmlns:a16="http://schemas.microsoft.com/office/drawing/2014/main" id="{56153E85-4AA7-4782-A6DE-85323590454D}"/>
              </a:ext>
            </a:extLst>
          </p:cNvPr>
          <p:cNvSpPr>
            <a:spLocks noGrp="1"/>
          </p:cNvSpPr>
          <p:nvPr userDrawn="1">
            <p:ph type="body" sz="quarter" idx="13" hasCustomPrompt="1"/>
          </p:nvPr>
        </p:nvSpPr>
        <p:spPr>
          <a:xfrm>
            <a:off x="838200" y="1696118"/>
            <a:ext cx="10515600" cy="574675"/>
          </a:xfrm>
        </p:spPr>
        <p:txBody>
          <a:bodyPr lIns="0" tIns="0" rIns="0" bIns="0">
            <a:noAutofit/>
          </a:bodyPr>
          <a:lstStyle>
            <a:lvl1pPr algn="ctr">
              <a:buNone/>
              <a:defRPr sz="4800">
                <a:ln>
                  <a:solidFill>
                    <a:schemeClr val="tx1">
                      <a:lumMod val="85000"/>
                      <a:lumOff val="15000"/>
                    </a:schemeClr>
                  </a:solidFill>
                </a:ln>
                <a:no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buNone/>
              <a:defRPr/>
            </a:lvl2pPr>
            <a:lvl3pPr>
              <a:buNone/>
              <a:defRPr/>
            </a:lvl3pPr>
            <a:lvl4pPr>
              <a:buNone/>
              <a:defRPr/>
            </a:lvl4pPr>
            <a:lvl5pPr>
              <a:buNone/>
              <a:defRPr/>
            </a:lvl5pPr>
          </a:lstStyle>
          <a:p>
            <a:pPr lvl="0"/>
            <a:r>
              <a:rPr lang="en-US"/>
              <a:t>BAGIAN 1</a:t>
            </a:r>
          </a:p>
        </p:txBody>
      </p:sp>
      <p:sp>
        <p:nvSpPr>
          <p:cNvPr id="10" name="Text Placeholder 8">
            <a:extLst>
              <a:ext uri="{FF2B5EF4-FFF2-40B4-BE49-F238E27FC236}">
                <a16:creationId xmlns:a16="http://schemas.microsoft.com/office/drawing/2014/main" id="{792A20A9-3650-4982-A825-7E34D1419EE1}"/>
              </a:ext>
            </a:extLst>
          </p:cNvPr>
          <p:cNvSpPr>
            <a:spLocks noGrp="1"/>
          </p:cNvSpPr>
          <p:nvPr userDrawn="1">
            <p:ph type="body" sz="quarter" idx="14" hasCustomPrompt="1"/>
          </p:nvPr>
        </p:nvSpPr>
        <p:spPr>
          <a:xfrm>
            <a:off x="3581400" y="5121519"/>
            <a:ext cx="5029200" cy="1592744"/>
          </a:xfrm>
        </p:spPr>
        <p:txBody>
          <a:bodyPr lIns="0" tIns="0" rIns="0" bIns="0">
            <a:noAutofit/>
          </a:bodyPr>
          <a:lstStyle>
            <a:lvl1pPr algn="ctr">
              <a:buNone/>
              <a:defRPr sz="11500">
                <a:ln>
                  <a:solidFill>
                    <a:schemeClr val="bg1"/>
                  </a:solidFill>
                </a:ln>
                <a:noFill/>
                <a:latin typeface="Open Sans Extrabold" panose="020B0906030804020204" pitchFamily="34" charset="0"/>
                <a:ea typeface="Open Sans Extrabold" panose="020B0906030804020204" pitchFamily="34" charset="0"/>
                <a:cs typeface="Open Sans Extrabold" panose="020B0906030804020204" pitchFamily="34" charset="0"/>
              </a:defRPr>
            </a:lvl1pPr>
            <a:lvl2pPr>
              <a:buNone/>
              <a:defRPr/>
            </a:lvl2pPr>
            <a:lvl3pPr>
              <a:buNone/>
              <a:defRPr/>
            </a:lvl3pPr>
            <a:lvl4pPr>
              <a:buNone/>
              <a:defRPr/>
            </a:lvl4pPr>
            <a:lvl5pPr>
              <a:buNone/>
              <a:defRPr/>
            </a:lvl5pPr>
          </a:lstStyle>
          <a:p>
            <a:pPr lvl="0"/>
            <a:r>
              <a:rPr lang="en-US"/>
              <a:t>01</a:t>
            </a:r>
          </a:p>
        </p:txBody>
      </p:sp>
      <p:sp>
        <p:nvSpPr>
          <p:cNvPr id="34" name="Freeform: Shape 33">
            <a:extLst>
              <a:ext uri="{FF2B5EF4-FFF2-40B4-BE49-F238E27FC236}">
                <a16:creationId xmlns:a16="http://schemas.microsoft.com/office/drawing/2014/main" id="{2DAC1D09-5187-48A1-9B99-FC90A6FF3759}"/>
              </a:ext>
            </a:extLst>
          </p:cNvPr>
          <p:cNvSpPr/>
          <p:nvPr userDrawn="1"/>
        </p:nvSpPr>
        <p:spPr>
          <a:xfrm rot="5400000">
            <a:off x="5835537" y="-231517"/>
            <a:ext cx="520926" cy="98396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1"/>
          </a:solidFill>
          <a:ln w="261" cap="flat">
            <a:noFill/>
            <a:prstDash val="solid"/>
            <a:round/>
          </a:ln>
        </p:spPr>
        <p:txBody>
          <a:bodyPr rtlCol="0" anchor="ctr"/>
          <a:lstStyle/>
          <a:p>
            <a:endParaRPr lang="en-US"/>
          </a:p>
        </p:txBody>
      </p:sp>
    </p:spTree>
    <p:extLst>
      <p:ext uri="{BB962C8B-B14F-4D97-AF65-F5344CB8AC3E}">
        <p14:creationId xmlns:p14="http://schemas.microsoft.com/office/powerpoint/2010/main" val="2685484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0-#ppt_h/2"/>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9">
                                            <p:txEl>
                                              <p:pRg st="0" end="0"/>
                                            </p:txEl>
                                          </p:spTgt>
                                        </p:tgtEl>
                                        <p:attrNameLst>
                                          <p:attrName>style.visibility</p:attrName>
                                        </p:attrNameLst>
                                      </p:cBhvr>
                                      <p:to>
                                        <p:strVal val="visible"/>
                                      </p:to>
                                    </p:set>
                                    <p:anim calcmode="lin" valueType="num">
                                      <p:cBhvr additive="base">
                                        <p:cTn id="11"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par>
                                <p:cTn id="17" presetID="2" presetClass="entr" presetSubtype="4" decel="100000" fill="hold" grpId="0" nodeType="withEffect">
                                  <p:stCondLst>
                                    <p:cond delay="60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80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par>
                                <p:cTn id="25" presetID="2" presetClass="entr" presetSubtype="4" decel="100000" fill="hold" nodeType="withEffect">
                                  <p:stCondLst>
                                    <p:cond delay="10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1200"/>
                                  </p:stCondLst>
                                  <p:childTnLst>
                                    <p:set>
                                      <p:cBhvr>
                                        <p:cTn id="30" dur="1" fill="hold">
                                          <p:stCondLst>
                                            <p:cond delay="0"/>
                                          </p:stCondLst>
                                        </p:cTn>
                                        <p:tgtEl>
                                          <p:spTgt spid="10">
                                            <p:txEl>
                                              <p:pRg st="0" end="0"/>
                                            </p:txEl>
                                          </p:spTgt>
                                        </p:tgtEl>
                                        <p:attrNameLst>
                                          <p:attrName>style.visibility</p:attrName>
                                        </p:attrNameLst>
                                      </p:cBhvr>
                                      <p:to>
                                        <p:strVal val="visible"/>
                                      </p:to>
                                    </p:set>
                                    <p:anim calcmode="lin" valueType="num">
                                      <p:cBhvr additive="base">
                                        <p:cTn id="3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9" grpId="0" animBg="1"/>
      <p:bldP spid="2" grpId="0"/>
      <p:bldP spid="9" grpId="0" build="p">
        <p:tmplLst>
          <p:tmpl lvl="1">
            <p:tnLst>
              <p:par>
                <p:cTn presetID="2" presetClass="entr" presetSubtype="8" decel="10000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4" decel="100000" fill="hold" nodeType="withEffect">
                  <p:stCondLst>
                    <p:cond delay="12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34"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enelitian">
    <p:spTree>
      <p:nvGrpSpPr>
        <p:cNvPr id="1" name=""/>
        <p:cNvGrpSpPr/>
        <p:nvPr/>
      </p:nvGrpSpPr>
      <p:grpSpPr>
        <a:xfrm>
          <a:off x="0" y="0"/>
          <a:ext cx="0" cy="0"/>
          <a:chOff x="0" y="0"/>
          <a:chExt cx="0" cy="0"/>
        </a:xfrm>
      </p:grpSpPr>
      <p:pic>
        <p:nvPicPr>
          <p:cNvPr id="42" name="Picture 6" descr="Geometrical Illustration">
            <a:extLst>
              <a:ext uri="{FF2B5EF4-FFF2-40B4-BE49-F238E27FC236}">
                <a16:creationId xmlns:a16="http://schemas.microsoft.com/office/drawing/2014/main" id="{C89AFEBF-47B0-4D3C-86AD-B257AC4FC330}"/>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3">
            <a:extLst>
              <a:ext uri="{FF2B5EF4-FFF2-40B4-BE49-F238E27FC236}">
                <a16:creationId xmlns:a16="http://schemas.microsoft.com/office/drawing/2014/main" id="{7F8C9A9F-00DB-438D-8192-031E346CFF06}"/>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CA071D37-4B33-4135-93EA-4984307C43AC}"/>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09E0746D-FC59-4915-8F12-EC5F0DBC40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BD444A-14CC-47BE-83C5-8147358BDC58}"/>
              </a:ext>
            </a:extLst>
          </p:cNvPr>
          <p:cNvSpPr>
            <a:spLocks noGrp="1"/>
          </p:cNvSpPr>
          <p:nvPr>
            <p:ph type="sldNum" sz="quarter" idx="12"/>
          </p:nvPr>
        </p:nvSpPr>
        <p:spPr/>
        <p:txBody>
          <a:bodyPr/>
          <a:lstStyle/>
          <a:p>
            <a:fld id="{4839939F-AE78-4021-9750-CF0C87105817}" type="slidenum">
              <a:rPr lang="en-US" smtClean="0"/>
              <a:t>‹#›</a:t>
            </a:fld>
            <a:endParaRPr lang="en-US"/>
          </a:p>
        </p:txBody>
      </p:sp>
      <p:cxnSp>
        <p:nvCxnSpPr>
          <p:cNvPr id="6" name="Straight Connector 5">
            <a:extLst>
              <a:ext uri="{FF2B5EF4-FFF2-40B4-BE49-F238E27FC236}">
                <a16:creationId xmlns:a16="http://schemas.microsoft.com/office/drawing/2014/main" id="{7C0F8709-DBE2-4420-8126-8B177897A8AD}"/>
              </a:ext>
            </a:extLst>
          </p:cNvPr>
          <p:cNvCxnSpPr>
            <a:cxnSpLocks/>
          </p:cNvCxnSpPr>
          <p:nvPr userDrawn="1"/>
        </p:nvCxnSpPr>
        <p:spPr>
          <a:xfrm flipV="1">
            <a:off x="5683250" y="3356480"/>
            <a:ext cx="781050" cy="56647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74BBEF-10A8-4225-999F-04CB581491EA}"/>
              </a:ext>
            </a:extLst>
          </p:cNvPr>
          <p:cNvCxnSpPr>
            <a:cxnSpLocks/>
            <a:stCxn id="12" idx="6"/>
            <a:endCxn id="11" idx="2"/>
          </p:cNvCxnSpPr>
          <p:nvPr userDrawn="1"/>
        </p:nvCxnSpPr>
        <p:spPr>
          <a:xfrm>
            <a:off x="7536654" y="3076905"/>
            <a:ext cx="60086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527C998-D720-411A-886A-2CC1C49FAC4C}"/>
              </a:ext>
            </a:extLst>
          </p:cNvPr>
          <p:cNvCxnSpPr>
            <a:cxnSpLocks/>
            <a:stCxn id="9" idx="6"/>
            <a:endCxn id="13" idx="2"/>
          </p:cNvCxnSpPr>
          <p:nvPr userDrawn="1"/>
        </p:nvCxnSpPr>
        <p:spPr>
          <a:xfrm>
            <a:off x="2247900" y="4229844"/>
            <a:ext cx="60086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8D7E3EB5-2748-4FF6-BC28-30913F6C8A04}"/>
              </a:ext>
            </a:extLst>
          </p:cNvPr>
          <p:cNvSpPr/>
          <p:nvPr userDrawn="1"/>
        </p:nvSpPr>
        <p:spPr>
          <a:xfrm>
            <a:off x="1085850" y="3648819"/>
            <a:ext cx="1162050" cy="116205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DF492DD-44F6-45B9-9E0F-A1017E9D1D0A}"/>
              </a:ext>
            </a:extLst>
          </p:cNvPr>
          <p:cNvSpPr/>
          <p:nvPr userDrawn="1"/>
        </p:nvSpPr>
        <p:spPr>
          <a:xfrm>
            <a:off x="9900440" y="2495880"/>
            <a:ext cx="1162050" cy="116205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04CB97A-E7B9-4A73-A978-CE5F028C0F78}"/>
              </a:ext>
            </a:extLst>
          </p:cNvPr>
          <p:cNvSpPr/>
          <p:nvPr userDrawn="1"/>
        </p:nvSpPr>
        <p:spPr>
          <a:xfrm>
            <a:off x="8137522" y="2495880"/>
            <a:ext cx="1162050" cy="116205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D9A4FAB-7F55-493F-8457-ED8587EBA33C}"/>
              </a:ext>
            </a:extLst>
          </p:cNvPr>
          <p:cNvSpPr/>
          <p:nvPr userDrawn="1"/>
        </p:nvSpPr>
        <p:spPr>
          <a:xfrm>
            <a:off x="6374604" y="2495880"/>
            <a:ext cx="1162050" cy="116205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AC20011-F829-4635-AF70-49EA82A5D072}"/>
              </a:ext>
            </a:extLst>
          </p:cNvPr>
          <p:cNvSpPr/>
          <p:nvPr userDrawn="1"/>
        </p:nvSpPr>
        <p:spPr>
          <a:xfrm>
            <a:off x="2848768" y="3648819"/>
            <a:ext cx="1162050" cy="116205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AC53B1C-DEA8-45C9-AD5B-299F60EE5852}"/>
              </a:ext>
            </a:extLst>
          </p:cNvPr>
          <p:cNvSpPr/>
          <p:nvPr userDrawn="1"/>
        </p:nvSpPr>
        <p:spPr>
          <a:xfrm>
            <a:off x="4611686" y="3648819"/>
            <a:ext cx="1162050" cy="116205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7BF278A8-8A2B-4C2D-904B-038C69600175}"/>
              </a:ext>
            </a:extLst>
          </p:cNvPr>
          <p:cNvSpPr/>
          <p:nvPr userDrawn="1"/>
        </p:nvSpPr>
        <p:spPr>
          <a:xfrm>
            <a:off x="8711378" y="5546268"/>
            <a:ext cx="3842573" cy="1748216"/>
          </a:xfrm>
          <a:custGeom>
            <a:avLst/>
            <a:gdLst>
              <a:gd name="connsiteX0" fmla="*/ 2316925 w 3842573"/>
              <a:gd name="connsiteY0" fmla="*/ 0 h 1748216"/>
              <a:gd name="connsiteX1" fmla="*/ 3665219 w 3842573"/>
              <a:gd name="connsiteY1" fmla="*/ 411847 h 1748216"/>
              <a:gd name="connsiteX2" fmla="*/ 3842573 w 3842573"/>
              <a:gd name="connsiteY2" fmla="*/ 544470 h 1748216"/>
              <a:gd name="connsiteX3" fmla="*/ 3842573 w 3842573"/>
              <a:gd name="connsiteY3" fmla="*/ 1748216 h 1748216"/>
              <a:gd name="connsiteX4" fmla="*/ 0 w 3842573"/>
              <a:gd name="connsiteY4" fmla="*/ 1748216 h 1748216"/>
              <a:gd name="connsiteX5" fmla="*/ 13839 w 3842573"/>
              <a:gd name="connsiteY5" fmla="*/ 1694396 h 1748216"/>
              <a:gd name="connsiteX6" fmla="*/ 2316925 w 3842573"/>
              <a:gd name="connsiteY6" fmla="*/ 0 h 17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2573" h="1748216">
                <a:moveTo>
                  <a:pt x="2316925" y="0"/>
                </a:moveTo>
                <a:cubicBezTo>
                  <a:pt x="2816363" y="0"/>
                  <a:pt x="3280341" y="151829"/>
                  <a:pt x="3665219" y="411847"/>
                </a:cubicBezTo>
                <a:lnTo>
                  <a:pt x="3842573" y="544470"/>
                </a:lnTo>
                <a:lnTo>
                  <a:pt x="3842573" y="1748216"/>
                </a:lnTo>
                <a:lnTo>
                  <a:pt x="0" y="1748216"/>
                </a:lnTo>
                <a:lnTo>
                  <a:pt x="13839" y="1694396"/>
                </a:lnTo>
                <a:cubicBezTo>
                  <a:pt x="319163" y="712749"/>
                  <a:pt x="1234808" y="0"/>
                  <a:pt x="2316925"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90AD669C-691F-4493-916C-0F19FAE180C7}"/>
              </a:ext>
            </a:extLst>
          </p:cNvPr>
          <p:cNvSpPr/>
          <p:nvPr userDrawn="1"/>
        </p:nvSpPr>
        <p:spPr>
          <a:xfrm>
            <a:off x="8133381" y="4985926"/>
            <a:ext cx="4420569" cy="2308558"/>
          </a:xfrm>
          <a:custGeom>
            <a:avLst/>
            <a:gdLst>
              <a:gd name="connsiteX0" fmla="*/ 2894922 w 4420569"/>
              <a:gd name="connsiteY0" fmla="*/ 0 h 2308558"/>
              <a:gd name="connsiteX1" fmla="*/ 4311481 w 4420569"/>
              <a:gd name="connsiteY1" fmla="*/ 358686 h 2308558"/>
              <a:gd name="connsiteX2" fmla="*/ 4420569 w 4420569"/>
              <a:gd name="connsiteY2" fmla="*/ 424959 h 2308558"/>
              <a:gd name="connsiteX3" fmla="*/ 4420569 w 4420569"/>
              <a:gd name="connsiteY3" fmla="*/ 2308558 h 2308558"/>
              <a:gd name="connsiteX4" fmla="*/ 0 w 4420569"/>
              <a:gd name="connsiteY4" fmla="*/ 2308558 h 2308558"/>
              <a:gd name="connsiteX5" fmla="*/ 56683 w 4420569"/>
              <a:gd name="connsiteY5" fmla="*/ 2088110 h 2308558"/>
              <a:gd name="connsiteX6" fmla="*/ 2894922 w 4420569"/>
              <a:gd name="connsiteY6" fmla="*/ 0 h 23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0569" h="2308558">
                <a:moveTo>
                  <a:pt x="2894922" y="0"/>
                </a:moveTo>
                <a:cubicBezTo>
                  <a:pt x="3407830" y="0"/>
                  <a:pt x="3890390" y="129936"/>
                  <a:pt x="4311481" y="358686"/>
                </a:cubicBezTo>
                <a:lnTo>
                  <a:pt x="4420569" y="424959"/>
                </a:lnTo>
                <a:lnTo>
                  <a:pt x="4420569" y="2308558"/>
                </a:lnTo>
                <a:lnTo>
                  <a:pt x="0" y="2308558"/>
                </a:lnTo>
                <a:lnTo>
                  <a:pt x="56683" y="2088110"/>
                </a:lnTo>
                <a:cubicBezTo>
                  <a:pt x="432953" y="878365"/>
                  <a:pt x="1561361" y="0"/>
                  <a:pt x="2894922" y="0"/>
                </a:cubicBezTo>
                <a:close/>
              </a:path>
            </a:pathLst>
          </a:custGeom>
          <a:noFill/>
          <a:ln w="19050">
            <a:solidFill>
              <a:schemeClr val="accent1">
                <a:lumMod val="60000"/>
                <a:lumOff val="40000"/>
                <a:alpha val="30196"/>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8" name="Straight Connector 17">
            <a:extLst>
              <a:ext uri="{FF2B5EF4-FFF2-40B4-BE49-F238E27FC236}">
                <a16:creationId xmlns:a16="http://schemas.microsoft.com/office/drawing/2014/main" id="{290BE20F-1888-4630-B021-8F9D534773FF}"/>
              </a:ext>
            </a:extLst>
          </p:cNvPr>
          <p:cNvCxnSpPr>
            <a:cxnSpLocks/>
          </p:cNvCxnSpPr>
          <p:nvPr userDrawn="1"/>
        </p:nvCxnSpPr>
        <p:spPr>
          <a:xfrm>
            <a:off x="4010818" y="4229844"/>
            <a:ext cx="60086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62D391-43DF-446A-BF8A-23AA7F481DEC}"/>
              </a:ext>
            </a:extLst>
          </p:cNvPr>
          <p:cNvCxnSpPr>
            <a:cxnSpLocks/>
          </p:cNvCxnSpPr>
          <p:nvPr userDrawn="1"/>
        </p:nvCxnSpPr>
        <p:spPr>
          <a:xfrm>
            <a:off x="9299572" y="3076905"/>
            <a:ext cx="60086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48C21A4F-6A8F-4632-81C8-1C0411071B18}"/>
              </a:ext>
            </a:extLst>
          </p:cNvPr>
          <p:cNvSpPr>
            <a:spLocks noGrp="1"/>
          </p:cNvSpPr>
          <p:nvPr>
            <p:ph type="title" hasCustomPrompt="1"/>
          </p:nvPr>
        </p:nvSpPr>
        <p:spPr>
          <a:xfrm>
            <a:off x="632731" y="795357"/>
            <a:ext cx="10860769" cy="553998"/>
          </a:xfrm>
        </p:spPr>
        <p:txBody>
          <a:bodyPr lIns="0" tIns="0" rIns="0" bIns="0">
            <a:normAutofit/>
          </a:bodyPr>
          <a:lstStyle>
            <a:lvl1pPr>
              <a:defRPr sz="4000">
                <a:solidFill>
                  <a:schemeClr val="accent1"/>
                </a:solidFill>
              </a:defRPr>
            </a:lvl1pPr>
          </a:lstStyle>
          <a:p>
            <a:r>
              <a:rPr lang="en-US"/>
              <a:t>Timeline Penelitian</a:t>
            </a:r>
          </a:p>
        </p:txBody>
      </p:sp>
      <p:sp>
        <p:nvSpPr>
          <p:cNvPr id="21" name="Text Placeholder 8">
            <a:extLst>
              <a:ext uri="{FF2B5EF4-FFF2-40B4-BE49-F238E27FC236}">
                <a16:creationId xmlns:a16="http://schemas.microsoft.com/office/drawing/2014/main" id="{C342C96D-CA43-4D7C-94EC-C9C60D3087A9}"/>
              </a:ext>
            </a:extLst>
          </p:cNvPr>
          <p:cNvSpPr>
            <a:spLocks noGrp="1"/>
          </p:cNvSpPr>
          <p:nvPr>
            <p:ph type="body" sz="quarter" idx="13" hasCustomPrompt="1"/>
          </p:nvPr>
        </p:nvSpPr>
        <p:spPr>
          <a:xfrm>
            <a:off x="632731" y="1423222"/>
            <a:ext cx="10860769" cy="387798"/>
          </a:xfrm>
        </p:spPr>
        <p:txBody>
          <a:bodyPr lIns="0" tIns="0" rIns="0" bIns="0">
            <a:normAutofit/>
          </a:bodyPr>
          <a:lstStyle>
            <a:lvl1pPr>
              <a:buNone/>
              <a:defRPr sz="2800" b="0"/>
            </a:lvl1pPr>
            <a:lvl2pPr>
              <a:buNone/>
              <a:defRPr/>
            </a:lvl2pPr>
            <a:lvl3pPr>
              <a:buNone/>
              <a:defRPr/>
            </a:lvl3pPr>
            <a:lvl4pPr>
              <a:buNone/>
              <a:defRPr/>
            </a:lvl4pPr>
            <a:lvl5pPr>
              <a:buNone/>
              <a:defRPr/>
            </a:lvl5pPr>
          </a:lstStyle>
          <a:p>
            <a:pPr lvl="0"/>
            <a:r>
              <a:rPr lang="en-US"/>
              <a:t>Penelitian dari waktu ke waktu</a:t>
            </a:r>
          </a:p>
        </p:txBody>
      </p:sp>
      <p:sp>
        <p:nvSpPr>
          <p:cNvPr id="22" name="Text Placeholder 8">
            <a:extLst>
              <a:ext uri="{FF2B5EF4-FFF2-40B4-BE49-F238E27FC236}">
                <a16:creationId xmlns:a16="http://schemas.microsoft.com/office/drawing/2014/main" id="{DB7B66F7-550E-4AA8-8A5F-7D355C7349FB}"/>
              </a:ext>
            </a:extLst>
          </p:cNvPr>
          <p:cNvSpPr>
            <a:spLocks noGrp="1"/>
          </p:cNvSpPr>
          <p:nvPr>
            <p:ph type="body" sz="quarter" idx="14" hasCustomPrompt="1"/>
          </p:nvPr>
        </p:nvSpPr>
        <p:spPr>
          <a:xfrm>
            <a:off x="847725" y="3067795"/>
            <a:ext cx="1638300" cy="387798"/>
          </a:xfrm>
        </p:spPr>
        <p:txBody>
          <a:bodyPr lIns="0" tIns="0" rIns="0" bIns="0" anchor="ctr" anchorCtr="1">
            <a:normAutofit/>
          </a:bodyPr>
          <a:lstStyle>
            <a:lvl1pPr algn="ctr">
              <a:buNone/>
              <a:defRPr sz="28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Jan</a:t>
            </a:r>
          </a:p>
        </p:txBody>
      </p:sp>
      <p:sp>
        <p:nvSpPr>
          <p:cNvPr id="23" name="Text Placeholder 8">
            <a:extLst>
              <a:ext uri="{FF2B5EF4-FFF2-40B4-BE49-F238E27FC236}">
                <a16:creationId xmlns:a16="http://schemas.microsoft.com/office/drawing/2014/main" id="{B5FDBEE2-5A3F-43A0-A23B-9A8872615FE3}"/>
              </a:ext>
            </a:extLst>
          </p:cNvPr>
          <p:cNvSpPr>
            <a:spLocks noGrp="1"/>
          </p:cNvSpPr>
          <p:nvPr>
            <p:ph type="body" sz="quarter" idx="15" hasCustomPrompt="1"/>
          </p:nvPr>
        </p:nvSpPr>
        <p:spPr>
          <a:xfrm>
            <a:off x="847725" y="4946510"/>
            <a:ext cx="1638300" cy="830997"/>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Kegiatan yang dilakukan pada waktu ini</a:t>
            </a:r>
          </a:p>
        </p:txBody>
      </p:sp>
      <p:sp>
        <p:nvSpPr>
          <p:cNvPr id="24" name="Text Placeholder 8">
            <a:extLst>
              <a:ext uri="{FF2B5EF4-FFF2-40B4-BE49-F238E27FC236}">
                <a16:creationId xmlns:a16="http://schemas.microsoft.com/office/drawing/2014/main" id="{5CC1EF3A-CAEC-4D08-A734-E3A684DF17FC}"/>
              </a:ext>
            </a:extLst>
          </p:cNvPr>
          <p:cNvSpPr>
            <a:spLocks noGrp="1"/>
          </p:cNvSpPr>
          <p:nvPr>
            <p:ph type="body" sz="quarter" idx="16" hasCustomPrompt="1"/>
          </p:nvPr>
        </p:nvSpPr>
        <p:spPr>
          <a:xfrm>
            <a:off x="2609853" y="3067795"/>
            <a:ext cx="1638300" cy="387798"/>
          </a:xfrm>
        </p:spPr>
        <p:txBody>
          <a:bodyPr lIns="0" tIns="0" rIns="0" bIns="0" anchor="ctr" anchorCtr="1">
            <a:normAutofit/>
          </a:bodyPr>
          <a:lstStyle>
            <a:lvl1pPr algn="ctr">
              <a:buNone/>
              <a:defRPr sz="28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Feb</a:t>
            </a:r>
          </a:p>
        </p:txBody>
      </p:sp>
      <p:sp>
        <p:nvSpPr>
          <p:cNvPr id="25" name="Text Placeholder 8">
            <a:extLst>
              <a:ext uri="{FF2B5EF4-FFF2-40B4-BE49-F238E27FC236}">
                <a16:creationId xmlns:a16="http://schemas.microsoft.com/office/drawing/2014/main" id="{FA110597-1A5B-4492-80E1-EA028C96E168}"/>
              </a:ext>
            </a:extLst>
          </p:cNvPr>
          <p:cNvSpPr>
            <a:spLocks noGrp="1"/>
          </p:cNvSpPr>
          <p:nvPr>
            <p:ph type="body" sz="quarter" idx="17" hasCustomPrompt="1"/>
          </p:nvPr>
        </p:nvSpPr>
        <p:spPr>
          <a:xfrm>
            <a:off x="2609853" y="4946510"/>
            <a:ext cx="1638300" cy="830997"/>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Kegiatan yang dilakukan pada waktu ini</a:t>
            </a:r>
          </a:p>
        </p:txBody>
      </p:sp>
      <p:sp>
        <p:nvSpPr>
          <p:cNvPr id="26" name="Text Placeholder 8">
            <a:extLst>
              <a:ext uri="{FF2B5EF4-FFF2-40B4-BE49-F238E27FC236}">
                <a16:creationId xmlns:a16="http://schemas.microsoft.com/office/drawing/2014/main" id="{6B289C48-5268-400F-819E-788F7E520896}"/>
              </a:ext>
            </a:extLst>
          </p:cNvPr>
          <p:cNvSpPr>
            <a:spLocks noGrp="1"/>
          </p:cNvSpPr>
          <p:nvPr>
            <p:ph type="body" sz="quarter" idx="18" hasCustomPrompt="1"/>
          </p:nvPr>
        </p:nvSpPr>
        <p:spPr>
          <a:xfrm>
            <a:off x="4371981" y="3067795"/>
            <a:ext cx="1638300" cy="387798"/>
          </a:xfrm>
        </p:spPr>
        <p:txBody>
          <a:bodyPr lIns="0" tIns="0" rIns="0" bIns="0" anchor="ctr" anchorCtr="1">
            <a:normAutofit/>
          </a:bodyPr>
          <a:lstStyle>
            <a:lvl1pPr algn="ctr">
              <a:buNone/>
              <a:defRPr sz="28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Mar</a:t>
            </a:r>
          </a:p>
        </p:txBody>
      </p:sp>
      <p:sp>
        <p:nvSpPr>
          <p:cNvPr id="27" name="Text Placeholder 8">
            <a:extLst>
              <a:ext uri="{FF2B5EF4-FFF2-40B4-BE49-F238E27FC236}">
                <a16:creationId xmlns:a16="http://schemas.microsoft.com/office/drawing/2014/main" id="{6C467071-751A-430C-A93E-1FF853170D72}"/>
              </a:ext>
            </a:extLst>
          </p:cNvPr>
          <p:cNvSpPr>
            <a:spLocks noGrp="1"/>
          </p:cNvSpPr>
          <p:nvPr>
            <p:ph type="body" sz="quarter" idx="19" hasCustomPrompt="1"/>
          </p:nvPr>
        </p:nvSpPr>
        <p:spPr>
          <a:xfrm>
            <a:off x="4371981" y="4946510"/>
            <a:ext cx="1638300" cy="830997"/>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Kegiatan yang dilakukan pada waktu ini</a:t>
            </a:r>
          </a:p>
        </p:txBody>
      </p:sp>
      <p:sp>
        <p:nvSpPr>
          <p:cNvPr id="28" name="Text Placeholder 8">
            <a:extLst>
              <a:ext uri="{FF2B5EF4-FFF2-40B4-BE49-F238E27FC236}">
                <a16:creationId xmlns:a16="http://schemas.microsoft.com/office/drawing/2014/main" id="{7C1ACF66-7DCD-49E8-8731-49B370303190}"/>
              </a:ext>
            </a:extLst>
          </p:cNvPr>
          <p:cNvSpPr>
            <a:spLocks noGrp="1"/>
          </p:cNvSpPr>
          <p:nvPr>
            <p:ph type="body" sz="quarter" idx="20" hasCustomPrompt="1"/>
          </p:nvPr>
        </p:nvSpPr>
        <p:spPr>
          <a:xfrm>
            <a:off x="6138749" y="1949136"/>
            <a:ext cx="1638300" cy="387798"/>
          </a:xfrm>
        </p:spPr>
        <p:txBody>
          <a:bodyPr lIns="0" tIns="0" rIns="0" bIns="0" anchor="ctr" anchorCtr="1">
            <a:normAutofit/>
          </a:bodyPr>
          <a:lstStyle>
            <a:lvl1pPr algn="ctr">
              <a:buNone/>
              <a:defRPr sz="28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Apr</a:t>
            </a:r>
          </a:p>
        </p:txBody>
      </p:sp>
      <p:sp>
        <p:nvSpPr>
          <p:cNvPr id="29" name="Text Placeholder 8">
            <a:extLst>
              <a:ext uri="{FF2B5EF4-FFF2-40B4-BE49-F238E27FC236}">
                <a16:creationId xmlns:a16="http://schemas.microsoft.com/office/drawing/2014/main" id="{714A8F37-8813-497B-8ECA-6AAFB897C784}"/>
              </a:ext>
            </a:extLst>
          </p:cNvPr>
          <p:cNvSpPr>
            <a:spLocks noGrp="1"/>
          </p:cNvSpPr>
          <p:nvPr>
            <p:ph type="body" sz="quarter" idx="21" hasCustomPrompt="1"/>
          </p:nvPr>
        </p:nvSpPr>
        <p:spPr>
          <a:xfrm>
            <a:off x="6138749" y="3827851"/>
            <a:ext cx="1638300" cy="830997"/>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Kegiatan yang dilakukan pada waktu ini</a:t>
            </a:r>
          </a:p>
        </p:txBody>
      </p:sp>
      <p:sp>
        <p:nvSpPr>
          <p:cNvPr id="30" name="Text Placeholder 8">
            <a:extLst>
              <a:ext uri="{FF2B5EF4-FFF2-40B4-BE49-F238E27FC236}">
                <a16:creationId xmlns:a16="http://schemas.microsoft.com/office/drawing/2014/main" id="{8EBCF267-C417-4119-9A72-8157A36FE084}"/>
              </a:ext>
            </a:extLst>
          </p:cNvPr>
          <p:cNvSpPr>
            <a:spLocks noGrp="1"/>
          </p:cNvSpPr>
          <p:nvPr>
            <p:ph type="body" sz="quarter" idx="22" hasCustomPrompt="1"/>
          </p:nvPr>
        </p:nvSpPr>
        <p:spPr>
          <a:xfrm>
            <a:off x="7900877" y="1949136"/>
            <a:ext cx="1638300" cy="387798"/>
          </a:xfrm>
        </p:spPr>
        <p:txBody>
          <a:bodyPr lIns="0" tIns="0" rIns="0" bIns="0" anchor="ctr" anchorCtr="1">
            <a:normAutofit/>
          </a:bodyPr>
          <a:lstStyle>
            <a:lvl1pPr algn="ctr">
              <a:buNone/>
              <a:defRPr sz="28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Mei</a:t>
            </a:r>
          </a:p>
        </p:txBody>
      </p:sp>
      <p:sp>
        <p:nvSpPr>
          <p:cNvPr id="31" name="Text Placeholder 8">
            <a:extLst>
              <a:ext uri="{FF2B5EF4-FFF2-40B4-BE49-F238E27FC236}">
                <a16:creationId xmlns:a16="http://schemas.microsoft.com/office/drawing/2014/main" id="{46004228-5C14-4F65-98E9-747F4DC4F578}"/>
              </a:ext>
            </a:extLst>
          </p:cNvPr>
          <p:cNvSpPr>
            <a:spLocks noGrp="1"/>
          </p:cNvSpPr>
          <p:nvPr>
            <p:ph type="body" sz="quarter" idx="23" hasCustomPrompt="1"/>
          </p:nvPr>
        </p:nvSpPr>
        <p:spPr>
          <a:xfrm>
            <a:off x="7900877" y="3827851"/>
            <a:ext cx="1638300" cy="830997"/>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Kegiatan yang dilakukan pada waktu ini</a:t>
            </a:r>
          </a:p>
        </p:txBody>
      </p:sp>
      <p:sp>
        <p:nvSpPr>
          <p:cNvPr id="32" name="Text Placeholder 8">
            <a:extLst>
              <a:ext uri="{FF2B5EF4-FFF2-40B4-BE49-F238E27FC236}">
                <a16:creationId xmlns:a16="http://schemas.microsoft.com/office/drawing/2014/main" id="{2CACD282-A772-424F-973C-4DEC9CA6624C}"/>
              </a:ext>
            </a:extLst>
          </p:cNvPr>
          <p:cNvSpPr>
            <a:spLocks noGrp="1"/>
          </p:cNvSpPr>
          <p:nvPr>
            <p:ph type="body" sz="quarter" idx="24" hasCustomPrompt="1"/>
          </p:nvPr>
        </p:nvSpPr>
        <p:spPr>
          <a:xfrm>
            <a:off x="9663005" y="1949136"/>
            <a:ext cx="1638300" cy="387798"/>
          </a:xfrm>
        </p:spPr>
        <p:txBody>
          <a:bodyPr lIns="0" tIns="0" rIns="0" bIns="0" anchor="ctr" anchorCtr="1">
            <a:normAutofit/>
          </a:bodyPr>
          <a:lstStyle>
            <a:lvl1pPr algn="ctr">
              <a:buNone/>
              <a:defRPr sz="28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Jun</a:t>
            </a:r>
          </a:p>
        </p:txBody>
      </p:sp>
      <p:sp>
        <p:nvSpPr>
          <p:cNvPr id="33" name="Text Placeholder 8">
            <a:extLst>
              <a:ext uri="{FF2B5EF4-FFF2-40B4-BE49-F238E27FC236}">
                <a16:creationId xmlns:a16="http://schemas.microsoft.com/office/drawing/2014/main" id="{BDD92B42-A0E1-491D-A4BD-67EEFC4A71DB}"/>
              </a:ext>
            </a:extLst>
          </p:cNvPr>
          <p:cNvSpPr>
            <a:spLocks noGrp="1"/>
          </p:cNvSpPr>
          <p:nvPr>
            <p:ph type="body" sz="quarter" idx="25" hasCustomPrompt="1"/>
          </p:nvPr>
        </p:nvSpPr>
        <p:spPr>
          <a:xfrm>
            <a:off x="9663005" y="3827851"/>
            <a:ext cx="1638300" cy="830997"/>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Kegiatan yang dilakukan pada waktu ini</a:t>
            </a:r>
          </a:p>
        </p:txBody>
      </p:sp>
      <p:sp>
        <p:nvSpPr>
          <p:cNvPr id="35" name="Picture Placeholder 34">
            <a:extLst>
              <a:ext uri="{FF2B5EF4-FFF2-40B4-BE49-F238E27FC236}">
                <a16:creationId xmlns:a16="http://schemas.microsoft.com/office/drawing/2014/main" id="{80D48840-3834-4E87-AEC0-91C419C0F75A}"/>
              </a:ext>
            </a:extLst>
          </p:cNvPr>
          <p:cNvSpPr>
            <a:spLocks noGrp="1"/>
          </p:cNvSpPr>
          <p:nvPr>
            <p:ph type="pic" sz="quarter" idx="26" hasCustomPrompt="1"/>
          </p:nvPr>
        </p:nvSpPr>
        <p:spPr>
          <a:xfrm>
            <a:off x="1257225" y="3823668"/>
            <a:ext cx="819300" cy="812352"/>
          </a:xfrm>
        </p:spPr>
        <p:txBody>
          <a:bodyPr anchor="ctr"/>
          <a:lstStyle>
            <a:lvl1pPr algn="ctr">
              <a:buNone/>
              <a:defRPr/>
            </a:lvl1pPr>
          </a:lstStyle>
          <a:p>
            <a:r>
              <a:rPr lang="en-US"/>
              <a:t>icon</a:t>
            </a:r>
          </a:p>
        </p:txBody>
      </p:sp>
      <p:sp>
        <p:nvSpPr>
          <p:cNvPr id="36" name="Picture Placeholder 34">
            <a:extLst>
              <a:ext uri="{FF2B5EF4-FFF2-40B4-BE49-F238E27FC236}">
                <a16:creationId xmlns:a16="http://schemas.microsoft.com/office/drawing/2014/main" id="{7C1F47BC-A846-4B78-9AD4-5BE74D16B079}"/>
              </a:ext>
            </a:extLst>
          </p:cNvPr>
          <p:cNvSpPr>
            <a:spLocks noGrp="1"/>
          </p:cNvSpPr>
          <p:nvPr>
            <p:ph type="pic" sz="quarter" idx="27" hasCustomPrompt="1"/>
          </p:nvPr>
        </p:nvSpPr>
        <p:spPr>
          <a:xfrm>
            <a:off x="3020143" y="3823668"/>
            <a:ext cx="819300" cy="812352"/>
          </a:xfrm>
        </p:spPr>
        <p:txBody>
          <a:bodyPr anchor="ctr"/>
          <a:lstStyle>
            <a:lvl1pPr algn="ctr">
              <a:buNone/>
              <a:defRPr/>
            </a:lvl1pPr>
          </a:lstStyle>
          <a:p>
            <a:r>
              <a:rPr lang="en-US"/>
              <a:t>icon</a:t>
            </a:r>
          </a:p>
        </p:txBody>
      </p:sp>
      <p:sp>
        <p:nvSpPr>
          <p:cNvPr id="37" name="Picture Placeholder 34">
            <a:extLst>
              <a:ext uri="{FF2B5EF4-FFF2-40B4-BE49-F238E27FC236}">
                <a16:creationId xmlns:a16="http://schemas.microsoft.com/office/drawing/2014/main" id="{FA4C5E58-2674-4F44-B631-C3BD4F514588}"/>
              </a:ext>
            </a:extLst>
          </p:cNvPr>
          <p:cNvSpPr>
            <a:spLocks noGrp="1"/>
          </p:cNvSpPr>
          <p:nvPr>
            <p:ph type="pic" sz="quarter" idx="28" hasCustomPrompt="1"/>
          </p:nvPr>
        </p:nvSpPr>
        <p:spPr>
          <a:xfrm>
            <a:off x="4783061" y="3823668"/>
            <a:ext cx="819300" cy="812352"/>
          </a:xfrm>
        </p:spPr>
        <p:txBody>
          <a:bodyPr anchor="ctr"/>
          <a:lstStyle>
            <a:lvl1pPr algn="ctr">
              <a:buNone/>
              <a:defRPr/>
            </a:lvl1pPr>
          </a:lstStyle>
          <a:p>
            <a:r>
              <a:rPr lang="en-US"/>
              <a:t>icon</a:t>
            </a:r>
          </a:p>
        </p:txBody>
      </p:sp>
      <p:sp>
        <p:nvSpPr>
          <p:cNvPr id="38" name="Picture Placeholder 34">
            <a:extLst>
              <a:ext uri="{FF2B5EF4-FFF2-40B4-BE49-F238E27FC236}">
                <a16:creationId xmlns:a16="http://schemas.microsoft.com/office/drawing/2014/main" id="{6826DACD-E55A-4204-ACB0-4D6C34EA0746}"/>
              </a:ext>
            </a:extLst>
          </p:cNvPr>
          <p:cNvSpPr>
            <a:spLocks noGrp="1"/>
          </p:cNvSpPr>
          <p:nvPr>
            <p:ph type="pic" sz="quarter" idx="29" hasCustomPrompt="1"/>
          </p:nvPr>
        </p:nvSpPr>
        <p:spPr>
          <a:xfrm>
            <a:off x="6545979" y="2670729"/>
            <a:ext cx="819300" cy="812352"/>
          </a:xfrm>
        </p:spPr>
        <p:txBody>
          <a:bodyPr anchor="ctr"/>
          <a:lstStyle>
            <a:lvl1pPr algn="ctr">
              <a:buNone/>
              <a:defRPr/>
            </a:lvl1pPr>
          </a:lstStyle>
          <a:p>
            <a:r>
              <a:rPr lang="en-US"/>
              <a:t>icon</a:t>
            </a:r>
          </a:p>
        </p:txBody>
      </p:sp>
      <p:sp>
        <p:nvSpPr>
          <p:cNvPr id="39" name="Picture Placeholder 34">
            <a:extLst>
              <a:ext uri="{FF2B5EF4-FFF2-40B4-BE49-F238E27FC236}">
                <a16:creationId xmlns:a16="http://schemas.microsoft.com/office/drawing/2014/main" id="{C3910BE9-7C1A-4C0F-B391-F87DC0D69F2D}"/>
              </a:ext>
            </a:extLst>
          </p:cNvPr>
          <p:cNvSpPr>
            <a:spLocks noGrp="1"/>
          </p:cNvSpPr>
          <p:nvPr>
            <p:ph type="pic" sz="quarter" idx="30" hasCustomPrompt="1"/>
          </p:nvPr>
        </p:nvSpPr>
        <p:spPr>
          <a:xfrm>
            <a:off x="8308897" y="2670729"/>
            <a:ext cx="819300" cy="812352"/>
          </a:xfrm>
        </p:spPr>
        <p:txBody>
          <a:bodyPr anchor="ctr"/>
          <a:lstStyle>
            <a:lvl1pPr algn="ctr">
              <a:buNone/>
              <a:defRPr/>
            </a:lvl1pPr>
          </a:lstStyle>
          <a:p>
            <a:r>
              <a:rPr lang="en-US"/>
              <a:t>icon</a:t>
            </a:r>
          </a:p>
        </p:txBody>
      </p:sp>
      <p:sp>
        <p:nvSpPr>
          <p:cNvPr id="40" name="Picture Placeholder 34">
            <a:extLst>
              <a:ext uri="{FF2B5EF4-FFF2-40B4-BE49-F238E27FC236}">
                <a16:creationId xmlns:a16="http://schemas.microsoft.com/office/drawing/2014/main" id="{2CFC6F23-D1A1-4DAB-8B7C-B4596C226CEF}"/>
              </a:ext>
            </a:extLst>
          </p:cNvPr>
          <p:cNvSpPr>
            <a:spLocks noGrp="1"/>
          </p:cNvSpPr>
          <p:nvPr>
            <p:ph type="pic" sz="quarter" idx="31" hasCustomPrompt="1"/>
          </p:nvPr>
        </p:nvSpPr>
        <p:spPr>
          <a:xfrm>
            <a:off x="10071815" y="2670729"/>
            <a:ext cx="819300" cy="812352"/>
          </a:xfrm>
        </p:spPr>
        <p:txBody>
          <a:bodyPr anchor="ctr"/>
          <a:lstStyle>
            <a:lvl1pPr algn="ctr">
              <a:buNone/>
              <a:defRPr/>
            </a:lvl1pPr>
          </a:lstStyle>
          <a:p>
            <a:r>
              <a:rPr lang="en-US"/>
              <a:t>icon</a:t>
            </a:r>
          </a:p>
        </p:txBody>
      </p:sp>
      <p:sp>
        <p:nvSpPr>
          <p:cNvPr id="43" name="Freeform: Shape 42">
            <a:extLst>
              <a:ext uri="{FF2B5EF4-FFF2-40B4-BE49-F238E27FC236}">
                <a16:creationId xmlns:a16="http://schemas.microsoft.com/office/drawing/2014/main" id="{E908AAB9-A972-424A-81CB-F18913A0F426}"/>
              </a:ext>
            </a:extLst>
          </p:cNvPr>
          <p:cNvSpPr/>
          <p:nvPr/>
        </p:nvSpPr>
        <p:spPr>
          <a:xfrm>
            <a:off x="1" y="3744843"/>
            <a:ext cx="498559" cy="945614"/>
          </a:xfrm>
          <a:custGeom>
            <a:avLst/>
            <a:gdLst>
              <a:gd name="connsiteX0" fmla="*/ 0 w 498559"/>
              <a:gd name="connsiteY0" fmla="*/ 0 h 945614"/>
              <a:gd name="connsiteX1" fmla="*/ 121066 w 498559"/>
              <a:gd name="connsiteY1" fmla="*/ 103809 h 945614"/>
              <a:gd name="connsiteX2" fmla="*/ 464160 w 498559"/>
              <a:gd name="connsiteY2" fmla="*/ 397995 h 945614"/>
              <a:gd name="connsiteX3" fmla="*/ 498559 w 498559"/>
              <a:gd name="connsiteY3" fmla="*/ 472807 h 945614"/>
              <a:gd name="connsiteX4" fmla="*/ 464160 w 498559"/>
              <a:gd name="connsiteY4" fmla="*/ 547619 h 945614"/>
              <a:gd name="connsiteX5" fmla="*/ 121066 w 498559"/>
              <a:gd name="connsiteY5" fmla="*/ 841806 h 945614"/>
              <a:gd name="connsiteX6" fmla="*/ 0 w 498559"/>
              <a:gd name="connsiteY6" fmla="*/ 945614 h 94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559" h="945614">
                <a:moveTo>
                  <a:pt x="0" y="0"/>
                </a:moveTo>
                <a:lnTo>
                  <a:pt x="121066" y="103809"/>
                </a:lnTo>
                <a:cubicBezTo>
                  <a:pt x="255840" y="219370"/>
                  <a:pt x="383426" y="328770"/>
                  <a:pt x="464160" y="397995"/>
                </a:cubicBezTo>
                <a:cubicBezTo>
                  <a:pt x="485993" y="416718"/>
                  <a:pt x="498559" y="444046"/>
                  <a:pt x="498559" y="472807"/>
                </a:cubicBezTo>
                <a:cubicBezTo>
                  <a:pt x="498559" y="501568"/>
                  <a:pt x="485993" y="528896"/>
                  <a:pt x="464160" y="547619"/>
                </a:cubicBezTo>
                <a:cubicBezTo>
                  <a:pt x="383426" y="616845"/>
                  <a:pt x="255840" y="726244"/>
                  <a:pt x="121066" y="841806"/>
                </a:cubicBezTo>
                <a:lnTo>
                  <a:pt x="0" y="945614"/>
                </a:lnTo>
                <a:close/>
              </a:path>
            </a:pathLst>
          </a:custGeom>
          <a:solidFill>
            <a:schemeClr val="accent1"/>
          </a:solidFill>
          <a:ln w="101"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350463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anim calcmode="lin" valueType="num">
                                      <p:cBhvr additive="base">
                                        <p:cTn id="11"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1">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6" decel="100000" fill="hold" grpId="0" nodeType="withEffect">
                                  <p:stCondLst>
                                    <p:cond delay="25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1+#ppt_w/2"/>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6" decel="100000" fill="hold" grpId="0" nodeType="withEffect">
                                  <p:stCondLst>
                                    <p:cond delay="25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1+#ppt_w/2"/>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par>
                          <p:cTn id="21" fill="hold">
                            <p:stCondLst>
                              <p:cond delay="750"/>
                            </p:stCondLst>
                            <p:childTnLst>
                              <p:par>
                                <p:cTn id="22" presetID="2" presetClass="entr" presetSubtype="8" decel="100000" fill="hold" grpId="0" nodeType="after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additive="base">
                                        <p:cTn id="24" dur="500" fill="hold"/>
                                        <p:tgtEl>
                                          <p:spTgt spid="43"/>
                                        </p:tgtEl>
                                        <p:attrNameLst>
                                          <p:attrName>ppt_x</p:attrName>
                                        </p:attrNameLst>
                                      </p:cBhvr>
                                      <p:tavLst>
                                        <p:tav tm="0">
                                          <p:val>
                                            <p:strVal val="0-#ppt_w/2"/>
                                          </p:val>
                                        </p:tav>
                                        <p:tav tm="100000">
                                          <p:val>
                                            <p:strVal val="#ppt_x"/>
                                          </p:val>
                                        </p:tav>
                                      </p:tavLst>
                                    </p:anim>
                                    <p:anim calcmode="lin" valueType="num">
                                      <p:cBhvr additive="base">
                                        <p:cTn id="25" dur="500" fill="hold"/>
                                        <p:tgtEl>
                                          <p:spTgt spid="43"/>
                                        </p:tgtEl>
                                        <p:attrNameLst>
                                          <p:attrName>ppt_y</p:attrName>
                                        </p:attrNameLst>
                                      </p:cBhvr>
                                      <p:tavLst>
                                        <p:tav tm="0">
                                          <p:val>
                                            <p:strVal val="#ppt_y"/>
                                          </p:val>
                                        </p:tav>
                                        <p:tav tm="100000">
                                          <p:val>
                                            <p:strVal val="#ppt_y"/>
                                          </p:val>
                                        </p:tav>
                                      </p:tavLst>
                                    </p:anim>
                                  </p:childTnLst>
                                </p:cTn>
                              </p:par>
                            </p:childTnLst>
                          </p:cTn>
                        </p:par>
                        <p:par>
                          <p:cTn id="26" fill="hold">
                            <p:stCondLst>
                              <p:cond delay="1250"/>
                            </p:stCondLst>
                            <p:childTnLst>
                              <p:par>
                                <p:cTn id="27" presetID="53" presetClass="entr" presetSubtype="16"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fltVal val="0"/>
                                          </p:val>
                                        </p:tav>
                                        <p:tav tm="100000">
                                          <p:val>
                                            <p:strVal val="#ppt_w"/>
                                          </p:val>
                                        </p:tav>
                                      </p:tavLst>
                                    </p:anim>
                                    <p:anim calcmode="lin" valueType="num">
                                      <p:cBhvr>
                                        <p:cTn id="35" dur="500" fill="hold"/>
                                        <p:tgtEl>
                                          <p:spTgt spid="35"/>
                                        </p:tgtEl>
                                        <p:attrNameLst>
                                          <p:attrName>ppt_h</p:attrName>
                                        </p:attrNameLst>
                                      </p:cBhvr>
                                      <p:tavLst>
                                        <p:tav tm="0">
                                          <p:val>
                                            <p:fltVal val="0"/>
                                          </p:val>
                                        </p:tav>
                                        <p:tav tm="100000">
                                          <p:val>
                                            <p:strVal val="#ppt_h"/>
                                          </p:val>
                                        </p:tav>
                                      </p:tavLst>
                                    </p:anim>
                                    <p:animEffect transition="in" filter="fade">
                                      <p:cBhvr>
                                        <p:cTn id="36" dur="500"/>
                                        <p:tgtEl>
                                          <p:spTgt spid="3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xEl>
                                              <p:pRg st="0" end="0"/>
                                            </p:txEl>
                                          </p:spTgt>
                                        </p:tgtEl>
                                        <p:attrNameLst>
                                          <p:attrName>style.visibility</p:attrName>
                                        </p:attrNameLst>
                                      </p:cBhvr>
                                      <p:to>
                                        <p:strVal val="visible"/>
                                      </p:to>
                                    </p:set>
                                    <p:animEffect transition="in" filter="fade">
                                      <p:cBhvr>
                                        <p:cTn id="39" dur="500"/>
                                        <p:tgtEl>
                                          <p:spTgt spid="22">
                                            <p:txEl>
                                              <p:pRg st="0" end="0"/>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xEl>
                                              <p:pRg st="0" end="0"/>
                                            </p:txEl>
                                          </p:spTgt>
                                        </p:tgtEl>
                                        <p:attrNameLst>
                                          <p:attrName>style.visibility</p:attrName>
                                        </p:attrNameLst>
                                      </p:cBhvr>
                                      <p:to>
                                        <p:strVal val="visible"/>
                                      </p:to>
                                    </p:set>
                                    <p:animEffect transition="in" filter="fade">
                                      <p:cBhvr>
                                        <p:cTn id="42" dur="500"/>
                                        <p:tgtEl>
                                          <p:spTgt spid="2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500"/>
                                        <p:tgtEl>
                                          <p:spTgt spid="8"/>
                                        </p:tgtEl>
                                      </p:cBhvr>
                                    </p:animEffect>
                                  </p:childTnLst>
                                </p:cTn>
                              </p:par>
                            </p:childTnLst>
                          </p:cTn>
                        </p:par>
                        <p:par>
                          <p:cTn id="48" fill="hold">
                            <p:stCondLst>
                              <p:cond delay="500"/>
                            </p:stCondLst>
                            <p:childTnLst>
                              <p:par>
                                <p:cTn id="49" presetID="53" presetClass="entr" presetSubtype="16"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Effect transition="in" filter="fade">
                                      <p:cBhvr>
                                        <p:cTn id="58" dur="500"/>
                                        <p:tgtEl>
                                          <p:spTgt spid="3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xEl>
                                              <p:pRg st="0" end="0"/>
                                            </p:txEl>
                                          </p:spTgt>
                                        </p:tgtEl>
                                        <p:attrNameLst>
                                          <p:attrName>style.visibility</p:attrName>
                                        </p:attrNameLst>
                                      </p:cBhvr>
                                      <p:to>
                                        <p:strVal val="visible"/>
                                      </p:to>
                                    </p:set>
                                    <p:animEffect transition="in" filter="fade">
                                      <p:cBhvr>
                                        <p:cTn id="61" dur="500"/>
                                        <p:tgtEl>
                                          <p:spTgt spid="24">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xEl>
                                              <p:pRg st="0" end="0"/>
                                            </p:txEl>
                                          </p:spTgt>
                                        </p:tgtEl>
                                        <p:attrNameLst>
                                          <p:attrName>style.visibility</p:attrName>
                                        </p:attrNameLst>
                                      </p:cBhvr>
                                      <p:to>
                                        <p:strVal val="visible"/>
                                      </p:to>
                                    </p:set>
                                    <p:animEffect transition="in" filter="fade">
                                      <p:cBhvr>
                                        <p:cTn id="64" dur="500"/>
                                        <p:tgtEl>
                                          <p:spTgt spid="25">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wipe(left)">
                                      <p:cBhvr>
                                        <p:cTn id="69" dur="500"/>
                                        <p:tgtEl>
                                          <p:spTgt spid="18"/>
                                        </p:tgtEl>
                                      </p:cBhvr>
                                    </p:animEffect>
                                  </p:childTnLst>
                                </p:cTn>
                              </p:par>
                            </p:childTnLst>
                          </p:cTn>
                        </p:par>
                        <p:par>
                          <p:cTn id="70" fill="hold">
                            <p:stCondLst>
                              <p:cond delay="500"/>
                            </p:stCondLst>
                            <p:childTnLst>
                              <p:par>
                                <p:cTn id="71" presetID="53" presetClass="entr" presetSubtype="16" fill="hold" grpId="0" nodeType="after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p:cTn id="73" dur="500" fill="hold"/>
                                        <p:tgtEl>
                                          <p:spTgt spid="14"/>
                                        </p:tgtEl>
                                        <p:attrNameLst>
                                          <p:attrName>ppt_w</p:attrName>
                                        </p:attrNameLst>
                                      </p:cBhvr>
                                      <p:tavLst>
                                        <p:tav tm="0">
                                          <p:val>
                                            <p:fltVal val="0"/>
                                          </p:val>
                                        </p:tav>
                                        <p:tav tm="100000">
                                          <p:val>
                                            <p:strVal val="#ppt_w"/>
                                          </p:val>
                                        </p:tav>
                                      </p:tavLst>
                                    </p:anim>
                                    <p:anim calcmode="lin" valueType="num">
                                      <p:cBhvr>
                                        <p:cTn id="74" dur="500" fill="hold"/>
                                        <p:tgtEl>
                                          <p:spTgt spid="14"/>
                                        </p:tgtEl>
                                        <p:attrNameLst>
                                          <p:attrName>ppt_h</p:attrName>
                                        </p:attrNameLst>
                                      </p:cBhvr>
                                      <p:tavLst>
                                        <p:tav tm="0">
                                          <p:val>
                                            <p:fltVal val="0"/>
                                          </p:val>
                                        </p:tav>
                                        <p:tav tm="100000">
                                          <p:val>
                                            <p:strVal val="#ppt_h"/>
                                          </p:val>
                                        </p:tav>
                                      </p:tavLst>
                                    </p:anim>
                                    <p:animEffect transition="in" filter="fade">
                                      <p:cBhvr>
                                        <p:cTn id="75" dur="500"/>
                                        <p:tgtEl>
                                          <p:spTgt spid="14"/>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 calcmode="lin" valueType="num">
                                      <p:cBhvr>
                                        <p:cTn id="78" dur="500" fill="hold"/>
                                        <p:tgtEl>
                                          <p:spTgt spid="37"/>
                                        </p:tgtEl>
                                        <p:attrNameLst>
                                          <p:attrName>ppt_w</p:attrName>
                                        </p:attrNameLst>
                                      </p:cBhvr>
                                      <p:tavLst>
                                        <p:tav tm="0">
                                          <p:val>
                                            <p:fltVal val="0"/>
                                          </p:val>
                                        </p:tav>
                                        <p:tav tm="100000">
                                          <p:val>
                                            <p:strVal val="#ppt_w"/>
                                          </p:val>
                                        </p:tav>
                                      </p:tavLst>
                                    </p:anim>
                                    <p:anim calcmode="lin" valueType="num">
                                      <p:cBhvr>
                                        <p:cTn id="79" dur="500" fill="hold"/>
                                        <p:tgtEl>
                                          <p:spTgt spid="37"/>
                                        </p:tgtEl>
                                        <p:attrNameLst>
                                          <p:attrName>ppt_h</p:attrName>
                                        </p:attrNameLst>
                                      </p:cBhvr>
                                      <p:tavLst>
                                        <p:tav tm="0">
                                          <p:val>
                                            <p:fltVal val="0"/>
                                          </p:val>
                                        </p:tav>
                                        <p:tav tm="100000">
                                          <p:val>
                                            <p:strVal val="#ppt_h"/>
                                          </p:val>
                                        </p:tav>
                                      </p:tavLst>
                                    </p:anim>
                                    <p:animEffect transition="in" filter="fade">
                                      <p:cBhvr>
                                        <p:cTn id="80" dur="500"/>
                                        <p:tgtEl>
                                          <p:spTgt spid="3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xEl>
                                              <p:pRg st="0" end="0"/>
                                            </p:txEl>
                                          </p:spTgt>
                                        </p:tgtEl>
                                        <p:attrNameLst>
                                          <p:attrName>style.visibility</p:attrName>
                                        </p:attrNameLst>
                                      </p:cBhvr>
                                      <p:to>
                                        <p:strVal val="visible"/>
                                      </p:to>
                                    </p:set>
                                    <p:animEffect transition="in" filter="fade">
                                      <p:cBhvr>
                                        <p:cTn id="83" dur="500"/>
                                        <p:tgtEl>
                                          <p:spTgt spid="26">
                                            <p:txEl>
                                              <p:pRg st="0" end="0"/>
                                            </p:txEl>
                                          </p:spTgt>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xEl>
                                              <p:pRg st="0" end="0"/>
                                            </p:txEl>
                                          </p:spTgt>
                                        </p:tgtEl>
                                        <p:attrNameLst>
                                          <p:attrName>style.visibility</p:attrName>
                                        </p:attrNameLst>
                                      </p:cBhvr>
                                      <p:to>
                                        <p:strVal val="visible"/>
                                      </p:to>
                                    </p:set>
                                    <p:animEffect transition="in" filter="fade">
                                      <p:cBhvr>
                                        <p:cTn id="86" dur="500"/>
                                        <p:tgtEl>
                                          <p:spTgt spid="27">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wipe(left)">
                                      <p:cBhvr>
                                        <p:cTn id="91" dur="500"/>
                                        <p:tgtEl>
                                          <p:spTgt spid="6"/>
                                        </p:tgtEl>
                                      </p:cBhvr>
                                    </p:animEffect>
                                  </p:childTnLst>
                                </p:cTn>
                              </p:par>
                            </p:childTnLst>
                          </p:cTn>
                        </p:par>
                        <p:par>
                          <p:cTn id="92" fill="hold">
                            <p:stCondLst>
                              <p:cond delay="500"/>
                            </p:stCondLst>
                            <p:childTnLst>
                              <p:par>
                                <p:cTn id="93" presetID="53" presetClass="entr" presetSubtype="16" fill="hold" grpId="0" nodeType="afterEffect">
                                  <p:stCondLst>
                                    <p:cond delay="0"/>
                                  </p:stCondLst>
                                  <p:childTnLst>
                                    <p:set>
                                      <p:cBhvr>
                                        <p:cTn id="94" dur="1" fill="hold">
                                          <p:stCondLst>
                                            <p:cond delay="0"/>
                                          </p:stCondLst>
                                        </p:cTn>
                                        <p:tgtEl>
                                          <p:spTgt spid="12"/>
                                        </p:tgtEl>
                                        <p:attrNameLst>
                                          <p:attrName>style.visibility</p:attrName>
                                        </p:attrNameLst>
                                      </p:cBhvr>
                                      <p:to>
                                        <p:strVal val="visible"/>
                                      </p:to>
                                    </p:set>
                                    <p:anim calcmode="lin" valueType="num">
                                      <p:cBhvr>
                                        <p:cTn id="95" dur="500" fill="hold"/>
                                        <p:tgtEl>
                                          <p:spTgt spid="12"/>
                                        </p:tgtEl>
                                        <p:attrNameLst>
                                          <p:attrName>ppt_w</p:attrName>
                                        </p:attrNameLst>
                                      </p:cBhvr>
                                      <p:tavLst>
                                        <p:tav tm="0">
                                          <p:val>
                                            <p:fltVal val="0"/>
                                          </p:val>
                                        </p:tav>
                                        <p:tav tm="100000">
                                          <p:val>
                                            <p:strVal val="#ppt_w"/>
                                          </p:val>
                                        </p:tav>
                                      </p:tavLst>
                                    </p:anim>
                                    <p:anim calcmode="lin" valueType="num">
                                      <p:cBhvr>
                                        <p:cTn id="96" dur="500" fill="hold"/>
                                        <p:tgtEl>
                                          <p:spTgt spid="12"/>
                                        </p:tgtEl>
                                        <p:attrNameLst>
                                          <p:attrName>ppt_h</p:attrName>
                                        </p:attrNameLst>
                                      </p:cBhvr>
                                      <p:tavLst>
                                        <p:tav tm="0">
                                          <p:val>
                                            <p:fltVal val="0"/>
                                          </p:val>
                                        </p:tav>
                                        <p:tav tm="100000">
                                          <p:val>
                                            <p:strVal val="#ppt_h"/>
                                          </p:val>
                                        </p:tav>
                                      </p:tavLst>
                                    </p:anim>
                                    <p:animEffect transition="in" filter="fade">
                                      <p:cBhvr>
                                        <p:cTn id="97" dur="500"/>
                                        <p:tgtEl>
                                          <p:spTgt spid="12"/>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38"/>
                                        </p:tgtEl>
                                        <p:attrNameLst>
                                          <p:attrName>style.visibility</p:attrName>
                                        </p:attrNameLst>
                                      </p:cBhvr>
                                      <p:to>
                                        <p:strVal val="visible"/>
                                      </p:to>
                                    </p:set>
                                    <p:anim calcmode="lin" valueType="num">
                                      <p:cBhvr>
                                        <p:cTn id="100" dur="500" fill="hold"/>
                                        <p:tgtEl>
                                          <p:spTgt spid="38"/>
                                        </p:tgtEl>
                                        <p:attrNameLst>
                                          <p:attrName>ppt_w</p:attrName>
                                        </p:attrNameLst>
                                      </p:cBhvr>
                                      <p:tavLst>
                                        <p:tav tm="0">
                                          <p:val>
                                            <p:fltVal val="0"/>
                                          </p:val>
                                        </p:tav>
                                        <p:tav tm="100000">
                                          <p:val>
                                            <p:strVal val="#ppt_w"/>
                                          </p:val>
                                        </p:tav>
                                      </p:tavLst>
                                    </p:anim>
                                    <p:anim calcmode="lin" valueType="num">
                                      <p:cBhvr>
                                        <p:cTn id="101" dur="500" fill="hold"/>
                                        <p:tgtEl>
                                          <p:spTgt spid="38"/>
                                        </p:tgtEl>
                                        <p:attrNameLst>
                                          <p:attrName>ppt_h</p:attrName>
                                        </p:attrNameLst>
                                      </p:cBhvr>
                                      <p:tavLst>
                                        <p:tav tm="0">
                                          <p:val>
                                            <p:fltVal val="0"/>
                                          </p:val>
                                        </p:tav>
                                        <p:tav tm="100000">
                                          <p:val>
                                            <p:strVal val="#ppt_h"/>
                                          </p:val>
                                        </p:tav>
                                      </p:tavLst>
                                    </p:anim>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8">
                                            <p:txEl>
                                              <p:pRg st="0" end="0"/>
                                            </p:txEl>
                                          </p:spTgt>
                                        </p:tgtEl>
                                        <p:attrNameLst>
                                          <p:attrName>style.visibility</p:attrName>
                                        </p:attrNameLst>
                                      </p:cBhvr>
                                      <p:to>
                                        <p:strVal val="visible"/>
                                      </p:to>
                                    </p:set>
                                    <p:animEffect transition="in" filter="fade">
                                      <p:cBhvr>
                                        <p:cTn id="105" dur="500"/>
                                        <p:tgtEl>
                                          <p:spTgt spid="28">
                                            <p:txEl>
                                              <p:pRg st="0" end="0"/>
                                            </p:txEl>
                                          </p:spTgt>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9">
                                            <p:txEl>
                                              <p:pRg st="0" end="0"/>
                                            </p:txEl>
                                          </p:spTgt>
                                        </p:tgtEl>
                                        <p:attrNameLst>
                                          <p:attrName>style.visibility</p:attrName>
                                        </p:attrNameLst>
                                      </p:cBhvr>
                                      <p:to>
                                        <p:strVal val="visible"/>
                                      </p:to>
                                    </p:set>
                                    <p:animEffect transition="in" filter="fade">
                                      <p:cBhvr>
                                        <p:cTn id="108" dur="500"/>
                                        <p:tgtEl>
                                          <p:spTgt spid="29">
                                            <p:txEl>
                                              <p:pRg st="0" end="0"/>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7"/>
                                        </p:tgtEl>
                                        <p:attrNameLst>
                                          <p:attrName>style.visibility</p:attrName>
                                        </p:attrNameLst>
                                      </p:cBhvr>
                                      <p:to>
                                        <p:strVal val="visible"/>
                                      </p:to>
                                    </p:set>
                                    <p:animEffect transition="in" filter="wipe(left)">
                                      <p:cBhvr>
                                        <p:cTn id="113" dur="500"/>
                                        <p:tgtEl>
                                          <p:spTgt spid="7"/>
                                        </p:tgtEl>
                                      </p:cBhvr>
                                    </p:animEffect>
                                  </p:childTnLst>
                                </p:cTn>
                              </p:par>
                            </p:childTnLst>
                          </p:cTn>
                        </p:par>
                        <p:par>
                          <p:cTn id="114" fill="hold">
                            <p:stCondLst>
                              <p:cond delay="500"/>
                            </p:stCondLst>
                            <p:childTnLst>
                              <p:par>
                                <p:cTn id="115" presetID="53" presetClass="entr" presetSubtype="16" fill="hold" grpId="0" nodeType="afterEffect">
                                  <p:stCondLst>
                                    <p:cond delay="0"/>
                                  </p:stCondLst>
                                  <p:childTnLst>
                                    <p:set>
                                      <p:cBhvr>
                                        <p:cTn id="116" dur="1" fill="hold">
                                          <p:stCondLst>
                                            <p:cond delay="0"/>
                                          </p:stCondLst>
                                        </p:cTn>
                                        <p:tgtEl>
                                          <p:spTgt spid="39"/>
                                        </p:tgtEl>
                                        <p:attrNameLst>
                                          <p:attrName>style.visibility</p:attrName>
                                        </p:attrNameLst>
                                      </p:cBhvr>
                                      <p:to>
                                        <p:strVal val="visible"/>
                                      </p:to>
                                    </p:set>
                                    <p:anim calcmode="lin" valueType="num">
                                      <p:cBhvr>
                                        <p:cTn id="117" dur="500" fill="hold"/>
                                        <p:tgtEl>
                                          <p:spTgt spid="39"/>
                                        </p:tgtEl>
                                        <p:attrNameLst>
                                          <p:attrName>ppt_w</p:attrName>
                                        </p:attrNameLst>
                                      </p:cBhvr>
                                      <p:tavLst>
                                        <p:tav tm="0">
                                          <p:val>
                                            <p:fltVal val="0"/>
                                          </p:val>
                                        </p:tav>
                                        <p:tav tm="100000">
                                          <p:val>
                                            <p:strVal val="#ppt_w"/>
                                          </p:val>
                                        </p:tav>
                                      </p:tavLst>
                                    </p:anim>
                                    <p:anim calcmode="lin" valueType="num">
                                      <p:cBhvr>
                                        <p:cTn id="118" dur="500" fill="hold"/>
                                        <p:tgtEl>
                                          <p:spTgt spid="39"/>
                                        </p:tgtEl>
                                        <p:attrNameLst>
                                          <p:attrName>ppt_h</p:attrName>
                                        </p:attrNameLst>
                                      </p:cBhvr>
                                      <p:tavLst>
                                        <p:tav tm="0">
                                          <p:val>
                                            <p:fltVal val="0"/>
                                          </p:val>
                                        </p:tav>
                                        <p:tav tm="100000">
                                          <p:val>
                                            <p:strVal val="#ppt_h"/>
                                          </p:val>
                                        </p:tav>
                                      </p:tavLst>
                                    </p:anim>
                                    <p:animEffect transition="in" filter="fade">
                                      <p:cBhvr>
                                        <p:cTn id="119" dur="500"/>
                                        <p:tgtEl>
                                          <p:spTgt spid="39"/>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11"/>
                                        </p:tgtEl>
                                        <p:attrNameLst>
                                          <p:attrName>style.visibility</p:attrName>
                                        </p:attrNameLst>
                                      </p:cBhvr>
                                      <p:to>
                                        <p:strVal val="visible"/>
                                      </p:to>
                                    </p:set>
                                    <p:anim calcmode="lin" valueType="num">
                                      <p:cBhvr>
                                        <p:cTn id="122" dur="500" fill="hold"/>
                                        <p:tgtEl>
                                          <p:spTgt spid="11"/>
                                        </p:tgtEl>
                                        <p:attrNameLst>
                                          <p:attrName>ppt_w</p:attrName>
                                        </p:attrNameLst>
                                      </p:cBhvr>
                                      <p:tavLst>
                                        <p:tav tm="0">
                                          <p:val>
                                            <p:fltVal val="0"/>
                                          </p:val>
                                        </p:tav>
                                        <p:tav tm="100000">
                                          <p:val>
                                            <p:strVal val="#ppt_w"/>
                                          </p:val>
                                        </p:tav>
                                      </p:tavLst>
                                    </p:anim>
                                    <p:anim calcmode="lin" valueType="num">
                                      <p:cBhvr>
                                        <p:cTn id="123" dur="500" fill="hold"/>
                                        <p:tgtEl>
                                          <p:spTgt spid="11"/>
                                        </p:tgtEl>
                                        <p:attrNameLst>
                                          <p:attrName>ppt_h</p:attrName>
                                        </p:attrNameLst>
                                      </p:cBhvr>
                                      <p:tavLst>
                                        <p:tav tm="0">
                                          <p:val>
                                            <p:fltVal val="0"/>
                                          </p:val>
                                        </p:tav>
                                        <p:tav tm="100000">
                                          <p:val>
                                            <p:strVal val="#ppt_h"/>
                                          </p:val>
                                        </p:tav>
                                      </p:tavLst>
                                    </p:anim>
                                    <p:animEffect transition="in" filter="fade">
                                      <p:cBhvr>
                                        <p:cTn id="124" dur="500"/>
                                        <p:tgtEl>
                                          <p:spTgt spid="1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0">
                                            <p:txEl>
                                              <p:pRg st="0" end="0"/>
                                            </p:txEl>
                                          </p:spTgt>
                                        </p:tgtEl>
                                        <p:attrNameLst>
                                          <p:attrName>style.visibility</p:attrName>
                                        </p:attrNameLst>
                                      </p:cBhvr>
                                      <p:to>
                                        <p:strVal val="visible"/>
                                      </p:to>
                                    </p:set>
                                    <p:animEffect transition="in" filter="fade">
                                      <p:cBhvr>
                                        <p:cTn id="127" dur="500"/>
                                        <p:tgtEl>
                                          <p:spTgt spid="30">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1">
                                            <p:txEl>
                                              <p:pRg st="0" end="0"/>
                                            </p:txEl>
                                          </p:spTgt>
                                        </p:tgtEl>
                                        <p:attrNameLst>
                                          <p:attrName>style.visibility</p:attrName>
                                        </p:attrNameLst>
                                      </p:cBhvr>
                                      <p:to>
                                        <p:strVal val="visible"/>
                                      </p:to>
                                    </p:set>
                                    <p:animEffect transition="in" filter="fade">
                                      <p:cBhvr>
                                        <p:cTn id="130" dur="500"/>
                                        <p:tgtEl>
                                          <p:spTgt spid="31">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19"/>
                                        </p:tgtEl>
                                        <p:attrNameLst>
                                          <p:attrName>style.visibility</p:attrName>
                                        </p:attrNameLst>
                                      </p:cBhvr>
                                      <p:to>
                                        <p:strVal val="visible"/>
                                      </p:to>
                                    </p:set>
                                    <p:animEffect transition="in" filter="wipe(left)">
                                      <p:cBhvr>
                                        <p:cTn id="135" dur="500"/>
                                        <p:tgtEl>
                                          <p:spTgt spid="19"/>
                                        </p:tgtEl>
                                      </p:cBhvr>
                                    </p:animEffect>
                                  </p:childTnLst>
                                </p:cTn>
                              </p:par>
                            </p:childTnLst>
                          </p:cTn>
                        </p:par>
                        <p:par>
                          <p:cTn id="136" fill="hold">
                            <p:stCondLst>
                              <p:cond delay="500"/>
                            </p:stCondLst>
                            <p:childTnLst>
                              <p:par>
                                <p:cTn id="137" presetID="53" presetClass="entr" presetSubtype="16" fill="hold" grpId="0" nodeType="afterEffect">
                                  <p:stCondLst>
                                    <p:cond delay="0"/>
                                  </p:stCondLst>
                                  <p:childTnLst>
                                    <p:set>
                                      <p:cBhvr>
                                        <p:cTn id="138" dur="1" fill="hold">
                                          <p:stCondLst>
                                            <p:cond delay="0"/>
                                          </p:stCondLst>
                                        </p:cTn>
                                        <p:tgtEl>
                                          <p:spTgt spid="10"/>
                                        </p:tgtEl>
                                        <p:attrNameLst>
                                          <p:attrName>style.visibility</p:attrName>
                                        </p:attrNameLst>
                                      </p:cBhvr>
                                      <p:to>
                                        <p:strVal val="visible"/>
                                      </p:to>
                                    </p:set>
                                    <p:anim calcmode="lin" valueType="num">
                                      <p:cBhvr>
                                        <p:cTn id="139" dur="500" fill="hold"/>
                                        <p:tgtEl>
                                          <p:spTgt spid="10"/>
                                        </p:tgtEl>
                                        <p:attrNameLst>
                                          <p:attrName>ppt_w</p:attrName>
                                        </p:attrNameLst>
                                      </p:cBhvr>
                                      <p:tavLst>
                                        <p:tav tm="0">
                                          <p:val>
                                            <p:fltVal val="0"/>
                                          </p:val>
                                        </p:tav>
                                        <p:tav tm="100000">
                                          <p:val>
                                            <p:strVal val="#ppt_w"/>
                                          </p:val>
                                        </p:tav>
                                      </p:tavLst>
                                    </p:anim>
                                    <p:anim calcmode="lin" valueType="num">
                                      <p:cBhvr>
                                        <p:cTn id="140" dur="500" fill="hold"/>
                                        <p:tgtEl>
                                          <p:spTgt spid="10"/>
                                        </p:tgtEl>
                                        <p:attrNameLst>
                                          <p:attrName>ppt_h</p:attrName>
                                        </p:attrNameLst>
                                      </p:cBhvr>
                                      <p:tavLst>
                                        <p:tav tm="0">
                                          <p:val>
                                            <p:fltVal val="0"/>
                                          </p:val>
                                        </p:tav>
                                        <p:tav tm="100000">
                                          <p:val>
                                            <p:strVal val="#ppt_h"/>
                                          </p:val>
                                        </p:tav>
                                      </p:tavLst>
                                    </p:anim>
                                    <p:animEffect transition="in" filter="fade">
                                      <p:cBhvr>
                                        <p:cTn id="141" dur="500"/>
                                        <p:tgtEl>
                                          <p:spTgt spid="10"/>
                                        </p:tgtEl>
                                      </p:cBhvr>
                                    </p:animEffect>
                                  </p:childTnLst>
                                </p:cTn>
                              </p:par>
                              <p:par>
                                <p:cTn id="142" presetID="53" presetClass="entr" presetSubtype="16" fill="hold" grpId="0" nodeType="withEffect">
                                  <p:stCondLst>
                                    <p:cond delay="0"/>
                                  </p:stCondLst>
                                  <p:childTnLst>
                                    <p:set>
                                      <p:cBhvr>
                                        <p:cTn id="143" dur="1" fill="hold">
                                          <p:stCondLst>
                                            <p:cond delay="0"/>
                                          </p:stCondLst>
                                        </p:cTn>
                                        <p:tgtEl>
                                          <p:spTgt spid="40"/>
                                        </p:tgtEl>
                                        <p:attrNameLst>
                                          <p:attrName>style.visibility</p:attrName>
                                        </p:attrNameLst>
                                      </p:cBhvr>
                                      <p:to>
                                        <p:strVal val="visible"/>
                                      </p:to>
                                    </p:set>
                                    <p:anim calcmode="lin" valueType="num">
                                      <p:cBhvr>
                                        <p:cTn id="144" dur="500" fill="hold"/>
                                        <p:tgtEl>
                                          <p:spTgt spid="40"/>
                                        </p:tgtEl>
                                        <p:attrNameLst>
                                          <p:attrName>ppt_w</p:attrName>
                                        </p:attrNameLst>
                                      </p:cBhvr>
                                      <p:tavLst>
                                        <p:tav tm="0">
                                          <p:val>
                                            <p:fltVal val="0"/>
                                          </p:val>
                                        </p:tav>
                                        <p:tav tm="100000">
                                          <p:val>
                                            <p:strVal val="#ppt_w"/>
                                          </p:val>
                                        </p:tav>
                                      </p:tavLst>
                                    </p:anim>
                                    <p:anim calcmode="lin" valueType="num">
                                      <p:cBhvr>
                                        <p:cTn id="145" dur="500" fill="hold"/>
                                        <p:tgtEl>
                                          <p:spTgt spid="40"/>
                                        </p:tgtEl>
                                        <p:attrNameLst>
                                          <p:attrName>ppt_h</p:attrName>
                                        </p:attrNameLst>
                                      </p:cBhvr>
                                      <p:tavLst>
                                        <p:tav tm="0">
                                          <p:val>
                                            <p:fltVal val="0"/>
                                          </p:val>
                                        </p:tav>
                                        <p:tav tm="100000">
                                          <p:val>
                                            <p:strVal val="#ppt_h"/>
                                          </p:val>
                                        </p:tav>
                                      </p:tavLst>
                                    </p:anim>
                                    <p:animEffect transition="in" filter="fade">
                                      <p:cBhvr>
                                        <p:cTn id="146" dur="500"/>
                                        <p:tgtEl>
                                          <p:spTgt spid="40"/>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32">
                                            <p:txEl>
                                              <p:pRg st="0" end="0"/>
                                            </p:txEl>
                                          </p:spTgt>
                                        </p:tgtEl>
                                        <p:attrNameLst>
                                          <p:attrName>style.visibility</p:attrName>
                                        </p:attrNameLst>
                                      </p:cBhvr>
                                      <p:to>
                                        <p:strVal val="visible"/>
                                      </p:to>
                                    </p:set>
                                    <p:animEffect transition="in" filter="fade">
                                      <p:cBhvr>
                                        <p:cTn id="149" dur="500"/>
                                        <p:tgtEl>
                                          <p:spTgt spid="32">
                                            <p:txEl>
                                              <p:pRg st="0" end="0"/>
                                            </p:txEl>
                                          </p:spTgt>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33">
                                            <p:txEl>
                                              <p:pRg st="0" end="0"/>
                                            </p:txEl>
                                          </p:spTgt>
                                        </p:tgtEl>
                                        <p:attrNameLst>
                                          <p:attrName>style.visibility</p:attrName>
                                        </p:attrNameLst>
                                      </p:cBhvr>
                                      <p:to>
                                        <p:strVal val="visible"/>
                                      </p:to>
                                    </p:set>
                                    <p:animEffect transition="in" filter="fade">
                                      <p:cBhvr>
                                        <p:cTn id="152"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46" grpId="0" animBg="1"/>
      <p:bldP spid="49" grpId="0" animBg="1"/>
      <p:bldP spid="20" grpId="0"/>
      <p:bldP spid="21" grpId="0" build="p">
        <p:tmplLst>
          <p:tmpl lvl="1">
            <p:tnLst>
              <p:par>
                <p:cTn presetID="2" presetClass="entr" presetSubtype="8"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p:tmplLst>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7" grpId="0" build="p">
        <p:tmplLst>
          <p:tmpl lvl="1">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P spid="28" grpId="0" build="p">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9" grpId="0" build="p">
        <p:tmplLst>
          <p:tmpl lvl="1">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30" grpId="0" build="p">
        <p:tmplLst>
          <p:tmpl lvl="1">
            <p:tnLst>
              <p:par>
                <p:cTn presetID="10"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500"/>
                        <p:tgtEl>
                          <p:spTgt spid="30"/>
                        </p:tgtEl>
                      </p:cBhvr>
                    </p:animEffect>
                  </p:childTnLst>
                </p:cTn>
              </p:par>
            </p:tnLst>
          </p:tmpl>
        </p:tmplLst>
      </p:bldP>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5" grpId="0"/>
      <p:bldP spid="36" grpId="0"/>
      <p:bldP spid="37" grpId="0"/>
      <p:bldP spid="38" grpId="0"/>
      <p:bldP spid="39" grpId="0"/>
      <p:bldP spid="40" grpId="0"/>
      <p:bldP spid="43"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ambar Deskripsi 1">
    <p:spTree>
      <p:nvGrpSpPr>
        <p:cNvPr id="1" name=""/>
        <p:cNvGrpSpPr/>
        <p:nvPr/>
      </p:nvGrpSpPr>
      <p:grpSpPr>
        <a:xfrm>
          <a:off x="0" y="0"/>
          <a:ext cx="0" cy="0"/>
          <a:chOff x="0" y="0"/>
          <a:chExt cx="0" cy="0"/>
        </a:xfrm>
      </p:grpSpPr>
      <p:pic>
        <p:nvPicPr>
          <p:cNvPr id="11" name="Picture 6" descr="Geometrical Illustration">
            <a:extLst>
              <a:ext uri="{FF2B5EF4-FFF2-40B4-BE49-F238E27FC236}">
                <a16:creationId xmlns:a16="http://schemas.microsoft.com/office/drawing/2014/main" id="{3F1AED9E-3E3C-4802-BD83-8A114900FF08}"/>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BCB59F3C-9D0F-4FCD-8BA1-A67772F6DFBF}"/>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4E4F9B61-017C-4D47-9D92-02BFEC1FC087}"/>
              </a:ext>
            </a:extLst>
          </p:cNvPr>
          <p:cNvSpPr/>
          <p:nvPr userDrawn="1"/>
        </p:nvSpPr>
        <p:spPr>
          <a:xfrm>
            <a:off x="5723006" y="-419099"/>
            <a:ext cx="6744835" cy="7304337"/>
          </a:xfrm>
          <a:custGeom>
            <a:avLst/>
            <a:gdLst>
              <a:gd name="connsiteX0" fmla="*/ 182396 w 6744835"/>
              <a:gd name="connsiteY0" fmla="*/ 0 h 7304337"/>
              <a:gd name="connsiteX1" fmla="*/ 6744835 w 6744835"/>
              <a:gd name="connsiteY1" fmla="*/ 0 h 7304337"/>
              <a:gd name="connsiteX2" fmla="*/ 6744835 w 6744835"/>
              <a:gd name="connsiteY2" fmla="*/ 7236236 h 7304337"/>
              <a:gd name="connsiteX3" fmla="*/ 6740939 w 6744835"/>
              <a:gd name="connsiteY3" fmla="*/ 7236932 h 7304337"/>
              <a:gd name="connsiteX4" fmla="*/ 5850036 w 6744835"/>
              <a:gd name="connsiteY4" fmla="*/ 7304337 h 7304337"/>
              <a:gd name="connsiteX5" fmla="*/ 0 w 6744835"/>
              <a:gd name="connsiteY5" fmla="*/ 1454307 h 7304337"/>
              <a:gd name="connsiteX6" fmla="*/ 118852 w 6744835"/>
              <a:gd name="connsiteY6" fmla="*/ 275322 h 7304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4835" h="7304337">
                <a:moveTo>
                  <a:pt x="182396" y="0"/>
                </a:moveTo>
                <a:lnTo>
                  <a:pt x="6744835" y="0"/>
                </a:lnTo>
                <a:lnTo>
                  <a:pt x="6744835" y="7236236"/>
                </a:lnTo>
                <a:lnTo>
                  <a:pt x="6740939" y="7236932"/>
                </a:lnTo>
                <a:cubicBezTo>
                  <a:pt x="6450451" y="7281317"/>
                  <a:pt x="6152932" y="7304337"/>
                  <a:pt x="5850036" y="7304337"/>
                </a:cubicBezTo>
                <a:cubicBezTo>
                  <a:pt x="2619151" y="7304337"/>
                  <a:pt x="0" y="4685189"/>
                  <a:pt x="0" y="1454307"/>
                </a:cubicBezTo>
                <a:cubicBezTo>
                  <a:pt x="0" y="1050447"/>
                  <a:pt x="40925" y="656145"/>
                  <a:pt x="118852" y="275322"/>
                </a:cubicBezTo>
                <a:close/>
              </a:path>
            </a:pathLst>
          </a:custGeom>
          <a:noFill/>
          <a:ln w="19050">
            <a:solidFill>
              <a:schemeClr val="accent1">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0AABDC17-EBE7-4226-8CE9-89E3239045EC}"/>
              </a:ext>
            </a:extLst>
          </p:cNvPr>
          <p:cNvSpPr/>
          <p:nvPr userDrawn="1"/>
        </p:nvSpPr>
        <p:spPr>
          <a:xfrm>
            <a:off x="4314440" y="-419100"/>
            <a:ext cx="8153400" cy="7600950"/>
          </a:xfrm>
          <a:custGeom>
            <a:avLst/>
            <a:gdLst>
              <a:gd name="connsiteX0" fmla="*/ 145942 w 8153400"/>
              <a:gd name="connsiteY0" fmla="*/ 0 h 7600950"/>
              <a:gd name="connsiteX1" fmla="*/ 8153400 w 8153400"/>
              <a:gd name="connsiteY1" fmla="*/ 0 h 7600950"/>
              <a:gd name="connsiteX2" fmla="*/ 8153400 w 8153400"/>
              <a:gd name="connsiteY2" fmla="*/ 7600950 h 7600950"/>
              <a:gd name="connsiteX3" fmla="*/ 3399447 w 8153400"/>
              <a:gd name="connsiteY3" fmla="*/ 7600950 h 7600950"/>
              <a:gd name="connsiteX4" fmla="*/ 3200248 w 8153400"/>
              <a:gd name="connsiteY4" fmla="*/ 7473247 h 7600950"/>
              <a:gd name="connsiteX5" fmla="*/ 0 w 8153400"/>
              <a:gd name="connsiteY5" fmla="*/ 1454307 h 7600950"/>
              <a:gd name="connsiteX6" fmla="*/ 83636 w 8153400"/>
              <a:gd name="connsiteY6" fmla="*/ 348895 h 760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53400" h="7600950">
                <a:moveTo>
                  <a:pt x="145942" y="0"/>
                </a:moveTo>
                <a:lnTo>
                  <a:pt x="8153400" y="0"/>
                </a:lnTo>
                <a:lnTo>
                  <a:pt x="8153400" y="7600950"/>
                </a:lnTo>
                <a:lnTo>
                  <a:pt x="3399447" y="7600950"/>
                </a:lnTo>
                <a:lnTo>
                  <a:pt x="3200248" y="7473247"/>
                </a:lnTo>
                <a:cubicBezTo>
                  <a:pt x="1269448" y="6168825"/>
                  <a:pt x="0" y="3959813"/>
                  <a:pt x="0" y="1454307"/>
                </a:cubicBezTo>
                <a:cubicBezTo>
                  <a:pt x="0" y="1078481"/>
                  <a:pt x="28563" y="709326"/>
                  <a:pt x="83636" y="348895"/>
                </a:cubicBezTo>
                <a:close/>
              </a:path>
            </a:pathLst>
          </a:custGeom>
          <a:noFill/>
          <a:ln w="19050">
            <a:solidFill>
              <a:schemeClr val="accent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9C4FB3EF-4408-47EC-8B2B-F96F0B33EFF3}"/>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1F0C8B7A-58DF-4931-AADF-4E4A5B6489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F0756A-1DEC-4533-B01B-202E94996492}"/>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6" name="Picture Placeholder 38">
            <a:extLst>
              <a:ext uri="{FF2B5EF4-FFF2-40B4-BE49-F238E27FC236}">
                <a16:creationId xmlns:a16="http://schemas.microsoft.com/office/drawing/2014/main" id="{1A246353-8FAA-4B65-B059-8C5503A7D264}"/>
              </a:ext>
            </a:extLst>
          </p:cNvPr>
          <p:cNvSpPr>
            <a:spLocks noGrp="1"/>
          </p:cNvSpPr>
          <p:nvPr>
            <p:ph type="pic" sz="quarter" idx="32" hasCustomPrompt="1"/>
          </p:nvPr>
        </p:nvSpPr>
        <p:spPr>
          <a:xfrm>
            <a:off x="6594793" y="0"/>
            <a:ext cx="5597207" cy="6132111"/>
          </a:xfrm>
          <a:custGeom>
            <a:avLst/>
            <a:gdLst>
              <a:gd name="connsiteX0" fmla="*/ 1465750 w 4623624"/>
              <a:gd name="connsiteY0" fmla="*/ 2256147 h 5065486"/>
              <a:gd name="connsiteX1" fmla="*/ 2809337 w 4623624"/>
              <a:gd name="connsiteY1" fmla="*/ 3599734 h 5065486"/>
              <a:gd name="connsiteX2" fmla="*/ 1465750 w 4623624"/>
              <a:gd name="connsiteY2" fmla="*/ 4943321 h 5065486"/>
              <a:gd name="connsiteX3" fmla="*/ 122164 w 4623624"/>
              <a:gd name="connsiteY3" fmla="*/ 3599734 h 5065486"/>
              <a:gd name="connsiteX4" fmla="*/ 1465750 w 4623624"/>
              <a:gd name="connsiteY4" fmla="*/ 2256147 h 5065486"/>
              <a:gd name="connsiteX5" fmla="*/ 83239 w 4623624"/>
              <a:gd name="connsiteY5" fmla="*/ 0 h 5065486"/>
              <a:gd name="connsiteX6" fmla="*/ 4623624 w 4623624"/>
              <a:gd name="connsiteY6" fmla="*/ 0 h 5065486"/>
              <a:gd name="connsiteX7" fmla="*/ 4623624 w 4623624"/>
              <a:gd name="connsiteY7" fmla="*/ 5046466 h 5065486"/>
              <a:gd name="connsiteX8" fmla="*/ 4445850 w 4623624"/>
              <a:gd name="connsiteY8" fmla="*/ 5059984 h 5065486"/>
              <a:gd name="connsiteX9" fmla="*/ 4228264 w 4623624"/>
              <a:gd name="connsiteY9" fmla="*/ 5065486 h 5065486"/>
              <a:gd name="connsiteX10" fmla="*/ 2582432 w 4623624"/>
              <a:gd name="connsiteY10" fmla="*/ 4733207 h 5065486"/>
              <a:gd name="connsiteX11" fmla="*/ 2457551 w 4623624"/>
              <a:gd name="connsiteY11" fmla="*/ 4676750 h 5065486"/>
              <a:gd name="connsiteX12" fmla="*/ 2502193 w 4623624"/>
              <a:gd name="connsiteY12" fmla="*/ 4636177 h 5065486"/>
              <a:gd name="connsiteX13" fmla="*/ 2931501 w 4623624"/>
              <a:gd name="connsiteY13" fmla="*/ 3599734 h 5065486"/>
              <a:gd name="connsiteX14" fmla="*/ 1465750 w 4623624"/>
              <a:gd name="connsiteY14" fmla="*/ 2133983 h 5065486"/>
              <a:gd name="connsiteX15" fmla="*/ 429309 w 4623624"/>
              <a:gd name="connsiteY15" fmla="*/ 2563292 h 5065486"/>
              <a:gd name="connsiteX16" fmla="*/ 388736 w 4623624"/>
              <a:gd name="connsiteY16" fmla="*/ 2607934 h 5065486"/>
              <a:gd name="connsiteX17" fmla="*/ 332278 w 4623624"/>
              <a:gd name="connsiteY17" fmla="*/ 2483053 h 5065486"/>
              <a:gd name="connsiteX18" fmla="*/ 0 w 4623624"/>
              <a:gd name="connsiteY18" fmla="*/ 837221 h 5065486"/>
              <a:gd name="connsiteX19" fmla="*/ 48719 w 4623624"/>
              <a:gd name="connsiteY19" fmla="*/ 193299 h 506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23624" h="5065486">
                <a:moveTo>
                  <a:pt x="1465750" y="2256147"/>
                </a:moveTo>
                <a:cubicBezTo>
                  <a:pt x="2207793" y="2256147"/>
                  <a:pt x="2809337" y="2857691"/>
                  <a:pt x="2809337" y="3599734"/>
                </a:cubicBezTo>
                <a:cubicBezTo>
                  <a:pt x="2809337" y="4341777"/>
                  <a:pt x="2207793" y="4943321"/>
                  <a:pt x="1465750" y="4943321"/>
                </a:cubicBezTo>
                <a:cubicBezTo>
                  <a:pt x="723708" y="4943321"/>
                  <a:pt x="122164" y="4341777"/>
                  <a:pt x="122164" y="3599734"/>
                </a:cubicBezTo>
                <a:cubicBezTo>
                  <a:pt x="122164" y="2857691"/>
                  <a:pt x="723708" y="2256147"/>
                  <a:pt x="1465750" y="2256147"/>
                </a:cubicBezTo>
                <a:close/>
                <a:moveTo>
                  <a:pt x="83239" y="0"/>
                </a:moveTo>
                <a:lnTo>
                  <a:pt x="4623624" y="0"/>
                </a:lnTo>
                <a:lnTo>
                  <a:pt x="4623624" y="5046466"/>
                </a:lnTo>
                <a:lnTo>
                  <a:pt x="4445850" y="5059984"/>
                </a:lnTo>
                <a:cubicBezTo>
                  <a:pt x="4373783" y="5063637"/>
                  <a:pt x="4301239" y="5065486"/>
                  <a:pt x="4228264" y="5065486"/>
                </a:cubicBezTo>
                <a:cubicBezTo>
                  <a:pt x="3644463" y="5065486"/>
                  <a:pt x="3088296" y="4947170"/>
                  <a:pt x="2582432" y="4733207"/>
                </a:cubicBezTo>
                <a:lnTo>
                  <a:pt x="2457551" y="4676750"/>
                </a:lnTo>
                <a:lnTo>
                  <a:pt x="2502193" y="4636177"/>
                </a:lnTo>
                <a:cubicBezTo>
                  <a:pt x="2767441" y="4370928"/>
                  <a:pt x="2931501" y="4004490"/>
                  <a:pt x="2931501" y="3599734"/>
                </a:cubicBezTo>
                <a:cubicBezTo>
                  <a:pt x="2931501" y="2790222"/>
                  <a:pt x="2275262" y="2133983"/>
                  <a:pt x="1465750" y="2133983"/>
                </a:cubicBezTo>
                <a:cubicBezTo>
                  <a:pt x="1060994" y="2133983"/>
                  <a:pt x="694557" y="2298043"/>
                  <a:pt x="429309" y="2563292"/>
                </a:cubicBezTo>
                <a:lnTo>
                  <a:pt x="388736" y="2607934"/>
                </a:lnTo>
                <a:lnTo>
                  <a:pt x="332278" y="2483053"/>
                </a:lnTo>
                <a:cubicBezTo>
                  <a:pt x="118316" y="1977190"/>
                  <a:pt x="0" y="1421022"/>
                  <a:pt x="0" y="837221"/>
                </a:cubicBezTo>
                <a:cubicBezTo>
                  <a:pt x="0" y="618296"/>
                  <a:pt x="16638" y="403256"/>
                  <a:pt x="48719" y="193299"/>
                </a:cubicBezTo>
                <a:close/>
              </a:path>
            </a:pathLst>
          </a:custGeom>
          <a:pattFill prst="pct5">
            <a:fgClr>
              <a:schemeClr val="bg1">
                <a:lumMod val="75000"/>
              </a:schemeClr>
            </a:fgClr>
            <a:bgClr>
              <a:schemeClr val="bg1"/>
            </a:bgClr>
          </a:pattFill>
        </p:spPr>
        <p:txBody>
          <a:bodyPr wrap="square" anchor="ctr" anchorCtr="0">
            <a:noAutofit/>
          </a:bodyPr>
          <a:lstStyle>
            <a:lvl1pPr marL="0" indent="0" algn="ctr">
              <a:buNone/>
              <a:defRPr/>
            </a:lvl1pPr>
          </a:lstStyle>
          <a:p>
            <a:r>
              <a:rPr lang="en-US" err="1"/>
              <a:t>Gambar</a:t>
            </a:r>
            <a:endParaRPr lang="en-US"/>
          </a:p>
        </p:txBody>
      </p:sp>
      <p:sp>
        <p:nvSpPr>
          <p:cNvPr id="7" name="Title 1">
            <a:extLst>
              <a:ext uri="{FF2B5EF4-FFF2-40B4-BE49-F238E27FC236}">
                <a16:creationId xmlns:a16="http://schemas.microsoft.com/office/drawing/2014/main" id="{633AC6AD-1CE1-48B0-B8F6-E29FFAFE174C}"/>
              </a:ext>
            </a:extLst>
          </p:cNvPr>
          <p:cNvSpPr>
            <a:spLocks noGrp="1"/>
          </p:cNvSpPr>
          <p:nvPr>
            <p:ph type="title" hasCustomPrompt="1"/>
          </p:nvPr>
        </p:nvSpPr>
        <p:spPr>
          <a:xfrm>
            <a:off x="632732" y="751313"/>
            <a:ext cx="5962062" cy="1107996"/>
          </a:xfrm>
        </p:spPr>
        <p:txBody>
          <a:bodyPr lIns="0" tIns="0" rIns="0" bIns="0" anchor="ctr" anchorCtr="0">
            <a:noAutofit/>
          </a:bodyPr>
          <a:lstStyle>
            <a:lvl1pPr>
              <a:defRPr sz="4000">
                <a:solidFill>
                  <a:schemeClr val="accent1"/>
                </a:solidFill>
              </a:defRPr>
            </a:lvl1pPr>
          </a:lstStyle>
          <a:p>
            <a:r>
              <a:rPr lang="en-US"/>
              <a:t>Latar Belakang Penelitian</a:t>
            </a:r>
          </a:p>
        </p:txBody>
      </p:sp>
      <p:sp>
        <p:nvSpPr>
          <p:cNvPr id="8" name="Text Placeholder 8">
            <a:extLst>
              <a:ext uri="{FF2B5EF4-FFF2-40B4-BE49-F238E27FC236}">
                <a16:creationId xmlns:a16="http://schemas.microsoft.com/office/drawing/2014/main" id="{947FBD7C-A453-4F42-B382-E360A57E4EF6}"/>
              </a:ext>
            </a:extLst>
          </p:cNvPr>
          <p:cNvSpPr>
            <a:spLocks noGrp="1"/>
          </p:cNvSpPr>
          <p:nvPr>
            <p:ph type="body" sz="quarter" idx="13" hasCustomPrompt="1"/>
          </p:nvPr>
        </p:nvSpPr>
        <p:spPr>
          <a:xfrm>
            <a:off x="632732" y="1915937"/>
            <a:ext cx="5962062" cy="387798"/>
          </a:xfrm>
        </p:spPr>
        <p:txBody>
          <a:bodyPr lIns="0" tIns="0" rIns="0" bIns="0">
            <a:normAutofit/>
          </a:bodyPr>
          <a:lstStyle>
            <a:lvl1pPr>
              <a:buNone/>
              <a:defRPr sz="2800" b="0"/>
            </a:lvl1pPr>
            <a:lvl2pPr>
              <a:buNone/>
              <a:defRPr/>
            </a:lvl2pPr>
            <a:lvl3pPr>
              <a:buNone/>
              <a:defRPr/>
            </a:lvl3pPr>
            <a:lvl4pPr>
              <a:buNone/>
              <a:defRPr/>
            </a:lvl4pPr>
            <a:lvl5pPr>
              <a:buNone/>
              <a:defRPr/>
            </a:lvl5pPr>
          </a:lstStyle>
          <a:p>
            <a:pPr lvl="0"/>
            <a:r>
              <a:rPr lang="en-US"/>
              <a:t>Alasan Pengambilan Judul Skripsi</a:t>
            </a:r>
          </a:p>
        </p:txBody>
      </p:sp>
      <p:sp>
        <p:nvSpPr>
          <p:cNvPr id="9" name="Text Placeholder 19">
            <a:extLst>
              <a:ext uri="{FF2B5EF4-FFF2-40B4-BE49-F238E27FC236}">
                <a16:creationId xmlns:a16="http://schemas.microsoft.com/office/drawing/2014/main" id="{2C77C824-9DB2-458D-91CC-544AB458B4D1}"/>
              </a:ext>
            </a:extLst>
          </p:cNvPr>
          <p:cNvSpPr>
            <a:spLocks noGrp="1"/>
          </p:cNvSpPr>
          <p:nvPr>
            <p:ph type="body" sz="quarter" idx="14" hasCustomPrompt="1"/>
          </p:nvPr>
        </p:nvSpPr>
        <p:spPr>
          <a:xfrm>
            <a:off x="632732" y="2515682"/>
            <a:ext cx="5962060" cy="3571491"/>
          </a:xfrm>
        </p:spPr>
        <p:txBody>
          <a:bodyPr lIns="0" tIns="0" rIns="0" bIns="0">
            <a:normAutofit/>
          </a:bodyPr>
          <a:lstStyle>
            <a:lvl1pPr marL="0" indent="0">
              <a:lnSpc>
                <a:spcPct val="120000"/>
              </a:lnSpc>
              <a:buFont typeface="Arial" panose="020B0604020202020204" pitchFamily="34" charset="0"/>
              <a:buNone/>
              <a:defRPr sz="24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 deskripsi penjelasan dari bagian ini. Slide ini bisa digunakan untuk menjelaskan suatu bagian seperti latar belakang, hipotesa, tujuan penelitian, manfaat penelitian, tempat dan waktu penelitian atau apapun. Gunakan gambar berorientasi portrait atau square untuk hasil terbaik.</a:t>
            </a:r>
          </a:p>
        </p:txBody>
      </p:sp>
      <p:sp>
        <p:nvSpPr>
          <p:cNvPr id="2" name="Graphic 20">
            <a:extLst>
              <a:ext uri="{FF2B5EF4-FFF2-40B4-BE49-F238E27FC236}">
                <a16:creationId xmlns:a16="http://schemas.microsoft.com/office/drawing/2014/main" id="{150CBE93-43EC-4D78-8328-2E64AFB2F0EB}"/>
              </a:ext>
            </a:extLst>
          </p:cNvPr>
          <p:cNvSpPr/>
          <p:nvPr/>
        </p:nvSpPr>
        <p:spPr>
          <a:xfrm>
            <a:off x="-755745" y="5674474"/>
            <a:ext cx="1511489" cy="1728875"/>
          </a:xfrm>
          <a:custGeom>
            <a:avLst/>
            <a:gdLst>
              <a:gd name="connsiteX0" fmla="*/ 30926 w 1511489"/>
              <a:gd name="connsiteY0" fmla="*/ 170095 h 1728875"/>
              <a:gd name="connsiteX1" fmla="*/ 2638 w 1511489"/>
              <a:gd name="connsiteY1" fmla="*/ 61083 h 1728875"/>
              <a:gd name="connsiteX2" fmla="*/ 95064 w 1511489"/>
              <a:gd name="connsiteY2" fmla="*/ -3271 h 1728875"/>
              <a:gd name="connsiteX3" fmla="*/ 516225 w 1511489"/>
              <a:gd name="connsiteY3" fmla="*/ -3271 h 1728875"/>
              <a:gd name="connsiteX4" fmla="*/ 580374 w 1511489"/>
              <a:gd name="connsiteY4" fmla="*/ 20465 h 1728875"/>
              <a:gd name="connsiteX5" fmla="*/ 1473601 w 1511489"/>
              <a:gd name="connsiteY5" fmla="*/ 786355 h 1728875"/>
              <a:gd name="connsiteX6" fmla="*/ 1508001 w 1511489"/>
              <a:gd name="connsiteY6" fmla="*/ 861167 h 1728875"/>
              <a:gd name="connsiteX7" fmla="*/ 1473601 w 1511489"/>
              <a:gd name="connsiteY7" fmla="*/ 935978 h 1728875"/>
              <a:gd name="connsiteX8" fmla="*/ 580374 w 1511489"/>
              <a:gd name="connsiteY8" fmla="*/ 1701869 h 1728875"/>
              <a:gd name="connsiteX9" fmla="*/ 516225 w 1511489"/>
              <a:gd name="connsiteY9" fmla="*/ 1725605 h 1728875"/>
              <a:gd name="connsiteX10" fmla="*/ 95064 w 1511489"/>
              <a:gd name="connsiteY10" fmla="*/ 1725605 h 1728875"/>
              <a:gd name="connsiteX11" fmla="*/ 2638 w 1511489"/>
              <a:gd name="connsiteY11" fmla="*/ 1661250 h 1728875"/>
              <a:gd name="connsiteX12" fmla="*/ 30926 w 1511489"/>
              <a:gd name="connsiteY12" fmla="*/ 1552238 h 1728875"/>
              <a:gd name="connsiteX13" fmla="*/ 837104 w 1511489"/>
              <a:gd name="connsiteY13" fmla="*/ 861167 h 1728875"/>
              <a:gd name="connsiteX14" fmla="*/ 30926 w 1511489"/>
              <a:gd name="connsiteY14" fmla="*/ 170095 h 172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1489" h="1728875">
                <a:moveTo>
                  <a:pt x="30926" y="170095"/>
                </a:moveTo>
                <a:cubicBezTo>
                  <a:pt x="-384" y="143256"/>
                  <a:pt x="-11671" y="99760"/>
                  <a:pt x="2638" y="61083"/>
                </a:cubicBezTo>
                <a:cubicBezTo>
                  <a:pt x="16947" y="22406"/>
                  <a:pt x="53825" y="-3272"/>
                  <a:pt x="95064" y="-3271"/>
                </a:cubicBezTo>
                <a:cubicBezTo>
                  <a:pt x="253900" y="-3271"/>
                  <a:pt x="439190" y="-3271"/>
                  <a:pt x="516225" y="-3271"/>
                </a:cubicBezTo>
                <a:cubicBezTo>
                  <a:pt x="539757" y="-3271"/>
                  <a:pt x="562510" y="5148"/>
                  <a:pt x="580374" y="20465"/>
                </a:cubicBezTo>
                <a:cubicBezTo>
                  <a:pt x="709836" y="131472"/>
                  <a:pt x="1258307" y="601754"/>
                  <a:pt x="1473601" y="786355"/>
                </a:cubicBezTo>
                <a:cubicBezTo>
                  <a:pt x="1495434" y="805078"/>
                  <a:pt x="1508001" y="832405"/>
                  <a:pt x="1508001" y="861167"/>
                </a:cubicBezTo>
                <a:cubicBezTo>
                  <a:pt x="1508001" y="889928"/>
                  <a:pt x="1495434" y="917256"/>
                  <a:pt x="1473601" y="935978"/>
                </a:cubicBezTo>
                <a:cubicBezTo>
                  <a:pt x="1258307" y="1120579"/>
                  <a:pt x="709836" y="1590861"/>
                  <a:pt x="580374" y="1701869"/>
                </a:cubicBezTo>
                <a:cubicBezTo>
                  <a:pt x="562510" y="1717185"/>
                  <a:pt x="539757" y="1725605"/>
                  <a:pt x="516225" y="1725605"/>
                </a:cubicBezTo>
                <a:cubicBezTo>
                  <a:pt x="439190" y="1725605"/>
                  <a:pt x="253900" y="1725605"/>
                  <a:pt x="95064" y="1725605"/>
                </a:cubicBezTo>
                <a:cubicBezTo>
                  <a:pt x="53825" y="1725605"/>
                  <a:pt x="16947" y="1699928"/>
                  <a:pt x="2638" y="1661250"/>
                </a:cubicBezTo>
                <a:cubicBezTo>
                  <a:pt x="-11671" y="1622573"/>
                  <a:pt x="-384" y="1579077"/>
                  <a:pt x="30926" y="1552238"/>
                </a:cubicBezTo>
                <a:cubicBezTo>
                  <a:pt x="325304" y="1299890"/>
                  <a:pt x="837104" y="861167"/>
                  <a:pt x="837104" y="861167"/>
                </a:cubicBezTo>
                <a:cubicBezTo>
                  <a:pt x="837104" y="861167"/>
                  <a:pt x="325304" y="422441"/>
                  <a:pt x="30926" y="170095"/>
                </a:cubicBezTo>
                <a:close/>
              </a:path>
            </a:pathLst>
          </a:custGeom>
          <a:solidFill>
            <a:schemeClr val="accent1"/>
          </a:solidFill>
          <a:ln w="154" cap="flat">
            <a:noFill/>
            <a:prstDash val="solid"/>
            <a:round/>
          </a:ln>
        </p:spPr>
        <p:txBody>
          <a:bodyPr rtlCol="0" anchor="ctr"/>
          <a:lstStyle/>
          <a:p>
            <a:endParaRPr lang="en-US"/>
          </a:p>
        </p:txBody>
      </p:sp>
    </p:spTree>
    <p:extLst>
      <p:ext uri="{BB962C8B-B14F-4D97-AF65-F5344CB8AC3E}">
        <p14:creationId xmlns:p14="http://schemas.microsoft.com/office/powerpoint/2010/main" val="666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par>
                                <p:cTn id="15" presetID="53" presetClass="entr" presetSubtype="16" fill="hold" grpId="0" nodeType="withEffect">
                                  <p:stCondLst>
                                    <p:cond delay="250"/>
                                  </p:stCondLst>
                                  <p:childTnLst>
                                    <p:set>
                                      <p:cBhvr>
                                        <p:cTn id="16" dur="1" fill="hold">
                                          <p:stCondLst>
                                            <p:cond delay="0"/>
                                          </p:stCondLst>
                                        </p:cTn>
                                        <p:tgtEl>
                                          <p:spTgt spid="26"/>
                                        </p:tgtEl>
                                        <p:attrNameLst>
                                          <p:attrName>style.visibility</p:attrName>
                                        </p:attrNameLst>
                                      </p:cBhvr>
                                      <p:to>
                                        <p:strVal val="visible"/>
                                      </p:to>
                                    </p:set>
                                    <p:anim calcmode="lin" valueType="num">
                                      <p:cBhvr>
                                        <p:cTn id="17" dur="500" fill="hold"/>
                                        <p:tgtEl>
                                          <p:spTgt spid="26"/>
                                        </p:tgtEl>
                                        <p:attrNameLst>
                                          <p:attrName>ppt_w</p:attrName>
                                        </p:attrNameLst>
                                      </p:cBhvr>
                                      <p:tavLst>
                                        <p:tav tm="0">
                                          <p:val>
                                            <p:fltVal val="0"/>
                                          </p:val>
                                        </p:tav>
                                        <p:tav tm="100000">
                                          <p:val>
                                            <p:strVal val="#ppt_w"/>
                                          </p:val>
                                        </p:tav>
                                      </p:tavLst>
                                    </p:anim>
                                    <p:anim calcmode="lin" valueType="num">
                                      <p:cBhvr>
                                        <p:cTn id="18" dur="500" fill="hold"/>
                                        <p:tgtEl>
                                          <p:spTgt spid="26"/>
                                        </p:tgtEl>
                                        <p:attrNameLst>
                                          <p:attrName>ppt_h</p:attrName>
                                        </p:attrNameLst>
                                      </p:cBhvr>
                                      <p:tavLst>
                                        <p:tav tm="0">
                                          <p:val>
                                            <p:fltVal val="0"/>
                                          </p:val>
                                        </p:tav>
                                        <p:tav tm="100000">
                                          <p:val>
                                            <p:strVal val="#ppt_h"/>
                                          </p:val>
                                        </p:tav>
                                      </p:tavLst>
                                    </p:anim>
                                    <p:animEffect transition="in" filter="fade">
                                      <p:cBhvr>
                                        <p:cTn id="19" dur="500"/>
                                        <p:tgtEl>
                                          <p:spTgt spid="26"/>
                                        </p:tgtEl>
                                      </p:cBhvr>
                                    </p:animEffect>
                                  </p:childTnLst>
                                </p:cTn>
                              </p:par>
                              <p:par>
                                <p:cTn id="20" presetID="2" presetClass="entr" presetSubtype="8" decel="100000" fill="hold" grpId="0" nodeType="withEffect">
                                  <p:stCondLst>
                                    <p:cond delay="50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750"/>
                                  </p:stCondLst>
                                  <p:childTnLst>
                                    <p:set>
                                      <p:cBhvr>
                                        <p:cTn id="25" dur="1" fill="hold">
                                          <p:stCondLst>
                                            <p:cond delay="0"/>
                                          </p:stCondLst>
                                        </p:cTn>
                                        <p:tgtEl>
                                          <p:spTgt spid="8">
                                            <p:txEl>
                                              <p:pRg st="0" end="0"/>
                                            </p:txEl>
                                          </p:spTgt>
                                        </p:tgtEl>
                                        <p:attrNameLst>
                                          <p:attrName>style.visibility</p:attrName>
                                        </p:attrNameLst>
                                      </p:cBhvr>
                                      <p:to>
                                        <p:strVal val="visible"/>
                                      </p:to>
                                    </p:set>
                                    <p:anim calcmode="lin" valueType="num">
                                      <p:cBhvr additive="base">
                                        <p:cTn id="26"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8">
                                            <p:txEl>
                                              <p:pRg st="0" end="0"/>
                                            </p:txEl>
                                          </p:spTgt>
                                        </p:tgtEl>
                                        <p:attrNameLst>
                                          <p:attrName>ppt_y</p:attrName>
                                        </p:attrNameLst>
                                      </p:cBhvr>
                                      <p:tavLst>
                                        <p:tav tm="0">
                                          <p:val>
                                            <p:strVal val="#ppt_y"/>
                                          </p:val>
                                        </p:tav>
                                        <p:tav tm="100000">
                                          <p:val>
                                            <p:strVal val="#ppt_y"/>
                                          </p:val>
                                        </p:tav>
                                      </p:tavLst>
                                    </p:anim>
                                  </p:childTnLst>
                                </p:cTn>
                              </p:par>
                              <p:par>
                                <p:cTn id="28" presetID="2" presetClass="entr" presetSubtype="8" decel="100000" fill="hold" grpId="0" nodeType="withEffect">
                                  <p:stCondLst>
                                    <p:cond delay="1000"/>
                                  </p:stCondLst>
                                  <p:childTnLst>
                                    <p:set>
                                      <p:cBhvr>
                                        <p:cTn id="29" dur="1" fill="hold">
                                          <p:stCondLst>
                                            <p:cond delay="0"/>
                                          </p:stCondLst>
                                        </p:cTn>
                                        <p:tgtEl>
                                          <p:spTgt spid="9">
                                            <p:txEl>
                                              <p:pRg st="0" end="0"/>
                                            </p:txEl>
                                          </p:spTgt>
                                        </p:tgtEl>
                                        <p:attrNameLst>
                                          <p:attrName>style.visibility</p:attrName>
                                        </p:attrNameLst>
                                      </p:cBhvr>
                                      <p:to>
                                        <p:strVal val="visible"/>
                                      </p:to>
                                    </p:set>
                                    <p:anim calcmode="lin" valueType="num">
                                      <p:cBhvr additive="base">
                                        <p:cTn id="30"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9">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8" decel="100000" fill="hold" grpId="0" nodeType="withEffect">
                                  <p:stCondLst>
                                    <p:cond delay="125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0-#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6" grpId="0" animBg="1"/>
      <p:bldP spid="7" grpId="0"/>
      <p:bldP spid="8" grpId="0" build="p">
        <p:tmplLst>
          <p:tmpl lvl="1">
            <p:tnLst>
              <p:par>
                <p:cTn presetID="2" presetClass="entr" presetSubtype="8" decel="100000" fill="hold" nodeType="withEffect">
                  <p:stCondLst>
                    <p:cond delay="7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0-#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build="p">
        <p:tmplLst>
          <p:tmpl lvl="1">
            <p:tnLst>
              <p:par>
                <p:cTn presetID="2" presetClass="entr" presetSubtype="8" decel="100000" fill="hold" nodeType="withEffect">
                  <p:stCondLst>
                    <p:cond delay="10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2"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ambar Deskripsi 2">
    <p:spTree>
      <p:nvGrpSpPr>
        <p:cNvPr id="1" name=""/>
        <p:cNvGrpSpPr/>
        <p:nvPr/>
      </p:nvGrpSpPr>
      <p:grpSpPr>
        <a:xfrm>
          <a:off x="0" y="0"/>
          <a:ext cx="0" cy="0"/>
          <a:chOff x="0" y="0"/>
          <a:chExt cx="0" cy="0"/>
        </a:xfrm>
      </p:grpSpPr>
      <p:pic>
        <p:nvPicPr>
          <p:cNvPr id="19" name="Picture 6" descr="Geometrical Illustration">
            <a:extLst>
              <a:ext uri="{FF2B5EF4-FFF2-40B4-BE49-F238E27FC236}">
                <a16:creationId xmlns:a16="http://schemas.microsoft.com/office/drawing/2014/main" id="{8FEEC68F-CE89-4F48-B059-B4325E0CEC2D}"/>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DA24742B-C70D-42C5-921F-6EC3223D4A9C}"/>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2EF03D0C-E218-4B24-A6D8-9D9AEB2F019A}"/>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C5B5FE6D-4C5C-4099-B8B9-2EB85289C0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0B3CDB-720C-42E5-A097-CA36814F842B}"/>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32" name="Freeform: Shape 31">
            <a:extLst>
              <a:ext uri="{FF2B5EF4-FFF2-40B4-BE49-F238E27FC236}">
                <a16:creationId xmlns:a16="http://schemas.microsoft.com/office/drawing/2014/main" id="{95F34ABF-01E9-4CA4-B4A6-35C2E8BCFC98}"/>
              </a:ext>
            </a:extLst>
          </p:cNvPr>
          <p:cNvSpPr/>
          <p:nvPr userDrawn="1"/>
        </p:nvSpPr>
        <p:spPr>
          <a:xfrm>
            <a:off x="-2271252" y="-648928"/>
            <a:ext cx="9497962" cy="8406581"/>
          </a:xfrm>
          <a:custGeom>
            <a:avLst/>
            <a:gdLst>
              <a:gd name="connsiteX0" fmla="*/ 0 w 9497962"/>
              <a:gd name="connsiteY0" fmla="*/ 0 h 8406581"/>
              <a:gd name="connsiteX1" fmla="*/ 9439838 w 9497962"/>
              <a:gd name="connsiteY1" fmla="*/ 0 h 8406581"/>
              <a:gd name="connsiteX2" fmla="*/ 9483154 w 9497962"/>
              <a:gd name="connsiteY2" fmla="*/ 569634 h 8406581"/>
              <a:gd name="connsiteX3" fmla="*/ 9497962 w 9497962"/>
              <a:gd name="connsiteY3" fmla="*/ 1155290 h 8406581"/>
              <a:gd name="connsiteX4" fmla="*/ 6899132 w 9497962"/>
              <a:gd name="connsiteY4" fmla="*/ 8394561 h 8406581"/>
              <a:gd name="connsiteX5" fmla="*/ 6888720 w 9497962"/>
              <a:gd name="connsiteY5" fmla="*/ 8406581 h 8406581"/>
              <a:gd name="connsiteX6" fmla="*/ 0 w 9497962"/>
              <a:gd name="connsiteY6" fmla="*/ 8406581 h 840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97962" h="8406581">
                <a:moveTo>
                  <a:pt x="0" y="0"/>
                </a:moveTo>
                <a:lnTo>
                  <a:pt x="9439838" y="0"/>
                </a:lnTo>
                <a:lnTo>
                  <a:pt x="9483154" y="569634"/>
                </a:lnTo>
                <a:cubicBezTo>
                  <a:pt x="9492986" y="763611"/>
                  <a:pt x="9497962" y="958869"/>
                  <a:pt x="9497962" y="1155290"/>
                </a:cubicBezTo>
                <a:cubicBezTo>
                  <a:pt x="9497962" y="3905181"/>
                  <a:pt x="8522676" y="6427281"/>
                  <a:pt x="6899132" y="8394561"/>
                </a:cubicBezTo>
                <a:lnTo>
                  <a:pt x="6888720" y="8406581"/>
                </a:lnTo>
                <a:lnTo>
                  <a:pt x="0" y="8406581"/>
                </a:lnTo>
                <a:close/>
              </a:path>
            </a:pathLst>
          </a:custGeom>
          <a:noFill/>
          <a:ln>
            <a:solidFill>
              <a:schemeClr val="accent1">
                <a:shade val="50000"/>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9A7DB37B-0E7C-492F-910F-21DCFAD0D4D7}"/>
              </a:ext>
            </a:extLst>
          </p:cNvPr>
          <p:cNvSpPr/>
          <p:nvPr userDrawn="1"/>
        </p:nvSpPr>
        <p:spPr>
          <a:xfrm>
            <a:off x="-2271252" y="-648928"/>
            <a:ext cx="8293510" cy="8406581"/>
          </a:xfrm>
          <a:custGeom>
            <a:avLst/>
            <a:gdLst>
              <a:gd name="connsiteX0" fmla="*/ 0 w 8293510"/>
              <a:gd name="connsiteY0" fmla="*/ 0 h 8406581"/>
              <a:gd name="connsiteX1" fmla="*/ 8226381 w 8293510"/>
              <a:gd name="connsiteY1" fmla="*/ 0 h 8406581"/>
              <a:gd name="connsiteX2" fmla="*/ 8240971 w 8293510"/>
              <a:gd name="connsiteY2" fmla="*/ 114814 h 8406581"/>
              <a:gd name="connsiteX3" fmla="*/ 8293510 w 8293510"/>
              <a:gd name="connsiteY3" fmla="*/ 1155290 h 8406581"/>
              <a:gd name="connsiteX4" fmla="*/ 5312915 w 8293510"/>
              <a:gd name="connsiteY4" fmla="*/ 8351082 h 8406581"/>
              <a:gd name="connsiteX5" fmla="*/ 5254705 w 8293510"/>
              <a:gd name="connsiteY5" fmla="*/ 8406581 h 8406581"/>
              <a:gd name="connsiteX6" fmla="*/ 0 w 8293510"/>
              <a:gd name="connsiteY6" fmla="*/ 8406581 h 840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3510" h="8406581">
                <a:moveTo>
                  <a:pt x="0" y="0"/>
                </a:moveTo>
                <a:lnTo>
                  <a:pt x="8226381" y="0"/>
                </a:lnTo>
                <a:lnTo>
                  <a:pt x="8240971" y="114814"/>
                </a:lnTo>
                <a:cubicBezTo>
                  <a:pt x="8275713" y="456914"/>
                  <a:pt x="8293510" y="804024"/>
                  <a:pt x="8293510" y="1155290"/>
                </a:cubicBezTo>
                <a:cubicBezTo>
                  <a:pt x="8293510" y="3965422"/>
                  <a:pt x="7154479" y="6509519"/>
                  <a:pt x="5312915" y="8351082"/>
                </a:cubicBezTo>
                <a:lnTo>
                  <a:pt x="5254705" y="8406581"/>
                </a:lnTo>
                <a:lnTo>
                  <a:pt x="0" y="8406581"/>
                </a:lnTo>
                <a:close/>
              </a:path>
            </a:pathLst>
          </a:custGeom>
          <a:noFill/>
          <a:ln>
            <a:solidFill>
              <a:schemeClr val="accent1">
                <a:shade val="50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itle 1">
            <a:extLst>
              <a:ext uri="{FF2B5EF4-FFF2-40B4-BE49-F238E27FC236}">
                <a16:creationId xmlns:a16="http://schemas.microsoft.com/office/drawing/2014/main" id="{7F6963FF-F6FC-4627-A2B2-4970F53413F2}"/>
              </a:ext>
            </a:extLst>
          </p:cNvPr>
          <p:cNvSpPr>
            <a:spLocks noGrp="1"/>
          </p:cNvSpPr>
          <p:nvPr>
            <p:ph type="title" hasCustomPrompt="1"/>
          </p:nvPr>
        </p:nvSpPr>
        <p:spPr>
          <a:xfrm>
            <a:off x="5629569" y="774992"/>
            <a:ext cx="5962062" cy="553998"/>
          </a:xfrm>
        </p:spPr>
        <p:txBody>
          <a:bodyPr lIns="0" tIns="0" rIns="0" bIns="0" anchor="ctr" anchorCtr="0">
            <a:normAutofit/>
          </a:bodyPr>
          <a:lstStyle>
            <a:lvl1pPr>
              <a:defRPr sz="4000">
                <a:solidFill>
                  <a:schemeClr val="accent1"/>
                </a:solidFill>
              </a:defRPr>
            </a:lvl1pPr>
          </a:lstStyle>
          <a:p>
            <a:r>
              <a:rPr lang="en-US"/>
              <a:t>Rumusan Masalah</a:t>
            </a:r>
          </a:p>
        </p:txBody>
      </p:sp>
      <p:sp>
        <p:nvSpPr>
          <p:cNvPr id="35" name="Picture Placeholder 34">
            <a:extLst>
              <a:ext uri="{FF2B5EF4-FFF2-40B4-BE49-F238E27FC236}">
                <a16:creationId xmlns:a16="http://schemas.microsoft.com/office/drawing/2014/main" id="{47720564-12FA-43A4-BCB6-D335D50A7C29}"/>
              </a:ext>
            </a:extLst>
          </p:cNvPr>
          <p:cNvSpPr>
            <a:spLocks noGrp="1"/>
          </p:cNvSpPr>
          <p:nvPr>
            <p:ph type="pic" sz="quarter" idx="15"/>
          </p:nvPr>
        </p:nvSpPr>
        <p:spPr>
          <a:xfrm>
            <a:off x="2" y="0"/>
            <a:ext cx="5132439" cy="6858000"/>
          </a:xfrm>
          <a:custGeom>
            <a:avLst/>
            <a:gdLst>
              <a:gd name="connsiteX0" fmla="*/ 0 w 5132439"/>
              <a:gd name="connsiteY0" fmla="*/ 0 h 6858000"/>
              <a:gd name="connsiteX1" fmla="*/ 5123489 w 5132439"/>
              <a:gd name="connsiteY1" fmla="*/ 0 h 6858000"/>
              <a:gd name="connsiteX2" fmla="*/ 5132439 w 5132439"/>
              <a:gd name="connsiteY2" fmla="*/ 353961 h 6858000"/>
              <a:gd name="connsiteX3" fmla="*/ 2680366 w 5132439"/>
              <a:gd name="connsiteY3" fmla="*/ 6700510 h 6858000"/>
              <a:gd name="connsiteX4" fmla="*/ 2530214 w 5132439"/>
              <a:gd name="connsiteY4" fmla="*/ 6858000 h 6858000"/>
              <a:gd name="connsiteX5" fmla="*/ 0 w 5132439"/>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2439" h="6858000">
                <a:moveTo>
                  <a:pt x="0" y="0"/>
                </a:moveTo>
                <a:lnTo>
                  <a:pt x="5123489" y="0"/>
                </a:lnTo>
                <a:lnTo>
                  <a:pt x="5132439" y="353961"/>
                </a:lnTo>
                <a:cubicBezTo>
                  <a:pt x="5132439" y="2797554"/>
                  <a:pt x="4203881" y="5024271"/>
                  <a:pt x="2680366" y="6700510"/>
                </a:cubicBezTo>
                <a:lnTo>
                  <a:pt x="2530214" y="6858000"/>
                </a:lnTo>
                <a:lnTo>
                  <a:pt x="0" y="6858000"/>
                </a:ln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16" name="Text Placeholder 8">
            <a:extLst>
              <a:ext uri="{FF2B5EF4-FFF2-40B4-BE49-F238E27FC236}">
                <a16:creationId xmlns:a16="http://schemas.microsoft.com/office/drawing/2014/main" id="{8CD682BC-140B-46AA-861B-87331D30A07A}"/>
              </a:ext>
            </a:extLst>
          </p:cNvPr>
          <p:cNvSpPr>
            <a:spLocks noGrp="1"/>
          </p:cNvSpPr>
          <p:nvPr>
            <p:ph type="body" sz="quarter" idx="13" hasCustomPrompt="1"/>
          </p:nvPr>
        </p:nvSpPr>
        <p:spPr>
          <a:xfrm>
            <a:off x="5629569" y="1383884"/>
            <a:ext cx="5962062" cy="387798"/>
          </a:xfrm>
        </p:spPr>
        <p:txBody>
          <a:bodyPr lIns="0" tIns="0" rIns="0" bIns="0">
            <a:normAutofit/>
          </a:bodyPr>
          <a:lstStyle>
            <a:lvl1pPr>
              <a:buNone/>
              <a:defRPr sz="2800"/>
            </a:lvl1pPr>
            <a:lvl2pPr>
              <a:buNone/>
              <a:defRPr/>
            </a:lvl2pPr>
            <a:lvl3pPr>
              <a:buNone/>
              <a:defRPr/>
            </a:lvl3pPr>
            <a:lvl4pPr>
              <a:buNone/>
              <a:defRPr/>
            </a:lvl4pPr>
            <a:lvl5pPr>
              <a:buNone/>
              <a:defRPr/>
            </a:lvl5pPr>
          </a:lstStyle>
          <a:p>
            <a:pPr lvl="0"/>
            <a:r>
              <a:rPr lang="en-US"/>
              <a:t>Rumusan Masalah dari Penelitian</a:t>
            </a:r>
          </a:p>
        </p:txBody>
      </p:sp>
      <p:sp>
        <p:nvSpPr>
          <p:cNvPr id="17" name="Text Placeholder 19">
            <a:extLst>
              <a:ext uri="{FF2B5EF4-FFF2-40B4-BE49-F238E27FC236}">
                <a16:creationId xmlns:a16="http://schemas.microsoft.com/office/drawing/2014/main" id="{20FC84A4-6B38-42EB-B876-7CD752DD7220}"/>
              </a:ext>
            </a:extLst>
          </p:cNvPr>
          <p:cNvSpPr>
            <a:spLocks noGrp="1"/>
          </p:cNvSpPr>
          <p:nvPr>
            <p:ph type="body" sz="quarter" idx="14" hasCustomPrompt="1"/>
          </p:nvPr>
        </p:nvSpPr>
        <p:spPr>
          <a:xfrm>
            <a:off x="5629569" y="1912851"/>
            <a:ext cx="5962060" cy="3504486"/>
          </a:xfrm>
        </p:spPr>
        <p:txBody>
          <a:bodyPr lIns="0" tIns="0" rIns="0" bIns="0">
            <a:normAutofit/>
          </a:bodyPr>
          <a:lstStyle>
            <a:lvl1pPr marL="0" indent="0">
              <a:lnSpc>
                <a:spcPct val="120000"/>
              </a:lnSpc>
              <a:buFont typeface="Arial" panose="020B0604020202020204" pitchFamily="34" charset="0"/>
              <a:buNone/>
              <a:defRPr sz="24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 deskripsi penjelasan dari bagian ini. Slide ini bisa digunakan untuk menjelaskan suatu bagian seperti latar belakang, hipotesa, tujuan penelitian, manfaat penelitian, tempat dan waktu penelitian atau apapun. Gunakan gambar berorientasi portrait atau square untuk hasil terbaik.</a:t>
            </a:r>
          </a:p>
        </p:txBody>
      </p:sp>
      <p:grpSp>
        <p:nvGrpSpPr>
          <p:cNvPr id="2" name="Group 1">
            <a:extLst>
              <a:ext uri="{FF2B5EF4-FFF2-40B4-BE49-F238E27FC236}">
                <a16:creationId xmlns:a16="http://schemas.microsoft.com/office/drawing/2014/main" id="{470050CD-444C-435B-BAA3-B7EB9CC530D8}"/>
              </a:ext>
            </a:extLst>
          </p:cNvPr>
          <p:cNvGrpSpPr/>
          <p:nvPr userDrawn="1"/>
        </p:nvGrpSpPr>
        <p:grpSpPr>
          <a:xfrm>
            <a:off x="4061026" y="5087006"/>
            <a:ext cx="914400" cy="914400"/>
            <a:chOff x="4061026" y="5087006"/>
            <a:chExt cx="914400" cy="914400"/>
          </a:xfrm>
        </p:grpSpPr>
        <p:sp>
          <p:nvSpPr>
            <p:cNvPr id="23" name="Oval 22">
              <a:extLst>
                <a:ext uri="{FF2B5EF4-FFF2-40B4-BE49-F238E27FC236}">
                  <a16:creationId xmlns:a16="http://schemas.microsoft.com/office/drawing/2014/main" id="{AAB284E2-2E74-4C7E-8250-F0512BB115C2}"/>
                </a:ext>
              </a:extLst>
            </p:cNvPr>
            <p:cNvSpPr/>
            <p:nvPr userDrawn="1"/>
          </p:nvSpPr>
          <p:spPr>
            <a:xfrm>
              <a:off x="4061026" y="5087006"/>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B2398794-1ACC-42D6-8944-5FC79EF147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4270944" y="5296924"/>
              <a:ext cx="494564" cy="494564"/>
            </a:xfrm>
            <a:prstGeom prst="rect">
              <a:avLst/>
            </a:prstGeom>
          </p:spPr>
        </p:pic>
      </p:grpSp>
    </p:spTree>
    <p:extLst>
      <p:ext uri="{BB962C8B-B14F-4D97-AF65-F5344CB8AC3E}">
        <p14:creationId xmlns:p14="http://schemas.microsoft.com/office/powerpoint/2010/main" val="412844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0-#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0-#ppt_w/2"/>
                                          </p:val>
                                        </p:tav>
                                        <p:tav tm="100000">
                                          <p:val>
                                            <p:strVal val="#ppt_x"/>
                                          </p:val>
                                        </p:tav>
                                      </p:tavLst>
                                    </p:anim>
                                    <p:anim calcmode="lin" valueType="num">
                                      <p:cBhvr additive="base">
                                        <p:cTn id="16" dur="500" fill="hold"/>
                                        <p:tgtEl>
                                          <p:spTgt spid="32"/>
                                        </p:tgtEl>
                                        <p:attrNameLst>
                                          <p:attrName>ppt_y</p:attrName>
                                        </p:attrNameLst>
                                      </p:cBhvr>
                                      <p:tavLst>
                                        <p:tav tm="0">
                                          <p:val>
                                            <p:strVal val="#ppt_y"/>
                                          </p:val>
                                        </p:tav>
                                        <p:tav tm="100000">
                                          <p:val>
                                            <p:strVal val="#ppt_y"/>
                                          </p:val>
                                        </p:tav>
                                      </p:tavLst>
                                    </p:anim>
                                  </p:childTnLst>
                                </p:cTn>
                              </p:par>
                              <p:par>
                                <p:cTn id="17" presetID="2" presetClass="entr" presetSubtype="8" decel="100000" fill="hold" nodeType="withEffect">
                                  <p:stCondLst>
                                    <p:cond delay="75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1+#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1250"/>
                                  </p:stCondLst>
                                  <p:childTnLst>
                                    <p:set>
                                      <p:cBhvr>
                                        <p:cTn id="26" dur="1" fill="hold">
                                          <p:stCondLst>
                                            <p:cond delay="0"/>
                                          </p:stCondLst>
                                        </p:cTn>
                                        <p:tgtEl>
                                          <p:spTgt spid="16">
                                            <p:txEl>
                                              <p:pRg st="0" end="0"/>
                                            </p:txEl>
                                          </p:spTgt>
                                        </p:tgtEl>
                                        <p:attrNameLst>
                                          <p:attrName>style.visibility</p:attrName>
                                        </p:attrNameLst>
                                      </p:cBhvr>
                                      <p:to>
                                        <p:strVal val="visible"/>
                                      </p:to>
                                    </p:set>
                                    <p:anim calcmode="lin" valueType="num">
                                      <p:cBhvr additive="base">
                                        <p:cTn id="27"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1500"/>
                                  </p:stCondLst>
                                  <p:childTnLst>
                                    <p:set>
                                      <p:cBhvr>
                                        <p:cTn id="30" dur="1" fill="hold">
                                          <p:stCondLst>
                                            <p:cond delay="0"/>
                                          </p:stCondLst>
                                        </p:cTn>
                                        <p:tgtEl>
                                          <p:spTgt spid="17">
                                            <p:txEl>
                                              <p:pRg st="0" end="0"/>
                                            </p:txEl>
                                          </p:spTgt>
                                        </p:tgtEl>
                                        <p:attrNameLst>
                                          <p:attrName>style.visibility</p:attrName>
                                        </p:attrNameLst>
                                      </p:cBhvr>
                                      <p:to>
                                        <p:strVal val="visible"/>
                                      </p:to>
                                    </p:set>
                                    <p:anim calcmode="lin" valueType="num">
                                      <p:cBhvr additive="base">
                                        <p:cTn id="31"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9" grpId="0" animBg="1"/>
      <p:bldP spid="15" grpId="0"/>
      <p:bldP spid="35" grpId="0" animBg="1"/>
      <p:bldP spid="16" grpId="0" build="p">
        <p:tmplLst>
          <p:tmpl lvl="1">
            <p:tnLst>
              <p:par>
                <p:cTn presetID="2" presetClass="entr" presetSubtype="2" decel="100000" fill="hold" nodeType="withEffect">
                  <p:stCondLst>
                    <p:cond delay="12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build="p">
        <p:tmplLst>
          <p:tmpl lvl="1">
            <p:tnLst>
              <p:par>
                <p:cTn presetID="2" presetClass="entr" presetSubtype="2" decel="100000" fill="hold" nodeType="withEffect">
                  <p:stCondLst>
                    <p:cond delay="150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ambar Deskripsi 3">
    <p:spTree>
      <p:nvGrpSpPr>
        <p:cNvPr id="1" name=""/>
        <p:cNvGrpSpPr/>
        <p:nvPr/>
      </p:nvGrpSpPr>
      <p:grpSpPr>
        <a:xfrm>
          <a:off x="0" y="0"/>
          <a:ext cx="0" cy="0"/>
          <a:chOff x="0" y="0"/>
          <a:chExt cx="0" cy="0"/>
        </a:xfrm>
      </p:grpSpPr>
      <p:pic>
        <p:nvPicPr>
          <p:cNvPr id="25" name="Picture 6" descr="Geometrical Illustration">
            <a:extLst>
              <a:ext uri="{FF2B5EF4-FFF2-40B4-BE49-F238E27FC236}">
                <a16:creationId xmlns:a16="http://schemas.microsoft.com/office/drawing/2014/main" id="{DE2B027B-D26E-45B1-901C-14FA86DBAFD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BF8DC9BF-943D-4CE6-BA86-76FE4135AA37}"/>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17516C88-8411-4E60-90A8-6471159C2172}"/>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B435373A-006F-416F-AA12-891A5F290B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65EDB3-CEE3-4229-8046-ECF9369E4364}"/>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21" name="Picture Placeholder 20">
            <a:extLst>
              <a:ext uri="{FF2B5EF4-FFF2-40B4-BE49-F238E27FC236}">
                <a16:creationId xmlns:a16="http://schemas.microsoft.com/office/drawing/2014/main" id="{26D40377-B5A3-468F-BBDF-DDE58892268E}"/>
              </a:ext>
            </a:extLst>
          </p:cNvPr>
          <p:cNvSpPr>
            <a:spLocks noGrp="1"/>
          </p:cNvSpPr>
          <p:nvPr>
            <p:ph type="pic" sz="quarter" idx="31" hasCustomPrompt="1"/>
          </p:nvPr>
        </p:nvSpPr>
        <p:spPr>
          <a:xfrm>
            <a:off x="6986591" y="0"/>
            <a:ext cx="5205411" cy="6858000"/>
          </a:xfrm>
          <a:custGeom>
            <a:avLst/>
            <a:gdLst>
              <a:gd name="connsiteX0" fmla="*/ 2576670 w 5205411"/>
              <a:gd name="connsiteY0" fmla="*/ 0 h 6858000"/>
              <a:gd name="connsiteX1" fmla="*/ 5205411 w 5205411"/>
              <a:gd name="connsiteY1" fmla="*/ 0 h 6858000"/>
              <a:gd name="connsiteX2" fmla="*/ 5205411 w 5205411"/>
              <a:gd name="connsiteY2" fmla="*/ 6858000 h 6858000"/>
              <a:gd name="connsiteX3" fmla="*/ 0 w 5205411"/>
              <a:gd name="connsiteY3" fmla="*/ 6858000 h 6858000"/>
              <a:gd name="connsiteX4" fmla="*/ 1169537 w 5205411"/>
              <a:gd name="connsiteY4" fmla="*/ 2055493 h 6858000"/>
              <a:gd name="connsiteX5" fmla="*/ 1300200 w 5205411"/>
              <a:gd name="connsiteY5" fmla="*/ 1816681 h 6858000"/>
              <a:gd name="connsiteX6" fmla="*/ 1312542 w 5205411"/>
              <a:gd name="connsiteY6" fmla="*/ 1823380 h 6858000"/>
              <a:gd name="connsiteX7" fmla="*/ 1490505 w 5205411"/>
              <a:gd name="connsiteY7" fmla="*/ 1859309 h 6858000"/>
              <a:gd name="connsiteX8" fmla="*/ 1947705 w 5205411"/>
              <a:gd name="connsiteY8" fmla="*/ 1402109 h 6858000"/>
              <a:gd name="connsiteX9" fmla="*/ 1813794 w 5205411"/>
              <a:gd name="connsiteY9" fmla="*/ 1078820 h 6858000"/>
              <a:gd name="connsiteX10" fmla="*/ 1772346 w 5205411"/>
              <a:gd name="connsiteY10" fmla="*/ 1044621 h 6858000"/>
              <a:gd name="connsiteX11" fmla="*/ 1851448 w 5205411"/>
              <a:gd name="connsiteY11" fmla="*/ 925225 h 6858000"/>
              <a:gd name="connsiteX12" fmla="*/ 2380769 w 5205411"/>
              <a:gd name="connsiteY12" fmla="*/ 2261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5411" h="6858000">
                <a:moveTo>
                  <a:pt x="2576670" y="0"/>
                </a:moveTo>
                <a:lnTo>
                  <a:pt x="5205411" y="0"/>
                </a:lnTo>
                <a:lnTo>
                  <a:pt x="5205411" y="6858000"/>
                </a:lnTo>
                <a:lnTo>
                  <a:pt x="0" y="6858000"/>
                </a:lnTo>
                <a:cubicBezTo>
                  <a:pt x="0" y="5126081"/>
                  <a:pt x="422296" y="3492795"/>
                  <a:pt x="1169537" y="2055493"/>
                </a:cubicBezTo>
                <a:lnTo>
                  <a:pt x="1300200" y="1816681"/>
                </a:lnTo>
                <a:lnTo>
                  <a:pt x="1312542" y="1823380"/>
                </a:lnTo>
                <a:cubicBezTo>
                  <a:pt x="1367241" y="1846516"/>
                  <a:pt x="1427379" y="1859309"/>
                  <a:pt x="1490505" y="1859309"/>
                </a:cubicBezTo>
                <a:cubicBezTo>
                  <a:pt x="1743010" y="1859309"/>
                  <a:pt x="1947705" y="1654614"/>
                  <a:pt x="1947705" y="1402109"/>
                </a:cubicBezTo>
                <a:cubicBezTo>
                  <a:pt x="1947705" y="1275857"/>
                  <a:pt x="1896531" y="1161557"/>
                  <a:pt x="1813794" y="1078820"/>
                </a:cubicBezTo>
                <a:lnTo>
                  <a:pt x="1772346" y="1044621"/>
                </a:lnTo>
                <a:lnTo>
                  <a:pt x="1851448" y="925225"/>
                </a:lnTo>
                <a:cubicBezTo>
                  <a:pt x="2018219" y="684651"/>
                  <a:pt x="2194855" y="451432"/>
                  <a:pt x="2380769" y="226156"/>
                </a:cubicBezTo>
                <a:close/>
              </a:path>
            </a:pathLst>
          </a:custGeom>
          <a:pattFill prst="pct5">
            <a:fgClr>
              <a:schemeClr val="bg1">
                <a:lumMod val="75000"/>
              </a:schemeClr>
            </a:fgClr>
            <a:bgClr>
              <a:schemeClr val="bg1"/>
            </a:bgClr>
          </a:pattFill>
        </p:spPr>
        <p:txBody>
          <a:bodyPr wrap="square" anchor="ctr" anchorCtr="0">
            <a:noAutofit/>
          </a:bodyPr>
          <a:lstStyle>
            <a:lvl1pPr marL="0" indent="0" algn="ctr">
              <a:buNone/>
              <a:defRPr/>
            </a:lvl1pPr>
          </a:lstStyle>
          <a:p>
            <a:r>
              <a:rPr lang="en-US" err="1"/>
              <a:t>Gambar</a:t>
            </a:r>
            <a:endParaRPr lang="en-US"/>
          </a:p>
        </p:txBody>
      </p:sp>
      <p:sp>
        <p:nvSpPr>
          <p:cNvPr id="10" name="Freeform: Shape 9">
            <a:extLst>
              <a:ext uri="{FF2B5EF4-FFF2-40B4-BE49-F238E27FC236}">
                <a16:creationId xmlns:a16="http://schemas.microsoft.com/office/drawing/2014/main" id="{83F01200-361A-4F33-AD90-2D824C50B697}"/>
              </a:ext>
            </a:extLst>
          </p:cNvPr>
          <p:cNvSpPr/>
          <p:nvPr userDrawn="1"/>
        </p:nvSpPr>
        <p:spPr>
          <a:xfrm rot="10800000">
            <a:off x="5233219" y="-648928"/>
            <a:ext cx="9497962" cy="8406581"/>
          </a:xfrm>
          <a:custGeom>
            <a:avLst/>
            <a:gdLst>
              <a:gd name="connsiteX0" fmla="*/ 0 w 9497962"/>
              <a:gd name="connsiteY0" fmla="*/ 0 h 8406581"/>
              <a:gd name="connsiteX1" fmla="*/ 9439838 w 9497962"/>
              <a:gd name="connsiteY1" fmla="*/ 0 h 8406581"/>
              <a:gd name="connsiteX2" fmla="*/ 9483154 w 9497962"/>
              <a:gd name="connsiteY2" fmla="*/ 569634 h 8406581"/>
              <a:gd name="connsiteX3" fmla="*/ 9497962 w 9497962"/>
              <a:gd name="connsiteY3" fmla="*/ 1155290 h 8406581"/>
              <a:gd name="connsiteX4" fmla="*/ 6899132 w 9497962"/>
              <a:gd name="connsiteY4" fmla="*/ 8394561 h 8406581"/>
              <a:gd name="connsiteX5" fmla="*/ 6888720 w 9497962"/>
              <a:gd name="connsiteY5" fmla="*/ 8406581 h 8406581"/>
              <a:gd name="connsiteX6" fmla="*/ 0 w 9497962"/>
              <a:gd name="connsiteY6" fmla="*/ 8406581 h 840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97962" h="8406581">
                <a:moveTo>
                  <a:pt x="0" y="0"/>
                </a:moveTo>
                <a:lnTo>
                  <a:pt x="9439838" y="0"/>
                </a:lnTo>
                <a:lnTo>
                  <a:pt x="9483154" y="569634"/>
                </a:lnTo>
                <a:cubicBezTo>
                  <a:pt x="9492986" y="763611"/>
                  <a:pt x="9497962" y="958869"/>
                  <a:pt x="9497962" y="1155290"/>
                </a:cubicBezTo>
                <a:cubicBezTo>
                  <a:pt x="9497962" y="3905181"/>
                  <a:pt x="8522676" y="6427281"/>
                  <a:pt x="6899132" y="8394561"/>
                </a:cubicBezTo>
                <a:lnTo>
                  <a:pt x="6888720" y="8406581"/>
                </a:lnTo>
                <a:lnTo>
                  <a:pt x="0" y="8406581"/>
                </a:lnTo>
                <a:close/>
              </a:path>
            </a:pathLst>
          </a:custGeom>
          <a:noFill/>
          <a:ln>
            <a:solidFill>
              <a:schemeClr val="accent1">
                <a:shade val="50000"/>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1C74A054-60DD-450F-8CCE-DD1A4BECECE7}"/>
              </a:ext>
            </a:extLst>
          </p:cNvPr>
          <p:cNvSpPr/>
          <p:nvPr userDrawn="1"/>
        </p:nvSpPr>
        <p:spPr>
          <a:xfrm rot="10800000">
            <a:off x="6096000" y="-648928"/>
            <a:ext cx="8293510" cy="8406581"/>
          </a:xfrm>
          <a:custGeom>
            <a:avLst/>
            <a:gdLst>
              <a:gd name="connsiteX0" fmla="*/ 0 w 8293510"/>
              <a:gd name="connsiteY0" fmla="*/ 0 h 8406581"/>
              <a:gd name="connsiteX1" fmla="*/ 8226381 w 8293510"/>
              <a:gd name="connsiteY1" fmla="*/ 0 h 8406581"/>
              <a:gd name="connsiteX2" fmla="*/ 8240971 w 8293510"/>
              <a:gd name="connsiteY2" fmla="*/ 114814 h 8406581"/>
              <a:gd name="connsiteX3" fmla="*/ 8293510 w 8293510"/>
              <a:gd name="connsiteY3" fmla="*/ 1155290 h 8406581"/>
              <a:gd name="connsiteX4" fmla="*/ 5312915 w 8293510"/>
              <a:gd name="connsiteY4" fmla="*/ 8351082 h 8406581"/>
              <a:gd name="connsiteX5" fmla="*/ 5254705 w 8293510"/>
              <a:gd name="connsiteY5" fmla="*/ 8406581 h 8406581"/>
              <a:gd name="connsiteX6" fmla="*/ 0 w 8293510"/>
              <a:gd name="connsiteY6" fmla="*/ 8406581 h 840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3510" h="8406581">
                <a:moveTo>
                  <a:pt x="0" y="0"/>
                </a:moveTo>
                <a:lnTo>
                  <a:pt x="8226381" y="0"/>
                </a:lnTo>
                <a:lnTo>
                  <a:pt x="8240971" y="114814"/>
                </a:lnTo>
                <a:cubicBezTo>
                  <a:pt x="8275713" y="456914"/>
                  <a:pt x="8293510" y="804024"/>
                  <a:pt x="8293510" y="1155290"/>
                </a:cubicBezTo>
                <a:cubicBezTo>
                  <a:pt x="8293510" y="3965422"/>
                  <a:pt x="7154479" y="6509519"/>
                  <a:pt x="5312915" y="8351082"/>
                </a:cubicBezTo>
                <a:lnTo>
                  <a:pt x="5254705" y="8406581"/>
                </a:lnTo>
                <a:lnTo>
                  <a:pt x="0" y="8406581"/>
                </a:lnTo>
                <a:close/>
              </a:path>
            </a:pathLst>
          </a:custGeom>
          <a:noFill/>
          <a:ln>
            <a:solidFill>
              <a:schemeClr val="accent1">
                <a:shade val="50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itle 1">
            <a:extLst>
              <a:ext uri="{FF2B5EF4-FFF2-40B4-BE49-F238E27FC236}">
                <a16:creationId xmlns:a16="http://schemas.microsoft.com/office/drawing/2014/main" id="{2993EFE2-A6B3-40E7-82D0-23782C6C441B}"/>
              </a:ext>
            </a:extLst>
          </p:cNvPr>
          <p:cNvSpPr>
            <a:spLocks noGrp="1"/>
          </p:cNvSpPr>
          <p:nvPr>
            <p:ph type="title" hasCustomPrompt="1"/>
          </p:nvPr>
        </p:nvSpPr>
        <p:spPr>
          <a:xfrm>
            <a:off x="838199" y="774312"/>
            <a:ext cx="6840025" cy="553998"/>
          </a:xfrm>
        </p:spPr>
        <p:txBody>
          <a:bodyPr lIns="0" tIns="0" rIns="0" bIns="0" anchor="ctr" anchorCtr="0">
            <a:normAutofit/>
          </a:bodyPr>
          <a:lstStyle>
            <a:lvl1pPr>
              <a:defRPr sz="4000">
                <a:solidFill>
                  <a:schemeClr val="accent1"/>
                </a:solidFill>
              </a:defRPr>
            </a:lvl1pPr>
          </a:lstStyle>
          <a:p>
            <a:r>
              <a:rPr lang="en-US"/>
              <a:t>Tujuan Penelitian</a:t>
            </a:r>
          </a:p>
        </p:txBody>
      </p:sp>
      <p:sp>
        <p:nvSpPr>
          <p:cNvPr id="14" name="Text Placeholder 8">
            <a:extLst>
              <a:ext uri="{FF2B5EF4-FFF2-40B4-BE49-F238E27FC236}">
                <a16:creationId xmlns:a16="http://schemas.microsoft.com/office/drawing/2014/main" id="{C45122BA-AD0A-4ED5-B6D0-76DD6B62B2DD}"/>
              </a:ext>
            </a:extLst>
          </p:cNvPr>
          <p:cNvSpPr>
            <a:spLocks noGrp="1"/>
          </p:cNvSpPr>
          <p:nvPr>
            <p:ph type="body" sz="quarter" idx="13" hasCustomPrompt="1"/>
          </p:nvPr>
        </p:nvSpPr>
        <p:spPr>
          <a:xfrm>
            <a:off x="838199" y="1395391"/>
            <a:ext cx="6840025" cy="387798"/>
          </a:xfrm>
        </p:spPr>
        <p:txBody>
          <a:bodyPr lIns="0" tIns="0" rIns="0" bIns="0">
            <a:normAutofit/>
          </a:bodyPr>
          <a:lstStyle>
            <a:lvl1pPr>
              <a:buNone/>
              <a:defRPr sz="2800" b="0"/>
            </a:lvl1pPr>
            <a:lvl2pPr>
              <a:buNone/>
              <a:defRPr/>
            </a:lvl2pPr>
            <a:lvl3pPr>
              <a:buNone/>
              <a:defRPr/>
            </a:lvl3pPr>
            <a:lvl4pPr>
              <a:buNone/>
              <a:defRPr/>
            </a:lvl4pPr>
            <a:lvl5pPr>
              <a:buNone/>
              <a:defRPr/>
            </a:lvl5pPr>
          </a:lstStyle>
          <a:p>
            <a:pPr lvl="0"/>
            <a:r>
              <a:rPr lang="en-US"/>
              <a:t>Berbagai literatur yang digunakan</a:t>
            </a:r>
          </a:p>
        </p:txBody>
      </p:sp>
      <p:sp>
        <p:nvSpPr>
          <p:cNvPr id="15" name="Text Placeholder 19">
            <a:extLst>
              <a:ext uri="{FF2B5EF4-FFF2-40B4-BE49-F238E27FC236}">
                <a16:creationId xmlns:a16="http://schemas.microsoft.com/office/drawing/2014/main" id="{69F4A02C-BC9E-4378-ADA3-9E631D3FBA7F}"/>
              </a:ext>
            </a:extLst>
          </p:cNvPr>
          <p:cNvSpPr>
            <a:spLocks noGrp="1"/>
          </p:cNvSpPr>
          <p:nvPr>
            <p:ph type="body" sz="quarter" idx="14" hasCustomPrompt="1"/>
          </p:nvPr>
        </p:nvSpPr>
        <p:spPr>
          <a:xfrm>
            <a:off x="838200" y="1977239"/>
            <a:ext cx="5962060" cy="3504486"/>
          </a:xfrm>
        </p:spPr>
        <p:txBody>
          <a:bodyPr lIns="0" tIns="0" rIns="0" bIns="0">
            <a:normAutofit/>
          </a:bodyPr>
          <a:lstStyle>
            <a:lvl1pPr marL="0" indent="0">
              <a:lnSpc>
                <a:spcPct val="120000"/>
              </a:lnSpc>
              <a:buFont typeface="Arial" panose="020B0604020202020204" pitchFamily="34" charset="0"/>
              <a:buNone/>
              <a:defRPr sz="24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 deskripsi penjelasan dari bagian ini. Slide ini bisa digunakan untuk menjelaskan suatu bagian seperti latar belakang, hipotesa, tujuan penelitian, manfaat penelitian, tempat dan waktu penelitian atau apapun. Gunakan gambar berorientasi portrait atau square untuk hasil terbaik.</a:t>
            </a:r>
          </a:p>
        </p:txBody>
      </p:sp>
      <p:grpSp>
        <p:nvGrpSpPr>
          <p:cNvPr id="2" name="Group 1">
            <a:extLst>
              <a:ext uri="{FF2B5EF4-FFF2-40B4-BE49-F238E27FC236}">
                <a16:creationId xmlns:a16="http://schemas.microsoft.com/office/drawing/2014/main" id="{BE0D764A-0EA3-435F-BB6A-3FF202AB2579}"/>
              </a:ext>
            </a:extLst>
          </p:cNvPr>
          <p:cNvGrpSpPr/>
          <p:nvPr userDrawn="1"/>
        </p:nvGrpSpPr>
        <p:grpSpPr>
          <a:xfrm>
            <a:off x="8019896" y="944909"/>
            <a:ext cx="914400" cy="914400"/>
            <a:chOff x="8019896" y="944909"/>
            <a:chExt cx="914400" cy="914400"/>
          </a:xfrm>
        </p:grpSpPr>
        <p:sp>
          <p:nvSpPr>
            <p:cNvPr id="23" name="Oval 22">
              <a:extLst>
                <a:ext uri="{FF2B5EF4-FFF2-40B4-BE49-F238E27FC236}">
                  <a16:creationId xmlns:a16="http://schemas.microsoft.com/office/drawing/2014/main" id="{09A4E8D1-E146-493C-B9C3-1018B518C84F}"/>
                </a:ext>
              </a:extLst>
            </p:cNvPr>
            <p:cNvSpPr/>
            <p:nvPr userDrawn="1"/>
          </p:nvSpPr>
          <p:spPr>
            <a:xfrm rot="10800000">
              <a:off x="8019896" y="944909"/>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9D6E57EB-DA55-4EA0-A294-14D8CA64CBC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H="1">
              <a:off x="8229814" y="1154827"/>
              <a:ext cx="494564" cy="494564"/>
            </a:xfrm>
            <a:prstGeom prst="rect">
              <a:avLst/>
            </a:prstGeom>
          </p:spPr>
        </p:pic>
      </p:grpSp>
    </p:spTree>
    <p:extLst>
      <p:ext uri="{BB962C8B-B14F-4D97-AF65-F5344CB8AC3E}">
        <p14:creationId xmlns:p14="http://schemas.microsoft.com/office/powerpoint/2010/main" val="264899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75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100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1+#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125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1500"/>
                                  </p:stCondLst>
                                  <p:childTnLst>
                                    <p:set>
                                      <p:cBhvr>
                                        <p:cTn id="26" dur="1" fill="hold">
                                          <p:stCondLst>
                                            <p:cond delay="0"/>
                                          </p:stCondLst>
                                        </p:cTn>
                                        <p:tgtEl>
                                          <p:spTgt spid="14">
                                            <p:txEl>
                                              <p:pRg st="0" end="0"/>
                                            </p:txEl>
                                          </p:spTgt>
                                        </p:tgtEl>
                                        <p:attrNameLst>
                                          <p:attrName>style.visibility</p:attrName>
                                        </p:attrNameLst>
                                      </p:cBhvr>
                                      <p:to>
                                        <p:strVal val="visible"/>
                                      </p:to>
                                    </p:set>
                                    <p:anim calcmode="lin" valueType="num">
                                      <p:cBhvr additive="base">
                                        <p:cTn id="27"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4">
                                            <p:txEl>
                                              <p:pRg st="0" end="0"/>
                                            </p:txEl>
                                          </p:spTgt>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750"/>
                                  </p:stCondLst>
                                  <p:childTnLst>
                                    <p:set>
                                      <p:cBhvr>
                                        <p:cTn id="30" dur="1" fill="hold">
                                          <p:stCondLst>
                                            <p:cond delay="0"/>
                                          </p:stCondLst>
                                        </p:cTn>
                                        <p:tgtEl>
                                          <p:spTgt spid="15">
                                            <p:txEl>
                                              <p:pRg st="0" end="0"/>
                                            </p:txEl>
                                          </p:spTgt>
                                        </p:tgtEl>
                                        <p:attrNameLst>
                                          <p:attrName>style.visibility</p:attrName>
                                        </p:attrNameLst>
                                      </p:cBhvr>
                                      <p:to>
                                        <p:strVal val="visible"/>
                                      </p:to>
                                    </p:set>
                                    <p:anim calcmode="lin" valueType="num">
                                      <p:cBhvr additive="base">
                                        <p:cTn id="31"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0" grpId="0" animBg="1"/>
      <p:bldP spid="12" grpId="0" animBg="1"/>
      <p:bldP spid="13" grpId="0"/>
      <p:bldP spid="14" grpId="0" build="p">
        <p:tmplLst>
          <p:tmpl lvl="1">
            <p:tnLst>
              <p:par>
                <p:cTn presetID="2" presetClass="entr" presetSubtype="8" decel="100000" fill="hold" nodeType="withEffect">
                  <p:stCondLst>
                    <p:cond delay="1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 presetClass="entr" presetSubtype="8" decel="100000" fill="hold" nodeType="withEffect">
                  <p:stCondLst>
                    <p:cond delay="175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Lst>
  </p:timing>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ambar Deskripsi 4">
    <p:spTree>
      <p:nvGrpSpPr>
        <p:cNvPr id="1" name=""/>
        <p:cNvGrpSpPr/>
        <p:nvPr/>
      </p:nvGrpSpPr>
      <p:grpSpPr>
        <a:xfrm>
          <a:off x="0" y="0"/>
          <a:ext cx="0" cy="0"/>
          <a:chOff x="0" y="0"/>
          <a:chExt cx="0" cy="0"/>
        </a:xfrm>
      </p:grpSpPr>
      <p:pic>
        <p:nvPicPr>
          <p:cNvPr id="2" name="Picture 6" descr="Geometrical Illustration">
            <a:extLst>
              <a:ext uri="{FF2B5EF4-FFF2-40B4-BE49-F238E27FC236}">
                <a16:creationId xmlns:a16="http://schemas.microsoft.com/office/drawing/2014/main" id="{12E21E1B-4086-4FA5-8B94-C76097E34CB6}"/>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3A430CC-DE90-40EB-B33B-F3E7C3A71585}"/>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2B61684C-F5F5-4C8B-BADA-5E714EBA6BC0}"/>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BA4477B-52A1-4B79-AE4F-86BB3F613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1BEF8D-DFD8-4858-A6A0-5078C1EA8415}"/>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2" name="Title 1">
            <a:extLst>
              <a:ext uri="{FF2B5EF4-FFF2-40B4-BE49-F238E27FC236}">
                <a16:creationId xmlns:a16="http://schemas.microsoft.com/office/drawing/2014/main" id="{DA0F1946-0FEC-4D16-BBEF-085E631C20A5}"/>
              </a:ext>
            </a:extLst>
          </p:cNvPr>
          <p:cNvSpPr>
            <a:spLocks noGrp="1"/>
          </p:cNvSpPr>
          <p:nvPr>
            <p:ph type="title" hasCustomPrompt="1"/>
          </p:nvPr>
        </p:nvSpPr>
        <p:spPr>
          <a:xfrm>
            <a:off x="600369" y="3692131"/>
            <a:ext cx="5705181" cy="1107996"/>
          </a:xfrm>
        </p:spPr>
        <p:txBody>
          <a:bodyPr lIns="0" tIns="0" rIns="0" bIns="0" anchor="b" anchorCtr="0">
            <a:noAutofit/>
          </a:bodyPr>
          <a:lstStyle>
            <a:lvl1pPr>
              <a:defRPr sz="4000">
                <a:solidFill>
                  <a:schemeClr val="accent1"/>
                </a:solidFill>
              </a:defRPr>
            </a:lvl1pPr>
          </a:lstStyle>
          <a:p>
            <a:r>
              <a:rPr lang="en-US"/>
              <a:t>Manfaat Penelitian</a:t>
            </a:r>
          </a:p>
        </p:txBody>
      </p:sp>
      <p:sp>
        <p:nvSpPr>
          <p:cNvPr id="13" name="Text Placeholder 8">
            <a:extLst>
              <a:ext uri="{FF2B5EF4-FFF2-40B4-BE49-F238E27FC236}">
                <a16:creationId xmlns:a16="http://schemas.microsoft.com/office/drawing/2014/main" id="{3C3DA57B-6FE9-4579-9817-EF9A2456651D}"/>
              </a:ext>
            </a:extLst>
          </p:cNvPr>
          <p:cNvSpPr>
            <a:spLocks noGrp="1"/>
          </p:cNvSpPr>
          <p:nvPr>
            <p:ph type="body" sz="quarter" idx="13" hasCustomPrompt="1"/>
          </p:nvPr>
        </p:nvSpPr>
        <p:spPr>
          <a:xfrm>
            <a:off x="600369" y="4875227"/>
            <a:ext cx="5705181" cy="387798"/>
          </a:xfrm>
        </p:spPr>
        <p:txBody>
          <a:bodyPr lIns="0" tIns="0" rIns="0" bIns="0">
            <a:normAutofit/>
          </a:bodyPr>
          <a:lstStyle>
            <a:lvl1pPr>
              <a:buNone/>
              <a:defRPr sz="2800"/>
            </a:lvl1pPr>
            <a:lvl2pPr>
              <a:buNone/>
              <a:defRPr/>
            </a:lvl2pPr>
            <a:lvl3pPr>
              <a:buNone/>
              <a:defRPr/>
            </a:lvl3pPr>
            <a:lvl4pPr>
              <a:buNone/>
              <a:defRPr/>
            </a:lvl4pPr>
            <a:lvl5pPr>
              <a:buNone/>
              <a:defRPr/>
            </a:lvl5pPr>
          </a:lstStyle>
          <a:p>
            <a:pPr lvl="0"/>
            <a:r>
              <a:rPr lang="en-US"/>
              <a:t>M</a:t>
            </a:r>
            <a:r>
              <a:rPr lang="en-AI"/>
              <a:t>anfaat dari Penelitian</a:t>
            </a:r>
            <a:endParaRPr lang="en-US"/>
          </a:p>
        </p:txBody>
      </p:sp>
      <p:sp>
        <p:nvSpPr>
          <p:cNvPr id="14" name="Text Placeholder 19">
            <a:extLst>
              <a:ext uri="{FF2B5EF4-FFF2-40B4-BE49-F238E27FC236}">
                <a16:creationId xmlns:a16="http://schemas.microsoft.com/office/drawing/2014/main" id="{E43C39FA-16D9-4584-95E6-73B6E055ED94}"/>
              </a:ext>
            </a:extLst>
          </p:cNvPr>
          <p:cNvSpPr>
            <a:spLocks noGrp="1"/>
          </p:cNvSpPr>
          <p:nvPr>
            <p:ph type="body" sz="quarter" idx="14" hasCustomPrompt="1"/>
          </p:nvPr>
        </p:nvSpPr>
        <p:spPr>
          <a:xfrm>
            <a:off x="6562431" y="3692130"/>
            <a:ext cx="5029200" cy="2391170"/>
          </a:xfrm>
        </p:spPr>
        <p:txBody>
          <a:bodyPr lIns="0" tIns="0" rIns="0" bIns="0">
            <a:normAutofit/>
          </a:bodyPr>
          <a:lstStyle>
            <a:lvl1pPr marL="0" indent="0">
              <a:lnSpc>
                <a:spcPct val="120000"/>
              </a:lnSpc>
              <a:buFont typeface="Arial" panose="020B0604020202020204" pitchFamily="34" charset="0"/>
              <a:buNone/>
              <a:defRPr sz="24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 deskripsi penjelasan dari bagian ini. Gunakan gambar berorientasi landscape untuk mendapatkan hasil terbaik.</a:t>
            </a:r>
          </a:p>
        </p:txBody>
      </p:sp>
      <p:sp>
        <p:nvSpPr>
          <p:cNvPr id="17" name="Picture Placeholder 16">
            <a:extLst>
              <a:ext uri="{FF2B5EF4-FFF2-40B4-BE49-F238E27FC236}">
                <a16:creationId xmlns:a16="http://schemas.microsoft.com/office/drawing/2014/main" id="{99EC12EC-68EF-4608-AC13-45777894A373}"/>
              </a:ext>
            </a:extLst>
          </p:cNvPr>
          <p:cNvSpPr>
            <a:spLocks noGrp="1"/>
          </p:cNvSpPr>
          <p:nvPr>
            <p:ph type="pic" sz="quarter" idx="15"/>
          </p:nvPr>
        </p:nvSpPr>
        <p:spPr>
          <a:xfrm>
            <a:off x="0" y="1"/>
            <a:ext cx="12192000" cy="3343625"/>
          </a:xfrm>
          <a:custGeom>
            <a:avLst/>
            <a:gdLst>
              <a:gd name="connsiteX0" fmla="*/ 0 w 12192000"/>
              <a:gd name="connsiteY0" fmla="*/ 0 h 3343625"/>
              <a:gd name="connsiteX1" fmla="*/ 12192000 w 12192000"/>
              <a:gd name="connsiteY1" fmla="*/ 0 h 3343625"/>
              <a:gd name="connsiteX2" fmla="*/ 12192000 w 12192000"/>
              <a:gd name="connsiteY2" fmla="*/ 2358561 h 3343625"/>
              <a:gd name="connsiteX3" fmla="*/ 11980254 w 12192000"/>
              <a:gd name="connsiteY3" fmla="*/ 2480254 h 3343625"/>
              <a:gd name="connsiteX4" fmla="*/ 5083025 w 12192000"/>
              <a:gd name="connsiteY4" fmla="*/ 3103230 h 3343625"/>
              <a:gd name="connsiteX5" fmla="*/ 333152 w 12192000"/>
              <a:gd name="connsiteY5" fmla="*/ 1400364 h 3343625"/>
              <a:gd name="connsiteX6" fmla="*/ 0 w 12192000"/>
              <a:gd name="connsiteY6" fmla="*/ 1179782 h 334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43625">
                <a:moveTo>
                  <a:pt x="0" y="0"/>
                </a:moveTo>
                <a:lnTo>
                  <a:pt x="12192000" y="0"/>
                </a:lnTo>
                <a:lnTo>
                  <a:pt x="12192000" y="2358561"/>
                </a:lnTo>
                <a:lnTo>
                  <a:pt x="11980254" y="2480254"/>
                </a:lnTo>
                <a:cubicBezTo>
                  <a:pt x="10442707" y="3309504"/>
                  <a:pt x="7873764" y="3592896"/>
                  <a:pt x="5083025" y="3103230"/>
                </a:cubicBezTo>
                <a:cubicBezTo>
                  <a:pt x="3222532" y="2776786"/>
                  <a:pt x="1571696" y="2160843"/>
                  <a:pt x="333152" y="1400364"/>
                </a:cubicBezTo>
                <a:lnTo>
                  <a:pt x="0" y="1179782"/>
                </a:ln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Tree>
    <p:extLst>
      <p:ext uri="{BB962C8B-B14F-4D97-AF65-F5344CB8AC3E}">
        <p14:creationId xmlns:p14="http://schemas.microsoft.com/office/powerpoint/2010/main" val="87086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13">
                                            <p:txEl>
                                              <p:pRg st="0" end="0"/>
                                            </p:txEl>
                                          </p:spTgt>
                                        </p:tgtEl>
                                        <p:attrNameLst>
                                          <p:attrName>style.visibility</p:attrName>
                                        </p:attrNameLst>
                                      </p:cBhvr>
                                      <p:to>
                                        <p:strVal val="visible"/>
                                      </p:to>
                                    </p:set>
                                    <p:anim calcmode="lin" valueType="num">
                                      <p:cBhvr additive="base">
                                        <p:cTn id="15"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4">
                                            <p:txEl>
                                              <p:pRg st="0" end="0"/>
                                            </p:txEl>
                                          </p:spTgt>
                                        </p:tgtEl>
                                        <p:attrNameLst>
                                          <p:attrName>style.visibility</p:attrName>
                                        </p:attrNameLst>
                                      </p:cBhvr>
                                      <p:to>
                                        <p:strVal val="visible"/>
                                      </p:to>
                                    </p:set>
                                    <p:anim calcmode="lin" valueType="num">
                                      <p:cBhvr additive="base">
                                        <p:cTn id="19"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2" presetClass="entr" presetSubtype="8" decel="10000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0-#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14" grpId="0" build="p">
        <p:tmplLst>
          <p:tmpl lvl="1">
            <p:tnLst>
              <p:par>
                <p:cTn presetID="2" presetClass="entr" presetSubtype="2" decel="100000" fill="hold" nodeType="withEffect">
                  <p:stCondLst>
                    <p:cond delay="75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7"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Gambar Deskripsi ">
    <p:spTree>
      <p:nvGrpSpPr>
        <p:cNvPr id="1" name=""/>
        <p:cNvGrpSpPr/>
        <p:nvPr/>
      </p:nvGrpSpPr>
      <p:grpSpPr>
        <a:xfrm>
          <a:off x="0" y="0"/>
          <a:ext cx="0" cy="0"/>
          <a:chOff x="0" y="0"/>
          <a:chExt cx="0" cy="0"/>
        </a:xfrm>
      </p:grpSpPr>
      <p:pic>
        <p:nvPicPr>
          <p:cNvPr id="36" name="Picture 4">
            <a:extLst>
              <a:ext uri="{FF2B5EF4-FFF2-40B4-BE49-F238E27FC236}">
                <a16:creationId xmlns:a16="http://schemas.microsoft.com/office/drawing/2014/main" id="{65FFB58D-F41F-4579-B4EE-432C1EBA7DF4}"/>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1585" y="-445"/>
            <a:ext cx="12193584" cy="6858891"/>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C8494BD2-C281-4EF5-971A-03DCF1785DB8}"/>
              </a:ext>
            </a:extLst>
          </p:cNvPr>
          <p:cNvSpPr/>
          <p:nvPr userDrawn="1"/>
        </p:nvSpPr>
        <p:spPr>
          <a:xfrm>
            <a:off x="-1585" y="0"/>
            <a:ext cx="12192000" cy="6858000"/>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763980E4-B179-497B-A51E-0DBE371E8ADF}"/>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9F2EE0CA-EC1F-4A5A-972D-725C21AC96B5}"/>
              </a:ext>
            </a:extLst>
          </p:cNvPr>
          <p:cNvSpPr>
            <a:spLocks noGrp="1"/>
          </p:cNvSpPr>
          <p:nvPr>
            <p:ph type="ftr" sz="quarter" idx="11"/>
          </p:nvPr>
        </p:nvSpPr>
        <p:spPr/>
        <p:txBody>
          <a:bodyPr/>
          <a:lstStyle/>
          <a:p>
            <a:endParaRPr lang="en-US"/>
          </a:p>
        </p:txBody>
      </p:sp>
      <p:sp>
        <p:nvSpPr>
          <p:cNvPr id="18" name="Picture Placeholder 17">
            <a:extLst>
              <a:ext uri="{FF2B5EF4-FFF2-40B4-BE49-F238E27FC236}">
                <a16:creationId xmlns:a16="http://schemas.microsoft.com/office/drawing/2014/main" id="{D593D775-79AA-40AF-A9A1-41A2980C5D0C}"/>
              </a:ext>
            </a:extLst>
          </p:cNvPr>
          <p:cNvSpPr>
            <a:spLocks noGrp="1"/>
          </p:cNvSpPr>
          <p:nvPr>
            <p:ph type="pic" sz="quarter" idx="16"/>
          </p:nvPr>
        </p:nvSpPr>
        <p:spPr>
          <a:xfrm>
            <a:off x="5868692" y="-13802"/>
            <a:ext cx="6323308" cy="3946211"/>
          </a:xfrm>
          <a:custGeom>
            <a:avLst/>
            <a:gdLst>
              <a:gd name="connsiteX0" fmla="*/ 0 w 6323308"/>
              <a:gd name="connsiteY0" fmla="*/ 0 h 3946211"/>
              <a:gd name="connsiteX1" fmla="*/ 6323308 w 6323308"/>
              <a:gd name="connsiteY1" fmla="*/ 0 h 3946211"/>
              <a:gd name="connsiteX2" fmla="*/ 6323308 w 6323308"/>
              <a:gd name="connsiteY2" fmla="*/ 3946211 h 3946211"/>
              <a:gd name="connsiteX3" fmla="*/ 6157737 w 6323308"/>
              <a:gd name="connsiteY3" fmla="*/ 3937247 h 3946211"/>
              <a:gd name="connsiteX4" fmla="*/ 67689 w 6323308"/>
              <a:gd name="connsiteY4" fmla="*/ 208802 h 394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3308" h="3946211">
                <a:moveTo>
                  <a:pt x="0" y="0"/>
                </a:moveTo>
                <a:lnTo>
                  <a:pt x="6323308" y="0"/>
                </a:lnTo>
                <a:lnTo>
                  <a:pt x="6323308" y="3946211"/>
                </a:lnTo>
                <a:lnTo>
                  <a:pt x="6157737" y="3937247"/>
                </a:lnTo>
                <a:cubicBezTo>
                  <a:pt x="3203564" y="3723652"/>
                  <a:pt x="790112" y="2207849"/>
                  <a:pt x="67689" y="208802"/>
                </a:cubicBez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5" name="Slide Number Placeholder 4">
            <a:extLst>
              <a:ext uri="{FF2B5EF4-FFF2-40B4-BE49-F238E27FC236}">
                <a16:creationId xmlns:a16="http://schemas.microsoft.com/office/drawing/2014/main" id="{93C7328F-05A7-415E-A1C9-8020F81033B6}"/>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24" name="Title 1">
            <a:extLst>
              <a:ext uri="{FF2B5EF4-FFF2-40B4-BE49-F238E27FC236}">
                <a16:creationId xmlns:a16="http://schemas.microsoft.com/office/drawing/2014/main" id="{FEABE9CF-88FE-4DF7-BDE6-E043DBCA8EB8}"/>
              </a:ext>
            </a:extLst>
          </p:cNvPr>
          <p:cNvSpPr>
            <a:spLocks noGrp="1"/>
          </p:cNvSpPr>
          <p:nvPr>
            <p:ph type="title" hasCustomPrompt="1"/>
          </p:nvPr>
        </p:nvSpPr>
        <p:spPr>
          <a:xfrm>
            <a:off x="838200" y="850357"/>
            <a:ext cx="5141186" cy="1924906"/>
          </a:xfrm>
          <a:prstGeom prst="rect">
            <a:avLst/>
          </a:prstGeom>
          <a:noFill/>
        </p:spPr>
        <p:txBody>
          <a:bodyPr lIns="91440" tIns="45720" rIns="91440" bIns="45720">
            <a:normAutofit/>
          </a:bodyPr>
          <a:lstStyle>
            <a:lvl1pPr>
              <a:lnSpc>
                <a:spcPct val="100000"/>
              </a:lnSpc>
              <a:defRPr sz="3600">
                <a:solidFill>
                  <a:schemeClr val="accent1"/>
                </a:solidFill>
              </a:defRPr>
            </a:lvl1pPr>
          </a:lstStyle>
          <a:p>
            <a:r>
              <a:rPr lang="en-US"/>
              <a:t>Simpan Kalimat Penting di bagian ini (3 baris)</a:t>
            </a:r>
          </a:p>
        </p:txBody>
      </p:sp>
      <p:sp>
        <p:nvSpPr>
          <p:cNvPr id="15" name="Picture Placeholder 14">
            <a:extLst>
              <a:ext uri="{FF2B5EF4-FFF2-40B4-BE49-F238E27FC236}">
                <a16:creationId xmlns:a16="http://schemas.microsoft.com/office/drawing/2014/main" id="{DE06BCF1-2525-4801-95A7-35AABBFE742C}"/>
              </a:ext>
            </a:extLst>
          </p:cNvPr>
          <p:cNvSpPr>
            <a:spLocks noGrp="1"/>
          </p:cNvSpPr>
          <p:nvPr>
            <p:ph type="pic" sz="quarter" idx="15"/>
          </p:nvPr>
        </p:nvSpPr>
        <p:spPr>
          <a:xfrm>
            <a:off x="1" y="2911788"/>
            <a:ext cx="6323308" cy="3946211"/>
          </a:xfrm>
          <a:custGeom>
            <a:avLst/>
            <a:gdLst>
              <a:gd name="connsiteX0" fmla="*/ 0 w 6323308"/>
              <a:gd name="connsiteY0" fmla="*/ 0 h 3946211"/>
              <a:gd name="connsiteX1" fmla="*/ 165571 w 6323308"/>
              <a:gd name="connsiteY1" fmla="*/ 8964 h 3946211"/>
              <a:gd name="connsiteX2" fmla="*/ 6255620 w 6323308"/>
              <a:gd name="connsiteY2" fmla="*/ 3737410 h 3946211"/>
              <a:gd name="connsiteX3" fmla="*/ 6323308 w 6323308"/>
              <a:gd name="connsiteY3" fmla="*/ 3946211 h 3946211"/>
              <a:gd name="connsiteX4" fmla="*/ 0 w 6323308"/>
              <a:gd name="connsiteY4" fmla="*/ 3946211 h 394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3308" h="3946211">
                <a:moveTo>
                  <a:pt x="0" y="0"/>
                </a:moveTo>
                <a:lnTo>
                  <a:pt x="165571" y="8964"/>
                </a:lnTo>
                <a:cubicBezTo>
                  <a:pt x="3119744" y="222559"/>
                  <a:pt x="5533196" y="1738362"/>
                  <a:pt x="6255620" y="3737410"/>
                </a:cubicBezTo>
                <a:lnTo>
                  <a:pt x="6323308" y="3946211"/>
                </a:lnTo>
                <a:lnTo>
                  <a:pt x="0" y="3946211"/>
                </a:ln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11" name="Text Placeholder 19">
            <a:extLst>
              <a:ext uri="{FF2B5EF4-FFF2-40B4-BE49-F238E27FC236}">
                <a16:creationId xmlns:a16="http://schemas.microsoft.com/office/drawing/2014/main" id="{2A5AB7D4-952B-402C-A3AA-60CC3AAFE691}"/>
              </a:ext>
            </a:extLst>
          </p:cNvPr>
          <p:cNvSpPr>
            <a:spLocks noGrp="1"/>
          </p:cNvSpPr>
          <p:nvPr>
            <p:ph type="body" sz="quarter" idx="14" hasCustomPrompt="1"/>
          </p:nvPr>
        </p:nvSpPr>
        <p:spPr>
          <a:xfrm>
            <a:off x="6434607" y="4134231"/>
            <a:ext cx="5191477" cy="2020297"/>
          </a:xfrm>
        </p:spPr>
        <p:txBody>
          <a:bodyPr lIns="0" tIns="0" rIns="0" bIns="0">
            <a:normAutofit/>
          </a:bodyPr>
          <a:lstStyle>
            <a:lvl1pPr marL="0" indent="0">
              <a:lnSpc>
                <a:spcPct val="120000"/>
              </a:lnSpc>
              <a:buFont typeface="Arial" panose="020B0604020202020204" pitchFamily="34" charset="0"/>
              <a:buNone/>
              <a:defRPr sz="26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menambahkann deskripsi penjelasan dari bagian ini. Slide ini bisa digunakan untuk menekankan hal tertentu</a:t>
            </a:r>
            <a:r>
              <a:rPr lang="en-AI"/>
              <a:t>.</a:t>
            </a:r>
            <a:endParaRPr lang="en-US"/>
          </a:p>
        </p:txBody>
      </p:sp>
    </p:spTree>
    <p:extLst>
      <p:ext uri="{BB962C8B-B14F-4D97-AF65-F5344CB8AC3E}">
        <p14:creationId xmlns:p14="http://schemas.microsoft.com/office/powerpoint/2010/main" val="219119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1+#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0-#ppt_w/2"/>
                                          </p:val>
                                        </p:tav>
                                        <p:tav tm="100000">
                                          <p:val>
                                            <p:strVal val="#ppt_x"/>
                                          </p:val>
                                        </p:tav>
                                      </p:tavLst>
                                    </p:anim>
                                    <p:anim calcmode="lin" valueType="num">
                                      <p:cBhvr additive="base">
                                        <p:cTn id="16" dur="500" fill="hold"/>
                                        <p:tgtEl>
                                          <p:spTgt spid="24"/>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500"/>
                                  </p:stCondLst>
                                  <p:childTnLst>
                                    <p:set>
                                      <p:cBhvr>
                                        <p:cTn id="18" dur="1" fill="hold">
                                          <p:stCondLst>
                                            <p:cond delay="0"/>
                                          </p:stCondLst>
                                        </p:cTn>
                                        <p:tgtEl>
                                          <p:spTgt spid="11">
                                            <p:txEl>
                                              <p:pRg st="0" end="0"/>
                                            </p:txEl>
                                          </p:spTgt>
                                        </p:tgtEl>
                                        <p:attrNameLst>
                                          <p:attrName>style.visibility</p:attrName>
                                        </p:attrNameLst>
                                      </p:cBhvr>
                                      <p:to>
                                        <p:strVal val="visible"/>
                                      </p:to>
                                    </p:set>
                                    <p:anim calcmode="lin" valueType="num">
                                      <p:cBhvr additive="base">
                                        <p:cTn id="19"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p:bldP spid="15" grpId="0" animBg="1"/>
      <p:bldP spid="11" grpId="0" build="p">
        <p:tmplLst>
          <p:tmpl lvl="1">
            <p:tnLst>
              <p:par>
                <p:cTn presetID="2" presetClass="entr" presetSubtype="2" decel="100000" fill="hold" nodeType="withEffect">
                  <p:stCondLst>
                    <p:cond delay="5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endapat Ahli">
    <p:bg>
      <p:bgPr>
        <a:solidFill>
          <a:schemeClr val="bg1"/>
        </a:solidFill>
        <a:effectLst/>
      </p:bgPr>
    </p:bg>
    <p:spTree>
      <p:nvGrpSpPr>
        <p:cNvPr id="1" name=""/>
        <p:cNvGrpSpPr/>
        <p:nvPr/>
      </p:nvGrpSpPr>
      <p:grpSpPr>
        <a:xfrm>
          <a:off x="0" y="0"/>
          <a:ext cx="0" cy="0"/>
          <a:chOff x="0" y="0"/>
          <a:chExt cx="0" cy="0"/>
        </a:xfrm>
      </p:grpSpPr>
      <p:pic>
        <p:nvPicPr>
          <p:cNvPr id="20" name="Picture 19" descr="Black and White Abstract Photo ">
            <a:extLst>
              <a:ext uri="{FF2B5EF4-FFF2-40B4-BE49-F238E27FC236}">
                <a16:creationId xmlns:a16="http://schemas.microsoft.com/office/drawing/2014/main" id="{1A2A6BA6-BD21-4ECC-969B-40BF9CB73908}"/>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0" y="-2667000"/>
            <a:ext cx="6858000" cy="12192000"/>
          </a:xfrm>
          <a:custGeom>
            <a:avLst/>
            <a:gdLst>
              <a:gd name="connsiteX0" fmla="*/ 0 w 6858000"/>
              <a:gd name="connsiteY0" fmla="*/ 12192000 h 12192000"/>
              <a:gd name="connsiteX1" fmla="*/ 0 w 6858000"/>
              <a:gd name="connsiteY1" fmla="*/ 0 h 12192000"/>
              <a:gd name="connsiteX2" fmla="*/ 6858000 w 6858000"/>
              <a:gd name="connsiteY2" fmla="*/ 0 h 12192000"/>
              <a:gd name="connsiteX3" fmla="*/ 6858000 w 6858000"/>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0" y="12192000"/>
                </a:moveTo>
                <a:lnTo>
                  <a:pt x="0" y="0"/>
                </a:lnTo>
                <a:lnTo>
                  <a:pt x="6858000" y="0"/>
                </a:lnTo>
                <a:lnTo>
                  <a:pt x="6858000" y="12192000"/>
                </a:lnTo>
                <a:close/>
              </a:path>
            </a:pathLst>
          </a:custGeom>
          <a:noFill/>
          <a:extLst>
            <a:ext uri="{909E8E84-426E-40DD-AFC4-6F175D3DCCD1}">
              <a14:hiddenFill xmlns:a14="http://schemas.microsoft.com/office/drawing/2010/main">
                <a:solidFill>
                  <a:srgbClr val="FFFFFF"/>
                </a:solidFill>
              </a14:hiddenFill>
            </a:ext>
          </a:extLst>
        </p:spPr>
      </p:pic>
      <p:sp>
        <p:nvSpPr>
          <p:cNvPr id="59" name="Rectangle 58">
            <a:extLst>
              <a:ext uri="{FF2B5EF4-FFF2-40B4-BE49-F238E27FC236}">
                <a16:creationId xmlns:a16="http://schemas.microsoft.com/office/drawing/2014/main" id="{73BEC3CC-F2E2-430F-9811-E9C6F23D7EB0}"/>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F16B4E4E-7EC7-4D4D-A187-47B7F7713362}"/>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460EEA6-3266-4EF1-9189-704F9C7F7BA3}"/>
              </a:ext>
            </a:extLst>
          </p:cNvPr>
          <p:cNvSpPr/>
          <p:nvPr userDrawn="1"/>
        </p:nvSpPr>
        <p:spPr>
          <a:xfrm>
            <a:off x="4438402" y="1854910"/>
            <a:ext cx="795902" cy="680037"/>
          </a:xfrm>
          <a:custGeom>
            <a:avLst/>
            <a:gdLst/>
            <a:ahLst/>
            <a:cxnLst/>
            <a:rect l="l" t="t" r="r" b="b"/>
            <a:pathLst>
              <a:path w="1590689" h="1359122">
                <a:moveTo>
                  <a:pt x="1590689" y="0"/>
                </a:moveTo>
                <a:lnTo>
                  <a:pt x="1590689" y="306381"/>
                </a:lnTo>
                <a:cubicBezTo>
                  <a:pt x="1481437" y="330132"/>
                  <a:pt x="1403654" y="369320"/>
                  <a:pt x="1357340" y="423946"/>
                </a:cubicBezTo>
                <a:cubicBezTo>
                  <a:pt x="1311027" y="478572"/>
                  <a:pt x="1287870" y="556949"/>
                  <a:pt x="1287870" y="659076"/>
                </a:cubicBezTo>
                <a:lnTo>
                  <a:pt x="1590689" y="659076"/>
                </a:lnTo>
                <a:lnTo>
                  <a:pt x="1590689" y="1359122"/>
                </a:lnTo>
                <a:lnTo>
                  <a:pt x="897768" y="1359122"/>
                </a:lnTo>
                <a:lnTo>
                  <a:pt x="897768" y="685795"/>
                </a:lnTo>
                <a:cubicBezTo>
                  <a:pt x="897768" y="494604"/>
                  <a:pt x="957441" y="339632"/>
                  <a:pt x="1076788" y="220880"/>
                </a:cubicBezTo>
                <a:cubicBezTo>
                  <a:pt x="1196134" y="102127"/>
                  <a:pt x="1367434" y="28501"/>
                  <a:pt x="1590689" y="0"/>
                </a:cubicBezTo>
                <a:close/>
                <a:moveTo>
                  <a:pt x="692920" y="0"/>
                </a:moveTo>
                <a:lnTo>
                  <a:pt x="692920" y="306381"/>
                </a:lnTo>
                <a:cubicBezTo>
                  <a:pt x="583668" y="330132"/>
                  <a:pt x="505291" y="369320"/>
                  <a:pt x="457790" y="423946"/>
                </a:cubicBezTo>
                <a:cubicBezTo>
                  <a:pt x="410290" y="478572"/>
                  <a:pt x="386539" y="556949"/>
                  <a:pt x="386539" y="659076"/>
                </a:cubicBezTo>
                <a:lnTo>
                  <a:pt x="692920" y="659076"/>
                </a:lnTo>
                <a:lnTo>
                  <a:pt x="692920" y="1359122"/>
                </a:lnTo>
                <a:lnTo>
                  <a:pt x="0" y="1359122"/>
                </a:lnTo>
                <a:lnTo>
                  <a:pt x="0" y="685795"/>
                </a:lnTo>
                <a:cubicBezTo>
                  <a:pt x="0" y="494604"/>
                  <a:pt x="59970" y="339632"/>
                  <a:pt x="179910" y="220880"/>
                </a:cubicBezTo>
                <a:cubicBezTo>
                  <a:pt x="299850" y="102127"/>
                  <a:pt x="470853" y="28501"/>
                  <a:pt x="692920" y="0"/>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1CA3BE2B-C96D-4B4B-BC3C-3586EED44314}"/>
              </a:ext>
            </a:extLst>
          </p:cNvPr>
          <p:cNvSpPr/>
          <p:nvPr userDrawn="1"/>
        </p:nvSpPr>
        <p:spPr>
          <a:xfrm>
            <a:off x="543682" y="2534947"/>
            <a:ext cx="3701802" cy="3351326"/>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3" name="Date Placeholder 2">
            <a:extLst>
              <a:ext uri="{FF2B5EF4-FFF2-40B4-BE49-F238E27FC236}">
                <a16:creationId xmlns:a16="http://schemas.microsoft.com/office/drawing/2014/main" id="{20A026AC-783C-4EBB-8DD4-47076CFA4AF2}"/>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3E963A08-3EF1-4BA3-BAEA-F7BE5EFABE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49D599-0599-42F2-86B6-5D4224C1BB74}"/>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8" name="Title 1">
            <a:extLst>
              <a:ext uri="{FF2B5EF4-FFF2-40B4-BE49-F238E27FC236}">
                <a16:creationId xmlns:a16="http://schemas.microsoft.com/office/drawing/2014/main" id="{8C2E3AD9-5B3E-4355-AD2F-2A083CA7B2BA}"/>
              </a:ext>
            </a:extLst>
          </p:cNvPr>
          <p:cNvSpPr>
            <a:spLocks noGrp="1"/>
          </p:cNvSpPr>
          <p:nvPr>
            <p:ph type="title" hasCustomPrompt="1"/>
          </p:nvPr>
        </p:nvSpPr>
        <p:spPr>
          <a:xfrm>
            <a:off x="4770120" y="1088006"/>
            <a:ext cx="6597752" cy="553998"/>
          </a:xfrm>
        </p:spPr>
        <p:txBody>
          <a:bodyPr lIns="0" tIns="0" rIns="0" bIns="0">
            <a:normAutofit/>
          </a:bodyPr>
          <a:lstStyle>
            <a:lvl1pPr>
              <a:defRPr sz="4000">
                <a:solidFill>
                  <a:schemeClr val="accent1"/>
                </a:solidFill>
              </a:defRPr>
            </a:lvl1pPr>
          </a:lstStyle>
          <a:p>
            <a:r>
              <a:rPr lang="en-US"/>
              <a:t>Pendapat Para Ahli</a:t>
            </a:r>
          </a:p>
        </p:txBody>
      </p:sp>
      <p:sp>
        <p:nvSpPr>
          <p:cNvPr id="21" name="Text Placeholder 8">
            <a:extLst>
              <a:ext uri="{FF2B5EF4-FFF2-40B4-BE49-F238E27FC236}">
                <a16:creationId xmlns:a16="http://schemas.microsoft.com/office/drawing/2014/main" id="{08D5F8C6-1152-422D-BDBC-3B01378BD440}"/>
              </a:ext>
            </a:extLst>
          </p:cNvPr>
          <p:cNvSpPr>
            <a:spLocks noGrp="1"/>
          </p:cNvSpPr>
          <p:nvPr>
            <p:ph type="body" sz="quarter" idx="13" hasCustomPrompt="1"/>
          </p:nvPr>
        </p:nvSpPr>
        <p:spPr>
          <a:xfrm>
            <a:off x="736600" y="4336685"/>
            <a:ext cx="3302001" cy="664797"/>
          </a:xfrm>
        </p:spPr>
        <p:txBody>
          <a:bodyPr lIns="0" tIns="0" rIns="0" bIns="0">
            <a:normAutofit/>
          </a:bodyPr>
          <a:lstStyle>
            <a:lvl1pPr marL="0" indent="0" algn="ctr">
              <a:buNone/>
              <a:defRPr sz="2400" b="1"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AI"/>
              <a:t>Nama Pakar Beserta Gelar</a:t>
            </a:r>
            <a:endParaRPr lang="en-US"/>
          </a:p>
        </p:txBody>
      </p:sp>
      <p:sp>
        <p:nvSpPr>
          <p:cNvPr id="22" name="Text Placeholder 19">
            <a:extLst>
              <a:ext uri="{FF2B5EF4-FFF2-40B4-BE49-F238E27FC236}">
                <a16:creationId xmlns:a16="http://schemas.microsoft.com/office/drawing/2014/main" id="{C3C9E17C-3144-4B5C-A667-7755A801B371}"/>
              </a:ext>
            </a:extLst>
          </p:cNvPr>
          <p:cNvSpPr>
            <a:spLocks noGrp="1"/>
          </p:cNvSpPr>
          <p:nvPr>
            <p:ph type="body" sz="quarter" idx="14" hasCustomPrompt="1"/>
          </p:nvPr>
        </p:nvSpPr>
        <p:spPr>
          <a:xfrm>
            <a:off x="736600" y="5118529"/>
            <a:ext cx="3302000" cy="307777"/>
          </a:xfrm>
        </p:spPr>
        <p:txBody>
          <a:bodyPr lIns="0" tIns="0" rIns="0" bIns="0">
            <a:normAutofit/>
          </a:bodyPr>
          <a:lstStyle>
            <a:lvl1pPr marL="0" indent="0" algn="ctr">
              <a:lnSpc>
                <a:spcPct val="100000"/>
              </a:lnSpc>
              <a:buFont typeface="Arial" panose="020B0604020202020204" pitchFamily="34" charset="0"/>
              <a:buNone/>
              <a:defRPr sz="2000" baseline="0">
                <a:solidFill>
                  <a:schemeClr val="tx1">
                    <a:lumMod val="95000"/>
                    <a:lumOff val="5000"/>
                  </a:schemeClr>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AI"/>
              <a:t>Keahlian dari Pakar</a:t>
            </a:r>
            <a:endParaRPr lang="en-US"/>
          </a:p>
        </p:txBody>
      </p:sp>
      <p:sp>
        <p:nvSpPr>
          <p:cNvPr id="29" name="Oval 28">
            <a:extLst>
              <a:ext uri="{FF2B5EF4-FFF2-40B4-BE49-F238E27FC236}">
                <a16:creationId xmlns:a16="http://schemas.microsoft.com/office/drawing/2014/main" id="{4F1C487B-D5BB-4025-B271-CF24816BCC77}"/>
              </a:ext>
            </a:extLst>
          </p:cNvPr>
          <p:cNvSpPr/>
          <p:nvPr userDrawn="1"/>
        </p:nvSpPr>
        <p:spPr>
          <a:xfrm>
            <a:off x="736600" y="818696"/>
            <a:ext cx="3302000" cy="3302000"/>
          </a:xfrm>
          <a:prstGeom prst="ellipse">
            <a:avLst/>
          </a:pr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Picture Placeholder 41">
            <a:extLst>
              <a:ext uri="{FF2B5EF4-FFF2-40B4-BE49-F238E27FC236}">
                <a16:creationId xmlns:a16="http://schemas.microsoft.com/office/drawing/2014/main" id="{2901B24D-A7BD-466E-86B9-ABC57DACB91A}"/>
              </a:ext>
            </a:extLst>
          </p:cNvPr>
          <p:cNvSpPr>
            <a:spLocks noGrp="1"/>
          </p:cNvSpPr>
          <p:nvPr>
            <p:ph type="pic" sz="quarter" idx="15"/>
          </p:nvPr>
        </p:nvSpPr>
        <p:spPr>
          <a:xfrm>
            <a:off x="916428" y="998524"/>
            <a:ext cx="2942344" cy="2942344"/>
          </a:xfrm>
          <a:prstGeom prst="ellipse">
            <a:avLst/>
          </a:prstGeom>
          <a:pattFill prst="pct5">
            <a:fgClr>
              <a:srgbClr val="8D1E1D"/>
            </a:fgClr>
            <a:bgClr>
              <a:schemeClr val="bg1"/>
            </a:bgClr>
          </a:pattFill>
        </p:spPr>
        <p:txBody>
          <a:bodyPr anchor="ctr"/>
          <a:lstStyle>
            <a:lvl1pPr algn="ctr">
              <a:buNone/>
              <a:defRPr>
                <a:solidFill>
                  <a:schemeClr val="bg1"/>
                </a:solidFill>
              </a:defRPr>
            </a:lvl1pPr>
          </a:lstStyle>
          <a:p>
            <a:endParaRPr lang="en-US"/>
          </a:p>
        </p:txBody>
      </p:sp>
      <p:sp>
        <p:nvSpPr>
          <p:cNvPr id="40" name="Text Placeholder 19">
            <a:extLst>
              <a:ext uri="{FF2B5EF4-FFF2-40B4-BE49-F238E27FC236}">
                <a16:creationId xmlns:a16="http://schemas.microsoft.com/office/drawing/2014/main" id="{83EE39E7-09CD-4099-826B-7500EC1E5284}"/>
              </a:ext>
            </a:extLst>
          </p:cNvPr>
          <p:cNvSpPr>
            <a:spLocks noGrp="1"/>
          </p:cNvSpPr>
          <p:nvPr>
            <p:ph type="body" sz="quarter" idx="17" hasCustomPrompt="1"/>
          </p:nvPr>
        </p:nvSpPr>
        <p:spPr>
          <a:xfrm>
            <a:off x="4770120" y="2029407"/>
            <a:ext cx="6597752" cy="3447098"/>
          </a:xfrm>
        </p:spPr>
        <p:txBody>
          <a:bodyPr lIns="0" tIns="0" rIns="0" bIns="0">
            <a:normAutofit/>
          </a:bodyPr>
          <a:lstStyle>
            <a:lvl1pPr marL="0" indent="0">
              <a:lnSpc>
                <a:spcPct val="120000"/>
              </a:lnSpc>
              <a:buFont typeface="Arial" panose="020B0604020202020204" pitchFamily="34" charset="0"/>
              <a:buNone/>
              <a:defRPr sz="24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menambahkann deskripsi penjelasan dari bagian ini. Slide ini bisa digunakan untuk menjelaskan pendapat para ahli mengenai bahasan Anda. Gunakan gambar tokoh yang berorientasi portrait atau square untuk hasil terbaik.</a:t>
            </a:r>
          </a:p>
        </p:txBody>
      </p:sp>
      <p:sp>
        <p:nvSpPr>
          <p:cNvPr id="24" name="Freeform: Shape 23">
            <a:extLst>
              <a:ext uri="{FF2B5EF4-FFF2-40B4-BE49-F238E27FC236}">
                <a16:creationId xmlns:a16="http://schemas.microsoft.com/office/drawing/2014/main" id="{34F47F7C-55A0-4518-8EAB-F4E65EACFF00}"/>
              </a:ext>
            </a:extLst>
          </p:cNvPr>
          <p:cNvSpPr/>
          <p:nvPr userDrawn="1"/>
        </p:nvSpPr>
        <p:spPr>
          <a:xfrm>
            <a:off x="10398335" y="5573680"/>
            <a:ext cx="1793665" cy="1284320"/>
          </a:xfrm>
          <a:custGeom>
            <a:avLst/>
            <a:gdLst>
              <a:gd name="connsiteX0" fmla="*/ 1239871 w 1793665"/>
              <a:gd name="connsiteY0" fmla="*/ 0 h 1284320"/>
              <a:gd name="connsiteX1" fmla="*/ 1722485 w 1793665"/>
              <a:gd name="connsiteY1" fmla="*/ 97435 h 1284320"/>
              <a:gd name="connsiteX2" fmla="*/ 1793665 w 1793665"/>
              <a:gd name="connsiteY2" fmla="*/ 131725 h 1284320"/>
              <a:gd name="connsiteX3" fmla="*/ 1793665 w 1793665"/>
              <a:gd name="connsiteY3" fmla="*/ 1284320 h 1284320"/>
              <a:gd name="connsiteX4" fmla="*/ 2244 w 1793665"/>
              <a:gd name="connsiteY4" fmla="*/ 1284320 h 1284320"/>
              <a:gd name="connsiteX5" fmla="*/ 0 w 1793665"/>
              <a:gd name="connsiteY5" fmla="*/ 1239871 h 1284320"/>
              <a:gd name="connsiteX6" fmla="*/ 1239871 w 1793665"/>
              <a:gd name="connsiteY6" fmla="*/ 0 h 128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3665" h="1284320">
                <a:moveTo>
                  <a:pt x="1239871" y="0"/>
                </a:moveTo>
                <a:cubicBezTo>
                  <a:pt x="1411061" y="0"/>
                  <a:pt x="1574149" y="34695"/>
                  <a:pt x="1722485" y="97435"/>
                </a:cubicBezTo>
                <a:lnTo>
                  <a:pt x="1793665" y="131725"/>
                </a:lnTo>
                <a:lnTo>
                  <a:pt x="1793665" y="1284320"/>
                </a:lnTo>
                <a:lnTo>
                  <a:pt x="2244" y="1284320"/>
                </a:lnTo>
                <a:lnTo>
                  <a:pt x="0" y="1239871"/>
                </a:lnTo>
                <a:cubicBezTo>
                  <a:pt x="0" y="555109"/>
                  <a:pt x="555109" y="0"/>
                  <a:pt x="1239871" y="0"/>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Oval 64">
            <a:extLst>
              <a:ext uri="{FF2B5EF4-FFF2-40B4-BE49-F238E27FC236}">
                <a16:creationId xmlns:a16="http://schemas.microsoft.com/office/drawing/2014/main" id="{208BD909-5808-4006-AC9C-691FDCE4AE53}"/>
              </a:ext>
            </a:extLst>
          </p:cNvPr>
          <p:cNvSpPr/>
          <p:nvPr userDrawn="1"/>
        </p:nvSpPr>
        <p:spPr>
          <a:xfrm>
            <a:off x="9829524" y="5642333"/>
            <a:ext cx="591494" cy="591493"/>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27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strVal val="(6*min(max(#ppt_w*#ppt_h,.3),1)-7.4)/-.7*#ppt_w"/>
                                          </p:val>
                                        </p:tav>
                                        <p:tav tm="100000">
                                          <p:val>
                                            <p:strVal val="#ppt_w"/>
                                          </p:val>
                                        </p:tav>
                                      </p:tavLst>
                                    </p:anim>
                                    <p:anim calcmode="lin" valueType="num">
                                      <p:cBhvr>
                                        <p:cTn id="8" dur="500" fill="hold"/>
                                        <p:tgtEl>
                                          <p:spTgt spid="29"/>
                                        </p:tgtEl>
                                        <p:attrNameLst>
                                          <p:attrName>ppt_h</p:attrName>
                                        </p:attrNameLst>
                                      </p:cBhvr>
                                      <p:tavLst>
                                        <p:tav tm="0">
                                          <p:val>
                                            <p:strVal val="(6*min(max(#ppt_w*#ppt_h,.3),1)-7.4)/-.7*#ppt_h"/>
                                          </p:val>
                                        </p:tav>
                                        <p:tav tm="100000">
                                          <p:val>
                                            <p:strVal val="#ppt_h"/>
                                          </p:val>
                                        </p:tav>
                                      </p:tavLst>
                                    </p:anim>
                                    <p:anim calcmode="lin" valueType="num">
                                      <p:cBhvr>
                                        <p:cTn id="9" dur="500" fill="hold"/>
                                        <p:tgtEl>
                                          <p:spTgt spid="29"/>
                                        </p:tgtEl>
                                        <p:attrNameLst>
                                          <p:attrName>ppt_x</p:attrName>
                                        </p:attrNameLst>
                                      </p:cBhvr>
                                      <p:tavLst>
                                        <p:tav tm="0">
                                          <p:val>
                                            <p:fltVal val="0.5"/>
                                          </p:val>
                                        </p:tav>
                                        <p:tav tm="100000">
                                          <p:val>
                                            <p:strVal val="#ppt_x"/>
                                          </p:val>
                                        </p:tav>
                                      </p:tavLst>
                                    </p:anim>
                                    <p:anim calcmode="lin" valueType="num">
                                      <p:cBhvr>
                                        <p:cTn id="10" dur="500" fill="hold"/>
                                        <p:tgtEl>
                                          <p:spTgt spid="29"/>
                                        </p:tgtEl>
                                        <p:attrNameLst>
                                          <p:attrName>ppt_y</p:attrName>
                                        </p:attrNameLst>
                                      </p:cBhvr>
                                      <p:tavLst>
                                        <p:tav tm="0">
                                          <p:val>
                                            <p:strVal val="1+(6*min(max(#ppt_w*#ppt_h,.3),1)-7.4)/-.7*#ppt_h/2"/>
                                          </p:val>
                                        </p:tav>
                                        <p:tav tm="100000">
                                          <p:val>
                                            <p:strVal val="#ppt_y"/>
                                          </p:val>
                                        </p:tav>
                                      </p:tavLst>
                                    </p:anim>
                                  </p:childTnLst>
                                </p:cTn>
                              </p:par>
                              <p:par>
                                <p:cTn id="11" presetID="23" presetClass="entr" presetSubtype="36"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p:cTn id="13" dur="500" fill="hold"/>
                                        <p:tgtEl>
                                          <p:spTgt spid="34"/>
                                        </p:tgtEl>
                                        <p:attrNameLst>
                                          <p:attrName>ppt_w</p:attrName>
                                        </p:attrNameLst>
                                      </p:cBhvr>
                                      <p:tavLst>
                                        <p:tav tm="0">
                                          <p:val>
                                            <p:strVal val="(6*min(max(#ppt_w*#ppt_h,.3),1)-7.4)/-.7*#ppt_w"/>
                                          </p:val>
                                        </p:tav>
                                        <p:tav tm="100000">
                                          <p:val>
                                            <p:strVal val="#ppt_w"/>
                                          </p:val>
                                        </p:tav>
                                      </p:tavLst>
                                    </p:anim>
                                    <p:anim calcmode="lin" valueType="num">
                                      <p:cBhvr>
                                        <p:cTn id="14" dur="500" fill="hold"/>
                                        <p:tgtEl>
                                          <p:spTgt spid="34"/>
                                        </p:tgtEl>
                                        <p:attrNameLst>
                                          <p:attrName>ppt_h</p:attrName>
                                        </p:attrNameLst>
                                      </p:cBhvr>
                                      <p:tavLst>
                                        <p:tav tm="0">
                                          <p:val>
                                            <p:strVal val="(6*min(max(#ppt_w*#ppt_h,.3),1)-7.4)/-.7*#ppt_h"/>
                                          </p:val>
                                        </p:tav>
                                        <p:tav tm="100000">
                                          <p:val>
                                            <p:strVal val="#ppt_h"/>
                                          </p:val>
                                        </p:tav>
                                      </p:tavLst>
                                    </p:anim>
                                    <p:anim calcmode="lin" valueType="num">
                                      <p:cBhvr>
                                        <p:cTn id="15" dur="500" fill="hold"/>
                                        <p:tgtEl>
                                          <p:spTgt spid="34"/>
                                        </p:tgtEl>
                                        <p:attrNameLst>
                                          <p:attrName>ppt_x</p:attrName>
                                        </p:attrNameLst>
                                      </p:cBhvr>
                                      <p:tavLst>
                                        <p:tav tm="0">
                                          <p:val>
                                            <p:fltVal val="0.5"/>
                                          </p:val>
                                        </p:tav>
                                        <p:tav tm="100000">
                                          <p:val>
                                            <p:strVal val="#ppt_x"/>
                                          </p:val>
                                        </p:tav>
                                      </p:tavLst>
                                    </p:anim>
                                    <p:anim calcmode="lin" valueType="num">
                                      <p:cBhvr>
                                        <p:cTn id="16" dur="500" fill="hold"/>
                                        <p:tgtEl>
                                          <p:spTgt spid="34"/>
                                        </p:tgtEl>
                                        <p:attrNameLst>
                                          <p:attrName>ppt_y</p:attrName>
                                        </p:attrNameLst>
                                      </p:cBhvr>
                                      <p:tavLst>
                                        <p:tav tm="0">
                                          <p:val>
                                            <p:strVal val="1+(6*min(max(#ppt_w*#ppt_h,.3),1)-7.4)/-.7*#ppt_h/2"/>
                                          </p:val>
                                        </p:tav>
                                        <p:tav tm="100000">
                                          <p:val>
                                            <p:strVal val="#ppt_y"/>
                                          </p:val>
                                        </p:tav>
                                      </p:tavLst>
                                    </p:anim>
                                  </p:childTnLst>
                                </p:cTn>
                              </p:par>
                              <p:par>
                                <p:cTn id="17" presetID="23" presetClass="entr" presetSubtype="36"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strVal val="(6*min(max(#ppt_w*#ppt_h,.3),1)-7.4)/-.7*#ppt_w"/>
                                          </p:val>
                                        </p:tav>
                                        <p:tav tm="100000">
                                          <p:val>
                                            <p:strVal val="#ppt_w"/>
                                          </p:val>
                                        </p:tav>
                                      </p:tavLst>
                                    </p:anim>
                                    <p:anim calcmode="lin" valueType="num">
                                      <p:cBhvr>
                                        <p:cTn id="20" dur="500" fill="hold"/>
                                        <p:tgtEl>
                                          <p:spTgt spid="39"/>
                                        </p:tgtEl>
                                        <p:attrNameLst>
                                          <p:attrName>ppt_h</p:attrName>
                                        </p:attrNameLst>
                                      </p:cBhvr>
                                      <p:tavLst>
                                        <p:tav tm="0">
                                          <p:val>
                                            <p:strVal val="(6*min(max(#ppt_w*#ppt_h,.3),1)-7.4)/-.7*#ppt_h"/>
                                          </p:val>
                                        </p:tav>
                                        <p:tav tm="100000">
                                          <p:val>
                                            <p:strVal val="#ppt_h"/>
                                          </p:val>
                                        </p:tav>
                                      </p:tavLst>
                                    </p:anim>
                                    <p:anim calcmode="lin" valueType="num">
                                      <p:cBhvr>
                                        <p:cTn id="21" dur="500" fill="hold"/>
                                        <p:tgtEl>
                                          <p:spTgt spid="39"/>
                                        </p:tgtEl>
                                        <p:attrNameLst>
                                          <p:attrName>ppt_x</p:attrName>
                                        </p:attrNameLst>
                                      </p:cBhvr>
                                      <p:tavLst>
                                        <p:tav tm="0">
                                          <p:val>
                                            <p:fltVal val="0.5"/>
                                          </p:val>
                                        </p:tav>
                                        <p:tav tm="100000">
                                          <p:val>
                                            <p:strVal val="#ppt_x"/>
                                          </p:val>
                                        </p:tav>
                                      </p:tavLst>
                                    </p:anim>
                                    <p:anim calcmode="lin" valueType="num">
                                      <p:cBhvr>
                                        <p:cTn id="22" dur="500" fill="hold"/>
                                        <p:tgtEl>
                                          <p:spTgt spid="39"/>
                                        </p:tgtEl>
                                        <p:attrNameLst>
                                          <p:attrName>ppt_y</p:attrName>
                                        </p:attrNameLst>
                                      </p:cBhvr>
                                      <p:tavLst>
                                        <p:tav tm="0">
                                          <p:val>
                                            <p:strVal val="1+(6*min(max(#ppt_w*#ppt_h,.3),1)-7.4)/-.7*#ppt_h/2"/>
                                          </p:val>
                                        </p:tav>
                                        <p:tav tm="100000">
                                          <p:val>
                                            <p:strVal val="#ppt_y"/>
                                          </p:val>
                                        </p:tav>
                                      </p:tavLst>
                                    </p:anim>
                                  </p:childTnLst>
                                </p:cTn>
                              </p:par>
                              <p:par>
                                <p:cTn id="23" presetID="23" presetClass="entr" presetSubtype="36"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anim calcmode="lin" valueType="num">
                                      <p:cBhvr>
                                        <p:cTn id="25" dur="500" fill="hold"/>
                                        <p:tgtEl>
                                          <p:spTgt spid="21">
                                            <p:txEl>
                                              <p:pRg st="0" end="0"/>
                                            </p:txEl>
                                          </p:spTgt>
                                        </p:tgtEl>
                                        <p:attrNameLst>
                                          <p:attrName>ppt_w</p:attrName>
                                        </p:attrNameLst>
                                      </p:cBhvr>
                                      <p:tavLst>
                                        <p:tav tm="0">
                                          <p:val>
                                            <p:strVal val="(6*min(max(#ppt_w*#ppt_h,.3),1)-7.4)/-.7*#ppt_w"/>
                                          </p:val>
                                        </p:tav>
                                        <p:tav tm="100000">
                                          <p:val>
                                            <p:strVal val="#ppt_w"/>
                                          </p:val>
                                        </p:tav>
                                      </p:tavLst>
                                    </p:anim>
                                    <p:anim calcmode="lin" valueType="num">
                                      <p:cBhvr>
                                        <p:cTn id="26" dur="500" fill="hold"/>
                                        <p:tgtEl>
                                          <p:spTgt spid="21">
                                            <p:txEl>
                                              <p:pRg st="0" end="0"/>
                                            </p:txEl>
                                          </p:spTgt>
                                        </p:tgtEl>
                                        <p:attrNameLst>
                                          <p:attrName>ppt_h</p:attrName>
                                        </p:attrNameLst>
                                      </p:cBhvr>
                                      <p:tavLst>
                                        <p:tav tm="0">
                                          <p:val>
                                            <p:strVal val="(6*min(max(#ppt_w*#ppt_h,.3),1)-7.4)/-.7*#ppt_h"/>
                                          </p:val>
                                        </p:tav>
                                        <p:tav tm="100000">
                                          <p:val>
                                            <p:strVal val="#ppt_h"/>
                                          </p:val>
                                        </p:tav>
                                      </p:tavLst>
                                    </p:anim>
                                    <p:anim calcmode="lin" valueType="num">
                                      <p:cBhvr>
                                        <p:cTn id="27" dur="500" fill="hold"/>
                                        <p:tgtEl>
                                          <p:spTgt spid="21">
                                            <p:txEl>
                                              <p:pRg st="0" end="0"/>
                                            </p:txEl>
                                          </p:spTgt>
                                        </p:tgtEl>
                                        <p:attrNameLst>
                                          <p:attrName>ppt_x</p:attrName>
                                        </p:attrNameLst>
                                      </p:cBhvr>
                                      <p:tavLst>
                                        <p:tav tm="0">
                                          <p:val>
                                            <p:fltVal val="0.5"/>
                                          </p:val>
                                        </p:tav>
                                        <p:tav tm="100000">
                                          <p:val>
                                            <p:strVal val="#ppt_x"/>
                                          </p:val>
                                        </p:tav>
                                      </p:tavLst>
                                    </p:anim>
                                    <p:anim calcmode="lin" valueType="num">
                                      <p:cBhvr>
                                        <p:cTn id="28" dur="500" fill="hold"/>
                                        <p:tgtEl>
                                          <p:spTgt spid="21">
                                            <p:txEl>
                                              <p:pRg st="0" end="0"/>
                                            </p:txEl>
                                          </p:spTgt>
                                        </p:tgtEl>
                                        <p:attrNameLst>
                                          <p:attrName>ppt_y</p:attrName>
                                        </p:attrNameLst>
                                      </p:cBhvr>
                                      <p:tavLst>
                                        <p:tav tm="0">
                                          <p:val>
                                            <p:strVal val="1+(6*min(max(#ppt_w*#ppt_h,.3),1)-7.4)/-.7*#ppt_h/2"/>
                                          </p:val>
                                        </p:tav>
                                        <p:tav tm="100000">
                                          <p:val>
                                            <p:strVal val="#ppt_y"/>
                                          </p:val>
                                        </p:tav>
                                      </p:tavLst>
                                    </p:anim>
                                  </p:childTnLst>
                                </p:cTn>
                              </p:par>
                              <p:par>
                                <p:cTn id="29" presetID="23" presetClass="entr" presetSubtype="36" fill="hold" grpId="0" nodeType="withEffect">
                                  <p:stCondLst>
                                    <p:cond delay="0"/>
                                  </p:stCondLst>
                                  <p:childTnLst>
                                    <p:set>
                                      <p:cBhvr>
                                        <p:cTn id="30" dur="1" fill="hold">
                                          <p:stCondLst>
                                            <p:cond delay="0"/>
                                          </p:stCondLst>
                                        </p:cTn>
                                        <p:tgtEl>
                                          <p:spTgt spid="22">
                                            <p:txEl>
                                              <p:pRg st="0" end="0"/>
                                            </p:txEl>
                                          </p:spTgt>
                                        </p:tgtEl>
                                        <p:attrNameLst>
                                          <p:attrName>style.visibility</p:attrName>
                                        </p:attrNameLst>
                                      </p:cBhvr>
                                      <p:to>
                                        <p:strVal val="visible"/>
                                      </p:to>
                                    </p:set>
                                    <p:anim calcmode="lin" valueType="num">
                                      <p:cBhvr>
                                        <p:cTn id="31" dur="500" fill="hold"/>
                                        <p:tgtEl>
                                          <p:spTgt spid="22">
                                            <p:txEl>
                                              <p:pRg st="0" end="0"/>
                                            </p:txEl>
                                          </p:spTgt>
                                        </p:tgtEl>
                                        <p:attrNameLst>
                                          <p:attrName>ppt_w</p:attrName>
                                        </p:attrNameLst>
                                      </p:cBhvr>
                                      <p:tavLst>
                                        <p:tav tm="0">
                                          <p:val>
                                            <p:strVal val="(6*min(max(#ppt_w*#ppt_h,.3),1)-7.4)/-.7*#ppt_w"/>
                                          </p:val>
                                        </p:tav>
                                        <p:tav tm="100000">
                                          <p:val>
                                            <p:strVal val="#ppt_w"/>
                                          </p:val>
                                        </p:tav>
                                      </p:tavLst>
                                    </p:anim>
                                    <p:anim calcmode="lin" valueType="num">
                                      <p:cBhvr>
                                        <p:cTn id="32" dur="500" fill="hold"/>
                                        <p:tgtEl>
                                          <p:spTgt spid="22">
                                            <p:txEl>
                                              <p:pRg st="0" end="0"/>
                                            </p:txEl>
                                          </p:spTgt>
                                        </p:tgtEl>
                                        <p:attrNameLst>
                                          <p:attrName>ppt_h</p:attrName>
                                        </p:attrNameLst>
                                      </p:cBhvr>
                                      <p:tavLst>
                                        <p:tav tm="0">
                                          <p:val>
                                            <p:strVal val="(6*min(max(#ppt_w*#ppt_h,.3),1)-7.4)/-.7*#ppt_h"/>
                                          </p:val>
                                        </p:tav>
                                        <p:tav tm="100000">
                                          <p:val>
                                            <p:strVal val="#ppt_h"/>
                                          </p:val>
                                        </p:tav>
                                      </p:tavLst>
                                    </p:anim>
                                    <p:anim calcmode="lin" valueType="num">
                                      <p:cBhvr>
                                        <p:cTn id="33" dur="500" fill="hold"/>
                                        <p:tgtEl>
                                          <p:spTgt spid="22">
                                            <p:txEl>
                                              <p:pRg st="0" end="0"/>
                                            </p:txEl>
                                          </p:spTgt>
                                        </p:tgtEl>
                                        <p:attrNameLst>
                                          <p:attrName>ppt_x</p:attrName>
                                        </p:attrNameLst>
                                      </p:cBhvr>
                                      <p:tavLst>
                                        <p:tav tm="0">
                                          <p:val>
                                            <p:fltVal val="0.5"/>
                                          </p:val>
                                        </p:tav>
                                        <p:tav tm="100000">
                                          <p:val>
                                            <p:strVal val="#ppt_x"/>
                                          </p:val>
                                        </p:tav>
                                      </p:tavLst>
                                    </p:anim>
                                    <p:anim calcmode="lin" valueType="num">
                                      <p:cBhvr>
                                        <p:cTn id="34" dur="500" fill="hold"/>
                                        <p:tgtEl>
                                          <p:spTgt spid="22">
                                            <p:txEl>
                                              <p:pRg st="0" end="0"/>
                                            </p:txEl>
                                          </p:spTgt>
                                        </p:tgtEl>
                                        <p:attrNameLst>
                                          <p:attrName>ppt_y</p:attrName>
                                        </p:attrNameLst>
                                      </p:cBhvr>
                                      <p:tavLst>
                                        <p:tav tm="0">
                                          <p:val>
                                            <p:strVal val="1+(6*min(max(#ppt_w*#ppt_h,.3),1)-7.4)/-.7*#ppt_h/2"/>
                                          </p:val>
                                        </p:tav>
                                        <p:tav tm="100000">
                                          <p:val>
                                            <p:strVal val="#ppt_y"/>
                                          </p:val>
                                        </p:tav>
                                      </p:tavLst>
                                    </p:anim>
                                  </p:childTnLst>
                                </p:cTn>
                              </p:par>
                            </p:childTnLst>
                          </p:cTn>
                        </p:par>
                        <p:par>
                          <p:cTn id="35" fill="hold">
                            <p:stCondLst>
                              <p:cond delay="500"/>
                            </p:stCondLst>
                            <p:childTnLst>
                              <p:par>
                                <p:cTn id="36" presetID="2" presetClass="entr" presetSubtype="2" decel="100000"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1+#ppt_w/2"/>
                                          </p:val>
                                        </p:tav>
                                        <p:tav tm="100000">
                                          <p:val>
                                            <p:strVal val="#ppt_x"/>
                                          </p:val>
                                        </p:tav>
                                      </p:tavLst>
                                    </p:anim>
                                    <p:anim calcmode="lin" valueType="num">
                                      <p:cBhvr additive="base">
                                        <p:cTn id="39" dur="500" fill="hold"/>
                                        <p:tgtEl>
                                          <p:spTgt spid="18"/>
                                        </p:tgtEl>
                                        <p:attrNameLst>
                                          <p:attrName>ppt_y</p:attrName>
                                        </p:attrNameLst>
                                      </p:cBhvr>
                                      <p:tavLst>
                                        <p:tav tm="0">
                                          <p:val>
                                            <p:strVal val="#ppt_y"/>
                                          </p:val>
                                        </p:tav>
                                        <p:tav tm="100000">
                                          <p:val>
                                            <p:strVal val="#ppt_y"/>
                                          </p:val>
                                        </p:tav>
                                      </p:tavLst>
                                    </p:anim>
                                  </p:childTnLst>
                                </p:cTn>
                              </p:par>
                              <p:par>
                                <p:cTn id="40" presetID="10" presetClass="entr" presetSubtype="0" fill="hold" grpId="0" nodeType="withEffect">
                                  <p:stCondLst>
                                    <p:cond delay="25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par>
                                <p:cTn id="43" presetID="22" presetClass="entr" presetSubtype="8" fill="hold" grpId="0" nodeType="withEffect">
                                  <p:stCondLst>
                                    <p:cond delay="500"/>
                                  </p:stCondLst>
                                  <p:childTnLst>
                                    <p:set>
                                      <p:cBhvr>
                                        <p:cTn id="44" dur="1" fill="hold">
                                          <p:stCondLst>
                                            <p:cond delay="0"/>
                                          </p:stCondLst>
                                        </p:cTn>
                                        <p:tgtEl>
                                          <p:spTgt spid="40">
                                            <p:txEl>
                                              <p:pRg st="0" end="0"/>
                                            </p:txEl>
                                          </p:spTgt>
                                        </p:tgtEl>
                                        <p:attrNameLst>
                                          <p:attrName>style.visibility</p:attrName>
                                        </p:attrNameLst>
                                      </p:cBhvr>
                                      <p:to>
                                        <p:strVal val="visible"/>
                                      </p:to>
                                    </p:set>
                                    <p:animEffect transition="in" filter="wipe(left)">
                                      <p:cBhvr>
                                        <p:cTn id="45" dur="500"/>
                                        <p:tgtEl>
                                          <p:spTgt spid="40">
                                            <p:txEl>
                                              <p:pRg st="0" end="0"/>
                                            </p:txEl>
                                          </p:spTgt>
                                        </p:tgtEl>
                                      </p:cBhvr>
                                    </p:animEffect>
                                  </p:childTnLst>
                                </p:cTn>
                              </p:par>
                              <p:par>
                                <p:cTn id="46" presetID="2" presetClass="entr" presetSubtype="6" decel="100000" fill="hold" grpId="0" nodeType="withEffect">
                                  <p:stCondLst>
                                    <p:cond delay="750"/>
                                  </p:stCondLst>
                                  <p:childTnLst>
                                    <p:set>
                                      <p:cBhvr>
                                        <p:cTn id="47" dur="1" fill="hold">
                                          <p:stCondLst>
                                            <p:cond delay="0"/>
                                          </p:stCondLst>
                                        </p:cTn>
                                        <p:tgtEl>
                                          <p:spTgt spid="24"/>
                                        </p:tgtEl>
                                        <p:attrNameLst>
                                          <p:attrName>style.visibility</p:attrName>
                                        </p:attrNameLst>
                                      </p:cBhvr>
                                      <p:to>
                                        <p:strVal val="visible"/>
                                      </p:to>
                                    </p:set>
                                    <p:anim calcmode="lin" valueType="num">
                                      <p:cBhvr additive="base">
                                        <p:cTn id="48" dur="500" fill="hold"/>
                                        <p:tgtEl>
                                          <p:spTgt spid="24"/>
                                        </p:tgtEl>
                                        <p:attrNameLst>
                                          <p:attrName>ppt_x</p:attrName>
                                        </p:attrNameLst>
                                      </p:cBhvr>
                                      <p:tavLst>
                                        <p:tav tm="0">
                                          <p:val>
                                            <p:strVal val="1+#ppt_w/2"/>
                                          </p:val>
                                        </p:tav>
                                        <p:tav tm="100000">
                                          <p:val>
                                            <p:strVal val="#ppt_x"/>
                                          </p:val>
                                        </p:tav>
                                      </p:tavLst>
                                    </p:anim>
                                    <p:anim calcmode="lin" valueType="num">
                                      <p:cBhvr additive="base">
                                        <p:cTn id="49" dur="500" fill="hold"/>
                                        <p:tgtEl>
                                          <p:spTgt spid="24"/>
                                        </p:tgtEl>
                                        <p:attrNameLst>
                                          <p:attrName>ppt_y</p:attrName>
                                        </p:attrNameLst>
                                      </p:cBhvr>
                                      <p:tavLst>
                                        <p:tav tm="0">
                                          <p:val>
                                            <p:strVal val="1+#ppt_h/2"/>
                                          </p:val>
                                        </p:tav>
                                        <p:tav tm="100000">
                                          <p:val>
                                            <p:strVal val="#ppt_y"/>
                                          </p:val>
                                        </p:tav>
                                      </p:tavLst>
                                    </p:anim>
                                  </p:childTnLst>
                                </p:cTn>
                              </p:par>
                              <p:par>
                                <p:cTn id="50" presetID="2" presetClass="entr" presetSubtype="6" decel="100000" fill="hold" grpId="0" nodeType="withEffect">
                                  <p:stCondLst>
                                    <p:cond delay="0"/>
                                  </p:stCondLst>
                                  <p:childTnLst>
                                    <p:set>
                                      <p:cBhvr>
                                        <p:cTn id="51" dur="1" fill="hold">
                                          <p:stCondLst>
                                            <p:cond delay="0"/>
                                          </p:stCondLst>
                                        </p:cTn>
                                        <p:tgtEl>
                                          <p:spTgt spid="65"/>
                                        </p:tgtEl>
                                        <p:attrNameLst>
                                          <p:attrName>style.visibility</p:attrName>
                                        </p:attrNameLst>
                                      </p:cBhvr>
                                      <p:to>
                                        <p:strVal val="visible"/>
                                      </p:to>
                                    </p:set>
                                    <p:anim calcmode="lin" valueType="num">
                                      <p:cBhvr additive="base">
                                        <p:cTn id="52" dur="500" fill="hold"/>
                                        <p:tgtEl>
                                          <p:spTgt spid="65"/>
                                        </p:tgtEl>
                                        <p:attrNameLst>
                                          <p:attrName>ppt_x</p:attrName>
                                        </p:attrNameLst>
                                      </p:cBhvr>
                                      <p:tavLst>
                                        <p:tav tm="0">
                                          <p:val>
                                            <p:strVal val="1+#ppt_w/2"/>
                                          </p:val>
                                        </p:tav>
                                        <p:tav tm="100000">
                                          <p:val>
                                            <p:strVal val="#ppt_x"/>
                                          </p:val>
                                        </p:tav>
                                      </p:tavLst>
                                    </p:anim>
                                    <p:anim calcmode="lin" valueType="num">
                                      <p:cBhvr additive="base">
                                        <p:cTn id="53"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9" grpId="0" animBg="1"/>
      <p:bldP spid="18" grpId="0"/>
      <p:bldP spid="21" grpId="0" build="p">
        <p:tmplLst>
          <p:tmpl lvl="1">
            <p:tnLst>
              <p:par>
                <p:cTn presetID="23" presetClass="entr" presetSubtype="36"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p:cTn dur="500" fill="hold"/>
                        <p:tgtEl>
                          <p:spTgt spid="21"/>
                        </p:tgtEl>
                        <p:attrNameLst>
                          <p:attrName>ppt_w</p:attrName>
                        </p:attrNameLst>
                      </p:cBhvr>
                      <p:tavLst>
                        <p:tav tm="0">
                          <p:val>
                            <p:strVal val="(6*min(max(#ppt_w*#ppt_h,.3),1)-7.4)/-.7*#ppt_w"/>
                          </p:val>
                        </p:tav>
                        <p:tav tm="100000">
                          <p:val>
                            <p:strVal val="#ppt_w"/>
                          </p:val>
                        </p:tav>
                      </p:tavLst>
                    </p:anim>
                    <p:anim calcmode="lin" valueType="num">
                      <p:cBhvr>
                        <p:cTn dur="500" fill="hold"/>
                        <p:tgtEl>
                          <p:spTgt spid="21"/>
                        </p:tgtEl>
                        <p:attrNameLst>
                          <p:attrName>ppt_h</p:attrName>
                        </p:attrNameLst>
                      </p:cBhvr>
                      <p:tavLst>
                        <p:tav tm="0">
                          <p:val>
                            <p:strVal val="(6*min(max(#ppt_w*#ppt_h,.3),1)-7.4)/-.7*#ppt_h"/>
                          </p:val>
                        </p:tav>
                        <p:tav tm="100000">
                          <p:val>
                            <p:strVal val="#ppt_h"/>
                          </p:val>
                        </p:tav>
                      </p:tavLst>
                    </p:anim>
                    <p:anim calcmode="lin" valueType="num">
                      <p:cBhvr>
                        <p:cTn dur="500" fill="hold"/>
                        <p:tgtEl>
                          <p:spTgt spid="21"/>
                        </p:tgtEl>
                        <p:attrNameLst>
                          <p:attrName>ppt_x</p:attrName>
                        </p:attrNameLst>
                      </p:cBhvr>
                      <p:tavLst>
                        <p:tav tm="0">
                          <p:val>
                            <p:fltVal val="0.5"/>
                          </p:val>
                        </p:tav>
                        <p:tav tm="100000">
                          <p:val>
                            <p:strVal val="#ppt_x"/>
                          </p:val>
                        </p:tav>
                      </p:tavLst>
                    </p:anim>
                    <p:anim calcmode="lin" valueType="num">
                      <p:cBhvr>
                        <p:cTn dur="500" fill="hold"/>
                        <p:tgtEl>
                          <p:spTgt spid="21"/>
                        </p:tgtEl>
                        <p:attrNameLst>
                          <p:attrName>ppt_y</p:attrName>
                        </p:attrNameLst>
                      </p:cBhvr>
                      <p:tavLst>
                        <p:tav tm="0">
                          <p:val>
                            <p:strVal val="1+(6*min(max(#ppt_w*#ppt_h,.3),1)-7.4)/-.7*#ppt_h/2"/>
                          </p:val>
                        </p:tav>
                        <p:tav tm="100000">
                          <p:val>
                            <p:strVal val="#ppt_y"/>
                          </p:val>
                        </p:tav>
                      </p:tavLst>
                    </p:anim>
                  </p:childTnLst>
                </p:cTn>
              </p:par>
            </p:tnLst>
          </p:tmpl>
        </p:tmplLst>
      </p:bldP>
      <p:bldP spid="22" grpId="0" build="p">
        <p:tmplLst>
          <p:tmpl lvl="1">
            <p:tnLst>
              <p:par>
                <p:cTn presetID="23" presetClass="entr" presetSubtype="36"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p:cTn dur="500" fill="hold"/>
                        <p:tgtEl>
                          <p:spTgt spid="22"/>
                        </p:tgtEl>
                        <p:attrNameLst>
                          <p:attrName>ppt_w</p:attrName>
                        </p:attrNameLst>
                      </p:cBhvr>
                      <p:tavLst>
                        <p:tav tm="0">
                          <p:val>
                            <p:strVal val="(6*min(max(#ppt_w*#ppt_h,.3),1)-7.4)/-.7*#ppt_w"/>
                          </p:val>
                        </p:tav>
                        <p:tav tm="100000">
                          <p:val>
                            <p:strVal val="#ppt_w"/>
                          </p:val>
                        </p:tav>
                      </p:tavLst>
                    </p:anim>
                    <p:anim calcmode="lin" valueType="num">
                      <p:cBhvr>
                        <p:cTn dur="500" fill="hold"/>
                        <p:tgtEl>
                          <p:spTgt spid="22"/>
                        </p:tgtEl>
                        <p:attrNameLst>
                          <p:attrName>ppt_h</p:attrName>
                        </p:attrNameLst>
                      </p:cBhvr>
                      <p:tavLst>
                        <p:tav tm="0">
                          <p:val>
                            <p:strVal val="(6*min(max(#ppt_w*#ppt_h,.3),1)-7.4)/-.7*#ppt_h"/>
                          </p:val>
                        </p:tav>
                        <p:tav tm="100000">
                          <p:val>
                            <p:strVal val="#ppt_h"/>
                          </p:val>
                        </p:tav>
                      </p:tavLst>
                    </p:anim>
                    <p:anim calcmode="lin" valueType="num">
                      <p:cBhvr>
                        <p:cTn dur="500" fill="hold"/>
                        <p:tgtEl>
                          <p:spTgt spid="22"/>
                        </p:tgtEl>
                        <p:attrNameLst>
                          <p:attrName>ppt_x</p:attrName>
                        </p:attrNameLst>
                      </p:cBhvr>
                      <p:tavLst>
                        <p:tav tm="0">
                          <p:val>
                            <p:fltVal val="0.5"/>
                          </p:val>
                        </p:tav>
                        <p:tav tm="100000">
                          <p:val>
                            <p:strVal val="#ppt_x"/>
                          </p:val>
                        </p:tav>
                      </p:tavLst>
                    </p:anim>
                    <p:anim calcmode="lin" valueType="num">
                      <p:cBhvr>
                        <p:cTn dur="500" fill="hold"/>
                        <p:tgtEl>
                          <p:spTgt spid="22"/>
                        </p:tgtEl>
                        <p:attrNameLst>
                          <p:attrName>ppt_y</p:attrName>
                        </p:attrNameLst>
                      </p:cBhvr>
                      <p:tavLst>
                        <p:tav tm="0">
                          <p:val>
                            <p:strVal val="1+(6*min(max(#ppt_w*#ppt_h,.3),1)-7.4)/-.7*#ppt_h/2"/>
                          </p:val>
                        </p:tav>
                        <p:tav tm="100000">
                          <p:val>
                            <p:strVal val="#ppt_y"/>
                          </p:val>
                        </p:tav>
                      </p:tavLst>
                    </p:anim>
                  </p:childTnLst>
                </p:cTn>
              </p:par>
            </p:tnLst>
          </p:tmpl>
        </p:tmplLst>
      </p:bldP>
      <p:bldP spid="29" grpId="0" animBg="1"/>
      <p:bldP spid="34" grpId="0" animBg="1"/>
      <p:bldP spid="40" grpId="0" build="p">
        <p:tmplLst>
          <p:tmpl lvl="1">
            <p:tnLst>
              <p:par>
                <p:cTn presetID="22" presetClass="entr" presetSubtype="8" fill="hold" nodeType="withEffect">
                  <p:stCondLst>
                    <p:cond delay="50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24" grpId="0" animBg="1"/>
      <p:bldP spid="65"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mbar Besar 1">
    <p:spTree>
      <p:nvGrpSpPr>
        <p:cNvPr id="1" name=""/>
        <p:cNvGrpSpPr/>
        <p:nvPr/>
      </p:nvGrpSpPr>
      <p:grpSpPr>
        <a:xfrm>
          <a:off x="0" y="0"/>
          <a:ext cx="0" cy="0"/>
          <a:chOff x="0" y="0"/>
          <a:chExt cx="0" cy="0"/>
        </a:xfrm>
      </p:grpSpPr>
      <p:pic>
        <p:nvPicPr>
          <p:cNvPr id="14" name="Picture 13" descr="Black and White Abstract Photo ">
            <a:extLst>
              <a:ext uri="{FF2B5EF4-FFF2-40B4-BE49-F238E27FC236}">
                <a16:creationId xmlns:a16="http://schemas.microsoft.com/office/drawing/2014/main" id="{82E3805C-9CFC-43AB-B7EE-41D8442744DE}"/>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1" y="-2667000"/>
            <a:ext cx="6857999" cy="12192000"/>
          </a:xfrm>
          <a:custGeom>
            <a:avLst/>
            <a:gdLst>
              <a:gd name="connsiteX0" fmla="*/ 0 w 6857999"/>
              <a:gd name="connsiteY0" fmla="*/ 12192000 h 12192000"/>
              <a:gd name="connsiteX1" fmla="*/ 0 w 6857999"/>
              <a:gd name="connsiteY1" fmla="*/ 0 h 12192000"/>
              <a:gd name="connsiteX2" fmla="*/ 6857999 w 6857999"/>
              <a:gd name="connsiteY2" fmla="*/ 0 h 12192000"/>
              <a:gd name="connsiteX3" fmla="*/ 6857999 w 6857999"/>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7999" h="12192000">
                <a:moveTo>
                  <a:pt x="0" y="12192000"/>
                </a:moveTo>
                <a:lnTo>
                  <a:pt x="0" y="0"/>
                </a:lnTo>
                <a:lnTo>
                  <a:pt x="6857999" y="0"/>
                </a:lnTo>
                <a:lnTo>
                  <a:pt x="6857999" y="12192000"/>
                </a:lnTo>
                <a:close/>
              </a:path>
            </a:pathLst>
          </a:cu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29DFDC79-18F3-462D-A2A2-F5CCD65E4A25}"/>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881BA34-4C43-40D1-AB1F-F21BDC488FA3}"/>
              </a:ext>
            </a:extLst>
          </p:cNvPr>
          <p:cNvSpPr/>
          <p:nvPr userDrawn="1"/>
        </p:nvSpPr>
        <p:spPr>
          <a:xfrm>
            <a:off x="-107688" y="189090"/>
            <a:ext cx="6479820" cy="6479820"/>
          </a:xfrm>
          <a:prstGeom prst="ellipse">
            <a:avLst/>
          </a:prstGeom>
          <a:noFill/>
          <a:ln>
            <a:solidFill>
              <a:schemeClr val="accent1">
                <a:shade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557A430-2AC8-4DD0-B534-9AE04CC77E7E}"/>
              </a:ext>
            </a:extLst>
          </p:cNvPr>
          <p:cNvSpPr/>
          <p:nvPr userDrawn="1"/>
        </p:nvSpPr>
        <p:spPr>
          <a:xfrm>
            <a:off x="-875333" y="-570089"/>
            <a:ext cx="8015110" cy="8015110"/>
          </a:xfrm>
          <a:prstGeom prst="ellipse">
            <a:avLst/>
          </a:prstGeom>
          <a:noFill/>
          <a:ln>
            <a:solidFill>
              <a:schemeClr val="accent1">
                <a:shade val="50000"/>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icture Placeholder 32">
            <a:extLst>
              <a:ext uri="{FF2B5EF4-FFF2-40B4-BE49-F238E27FC236}">
                <a16:creationId xmlns:a16="http://schemas.microsoft.com/office/drawing/2014/main" id="{790D674C-BBB7-430C-9DC6-61DC15BA4570}"/>
              </a:ext>
            </a:extLst>
          </p:cNvPr>
          <p:cNvSpPr>
            <a:spLocks noGrp="1"/>
          </p:cNvSpPr>
          <p:nvPr>
            <p:ph type="pic" sz="quarter" idx="13"/>
          </p:nvPr>
        </p:nvSpPr>
        <p:spPr>
          <a:xfrm>
            <a:off x="569644" y="866422"/>
            <a:ext cx="5125156" cy="5125156"/>
          </a:xfrm>
          <a:custGeom>
            <a:avLst/>
            <a:gdLst>
              <a:gd name="connsiteX0" fmla="*/ 2562578 w 5125156"/>
              <a:gd name="connsiteY0" fmla="*/ 0 h 5125156"/>
              <a:gd name="connsiteX1" fmla="*/ 5125156 w 5125156"/>
              <a:gd name="connsiteY1" fmla="*/ 2562578 h 5125156"/>
              <a:gd name="connsiteX2" fmla="*/ 2562578 w 5125156"/>
              <a:gd name="connsiteY2" fmla="*/ 5125156 h 5125156"/>
              <a:gd name="connsiteX3" fmla="*/ 1565107 w 5125156"/>
              <a:gd name="connsiteY3" fmla="*/ 4923776 h 5125156"/>
              <a:gd name="connsiteX4" fmla="*/ 1522754 w 5125156"/>
              <a:gd name="connsiteY4" fmla="*/ 4903374 h 5125156"/>
              <a:gd name="connsiteX5" fmla="*/ 1531357 w 5125156"/>
              <a:gd name="connsiteY5" fmla="*/ 4864071 h 5125156"/>
              <a:gd name="connsiteX6" fmla="*/ 1494897 w 5125156"/>
              <a:gd name="connsiteY6" fmla="*/ 4784778 h 5125156"/>
              <a:gd name="connsiteX7" fmla="*/ 548163 w 5125156"/>
              <a:gd name="connsiteY7" fmla="*/ 3973001 h 5125156"/>
              <a:gd name="connsiteX8" fmla="*/ 480171 w 5125156"/>
              <a:gd name="connsiteY8" fmla="*/ 3947843 h 5125156"/>
              <a:gd name="connsiteX9" fmla="*/ 444453 w 5125156"/>
              <a:gd name="connsiteY9" fmla="*/ 3947843 h 5125156"/>
              <a:gd name="connsiteX10" fmla="*/ 408793 w 5125156"/>
              <a:gd name="connsiteY10" fmla="*/ 3947843 h 5125156"/>
              <a:gd name="connsiteX11" fmla="*/ 309289 w 5125156"/>
              <a:gd name="connsiteY11" fmla="*/ 3784055 h 5125156"/>
              <a:gd name="connsiteX12" fmla="*/ 0 w 5125156"/>
              <a:gd name="connsiteY12" fmla="*/ 2562578 h 5125156"/>
              <a:gd name="connsiteX13" fmla="*/ 2562578 w 5125156"/>
              <a:gd name="connsiteY13" fmla="*/ 0 h 512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25156" h="5125156">
                <a:moveTo>
                  <a:pt x="2562578" y="0"/>
                </a:moveTo>
                <a:cubicBezTo>
                  <a:pt x="3977851" y="0"/>
                  <a:pt x="5125156" y="1147305"/>
                  <a:pt x="5125156" y="2562578"/>
                </a:cubicBezTo>
                <a:cubicBezTo>
                  <a:pt x="5125156" y="3977851"/>
                  <a:pt x="3977851" y="5125156"/>
                  <a:pt x="2562578" y="5125156"/>
                </a:cubicBezTo>
                <a:cubicBezTo>
                  <a:pt x="2208760" y="5125156"/>
                  <a:pt x="1871690" y="5053450"/>
                  <a:pt x="1565107" y="4923776"/>
                </a:cubicBezTo>
                <a:lnTo>
                  <a:pt x="1522754" y="4903374"/>
                </a:lnTo>
                <a:lnTo>
                  <a:pt x="1531357" y="4864071"/>
                </a:lnTo>
                <a:cubicBezTo>
                  <a:pt x="1531357" y="4833587"/>
                  <a:pt x="1518038" y="4804622"/>
                  <a:pt x="1494897" y="4784778"/>
                </a:cubicBezTo>
                <a:cubicBezTo>
                  <a:pt x="1266706" y="4589117"/>
                  <a:pt x="685379" y="4090659"/>
                  <a:pt x="548163" y="3973001"/>
                </a:cubicBezTo>
                <a:cubicBezTo>
                  <a:pt x="529228" y="3956767"/>
                  <a:pt x="505112" y="3947843"/>
                  <a:pt x="480171" y="3947843"/>
                </a:cubicBezTo>
                <a:cubicBezTo>
                  <a:pt x="469965" y="3947843"/>
                  <a:pt x="457966" y="3947843"/>
                  <a:pt x="444453" y="3947843"/>
                </a:cubicBezTo>
                <a:lnTo>
                  <a:pt x="408793" y="3947843"/>
                </a:lnTo>
                <a:lnTo>
                  <a:pt x="309289" y="3784055"/>
                </a:lnTo>
                <a:cubicBezTo>
                  <a:pt x="112042" y="3420955"/>
                  <a:pt x="0" y="3004851"/>
                  <a:pt x="0" y="2562578"/>
                </a:cubicBezTo>
                <a:cubicBezTo>
                  <a:pt x="0" y="1147305"/>
                  <a:pt x="1147305" y="0"/>
                  <a:pt x="2562578" y="0"/>
                </a:cubicBez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2" name="Title 1">
            <a:extLst>
              <a:ext uri="{FF2B5EF4-FFF2-40B4-BE49-F238E27FC236}">
                <a16:creationId xmlns:a16="http://schemas.microsoft.com/office/drawing/2014/main" id="{D46CA503-2970-4A64-949B-46054FDF2C5C}"/>
              </a:ext>
            </a:extLst>
          </p:cNvPr>
          <p:cNvSpPr>
            <a:spLocks noGrp="1"/>
          </p:cNvSpPr>
          <p:nvPr>
            <p:ph type="title" hasCustomPrompt="1"/>
          </p:nvPr>
        </p:nvSpPr>
        <p:spPr>
          <a:xfrm>
            <a:off x="6314214" y="1372307"/>
            <a:ext cx="5178777" cy="1920526"/>
          </a:xfrm>
        </p:spPr>
        <p:txBody>
          <a:bodyPr lIns="0" tIns="0" rIns="0" bIns="0">
            <a:normAutofit/>
          </a:bodyPr>
          <a:lstStyle>
            <a:lvl1pPr>
              <a:defRPr>
                <a:solidFill>
                  <a:schemeClr val="accent1"/>
                </a:solidFill>
              </a:defRPr>
            </a:lvl1pPr>
          </a:lstStyle>
          <a:p>
            <a:r>
              <a:rPr lang="en-US"/>
              <a:t>Simpan Kalimat Penting di bagian ini (3 baris)</a:t>
            </a:r>
          </a:p>
        </p:txBody>
      </p:sp>
      <p:sp>
        <p:nvSpPr>
          <p:cNvPr id="3" name="Date Placeholder 2">
            <a:extLst>
              <a:ext uri="{FF2B5EF4-FFF2-40B4-BE49-F238E27FC236}">
                <a16:creationId xmlns:a16="http://schemas.microsoft.com/office/drawing/2014/main" id="{93776D32-57A3-4F95-89BF-AC69062EB348}"/>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4C4AC7AB-7F20-4CBB-9F72-FA64991349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48B00D-4AE3-4A9F-896E-52B5F18E2EC3}"/>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26" name="Text Placeholder 19">
            <a:extLst>
              <a:ext uri="{FF2B5EF4-FFF2-40B4-BE49-F238E27FC236}">
                <a16:creationId xmlns:a16="http://schemas.microsoft.com/office/drawing/2014/main" id="{331E7535-2F00-4783-B40D-C582E9536A76}"/>
              </a:ext>
            </a:extLst>
          </p:cNvPr>
          <p:cNvSpPr>
            <a:spLocks noGrp="1"/>
          </p:cNvSpPr>
          <p:nvPr>
            <p:ph type="body" sz="quarter" idx="14" hasCustomPrompt="1"/>
          </p:nvPr>
        </p:nvSpPr>
        <p:spPr>
          <a:xfrm>
            <a:off x="6301514" y="3559942"/>
            <a:ext cx="5191477" cy="2020297"/>
          </a:xfrm>
        </p:spPr>
        <p:txBody>
          <a:bodyPr lIns="0" tIns="0" rIns="0" bIns="0">
            <a:normAutofit/>
          </a:bodyPr>
          <a:lstStyle>
            <a:lvl1pPr marL="0" indent="0">
              <a:lnSpc>
                <a:spcPct val="120000"/>
              </a:lnSpc>
              <a:buFont typeface="Arial" panose="020B0604020202020204" pitchFamily="34" charset="0"/>
              <a:buNone/>
              <a:defRPr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menambahkann deskripsi penjelasan dari bagian ini. Slide ini bisa digunakan untuk menekankan hal tertentu</a:t>
            </a:r>
            <a:r>
              <a:rPr lang="en-AI"/>
              <a:t>.</a:t>
            </a:r>
            <a:endParaRPr lang="en-US"/>
          </a:p>
        </p:txBody>
      </p:sp>
      <p:sp>
        <p:nvSpPr>
          <p:cNvPr id="6" name="Graphic 29">
            <a:extLst>
              <a:ext uri="{FF2B5EF4-FFF2-40B4-BE49-F238E27FC236}">
                <a16:creationId xmlns:a16="http://schemas.microsoft.com/office/drawing/2014/main" id="{8C8D9E5A-9EB5-4F49-9B7E-63E012DB9AF6}"/>
              </a:ext>
            </a:extLst>
          </p:cNvPr>
          <p:cNvSpPr/>
          <p:nvPr/>
        </p:nvSpPr>
        <p:spPr>
          <a:xfrm>
            <a:off x="502457" y="4817536"/>
            <a:ext cx="1602032" cy="1832457"/>
          </a:xfrm>
          <a:custGeom>
            <a:avLst/>
            <a:gdLst>
              <a:gd name="connsiteX0" fmla="*/ 32987 w 1602032"/>
              <a:gd name="connsiteY0" fmla="*/ 180482 h 1832457"/>
              <a:gd name="connsiteX1" fmla="*/ 3005 w 1602032"/>
              <a:gd name="connsiteY1" fmla="*/ 64938 h 1832457"/>
              <a:gd name="connsiteX2" fmla="*/ 100967 w 1602032"/>
              <a:gd name="connsiteY2" fmla="*/ -3271 h 1832457"/>
              <a:gd name="connsiteX3" fmla="*/ 547358 w 1602032"/>
              <a:gd name="connsiteY3" fmla="*/ -3271 h 1832457"/>
              <a:gd name="connsiteX4" fmla="*/ 615350 w 1602032"/>
              <a:gd name="connsiteY4" fmla="*/ 21887 h 1832457"/>
              <a:gd name="connsiteX5" fmla="*/ 1562084 w 1602032"/>
              <a:gd name="connsiteY5" fmla="*/ 833664 h 1832457"/>
              <a:gd name="connsiteX6" fmla="*/ 1598544 w 1602032"/>
              <a:gd name="connsiteY6" fmla="*/ 912957 h 1832457"/>
              <a:gd name="connsiteX7" fmla="*/ 1562084 w 1602032"/>
              <a:gd name="connsiteY7" fmla="*/ 992251 h 1832457"/>
              <a:gd name="connsiteX8" fmla="*/ 615350 w 1602032"/>
              <a:gd name="connsiteY8" fmla="*/ 1804028 h 1832457"/>
              <a:gd name="connsiteX9" fmla="*/ 547358 w 1602032"/>
              <a:gd name="connsiteY9" fmla="*/ 1829186 h 1832457"/>
              <a:gd name="connsiteX10" fmla="*/ 100967 w 1602032"/>
              <a:gd name="connsiteY10" fmla="*/ 1829186 h 1832457"/>
              <a:gd name="connsiteX11" fmla="*/ 3005 w 1602032"/>
              <a:gd name="connsiteY11" fmla="*/ 1760976 h 1832457"/>
              <a:gd name="connsiteX12" fmla="*/ 32987 w 1602032"/>
              <a:gd name="connsiteY12" fmla="*/ 1645433 h 1832457"/>
              <a:gd name="connsiteX13" fmla="*/ 887458 w 1602032"/>
              <a:gd name="connsiteY13" fmla="*/ 912957 h 1832457"/>
              <a:gd name="connsiteX14" fmla="*/ 32987 w 1602032"/>
              <a:gd name="connsiteY14" fmla="*/ 180482 h 183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2032" h="1832457">
                <a:moveTo>
                  <a:pt x="32987" y="180482"/>
                </a:moveTo>
                <a:cubicBezTo>
                  <a:pt x="-198" y="152035"/>
                  <a:pt x="-12161" y="105932"/>
                  <a:pt x="3005" y="64938"/>
                </a:cubicBezTo>
                <a:cubicBezTo>
                  <a:pt x="18171" y="23944"/>
                  <a:pt x="57258" y="-3272"/>
                  <a:pt x="100967" y="-3271"/>
                </a:cubicBezTo>
                <a:cubicBezTo>
                  <a:pt x="269318" y="-3271"/>
                  <a:pt x="465708" y="-3271"/>
                  <a:pt x="547358" y="-3271"/>
                </a:cubicBezTo>
                <a:cubicBezTo>
                  <a:pt x="572299" y="-3271"/>
                  <a:pt x="596415" y="5653"/>
                  <a:pt x="615350" y="21887"/>
                </a:cubicBezTo>
                <a:cubicBezTo>
                  <a:pt x="752566" y="139545"/>
                  <a:pt x="1333893" y="638003"/>
                  <a:pt x="1562084" y="833664"/>
                </a:cubicBezTo>
                <a:cubicBezTo>
                  <a:pt x="1585225" y="853508"/>
                  <a:pt x="1598544" y="882473"/>
                  <a:pt x="1598544" y="912957"/>
                </a:cubicBezTo>
                <a:cubicBezTo>
                  <a:pt x="1598544" y="943442"/>
                  <a:pt x="1585225" y="972407"/>
                  <a:pt x="1562084" y="992251"/>
                </a:cubicBezTo>
                <a:cubicBezTo>
                  <a:pt x="1333893" y="1187912"/>
                  <a:pt x="752566" y="1686369"/>
                  <a:pt x="615350" y="1804028"/>
                </a:cubicBezTo>
                <a:cubicBezTo>
                  <a:pt x="596415" y="1820262"/>
                  <a:pt x="572299" y="1829186"/>
                  <a:pt x="547358" y="1829186"/>
                </a:cubicBezTo>
                <a:cubicBezTo>
                  <a:pt x="465708" y="1829186"/>
                  <a:pt x="269318" y="1829186"/>
                  <a:pt x="100967" y="1829186"/>
                </a:cubicBezTo>
                <a:cubicBezTo>
                  <a:pt x="57258" y="1829186"/>
                  <a:pt x="18171" y="1801971"/>
                  <a:pt x="3005" y="1760976"/>
                </a:cubicBezTo>
                <a:cubicBezTo>
                  <a:pt x="-12161" y="1719982"/>
                  <a:pt x="-198" y="1673879"/>
                  <a:pt x="32987" y="1645433"/>
                </a:cubicBezTo>
                <a:cubicBezTo>
                  <a:pt x="345000" y="1377965"/>
                  <a:pt x="887458" y="912957"/>
                  <a:pt x="887458" y="912957"/>
                </a:cubicBezTo>
                <a:cubicBezTo>
                  <a:pt x="887458" y="912957"/>
                  <a:pt x="345000" y="447946"/>
                  <a:pt x="32987" y="180482"/>
                </a:cubicBezTo>
                <a:close/>
              </a:path>
            </a:pathLst>
          </a:custGeom>
          <a:solidFill>
            <a:schemeClr val="accent1"/>
          </a:solidFill>
          <a:ln w="277" cap="flat">
            <a:noFill/>
            <a:prstDash val="solid"/>
            <a:round/>
          </a:ln>
        </p:spPr>
        <p:txBody>
          <a:bodyPr rtlCol="0" anchor="ctr"/>
          <a:lstStyle/>
          <a:p>
            <a:endParaRPr lang="en-US"/>
          </a:p>
        </p:txBody>
      </p:sp>
    </p:spTree>
    <p:extLst>
      <p:ext uri="{BB962C8B-B14F-4D97-AF65-F5344CB8AC3E}">
        <p14:creationId xmlns:p14="http://schemas.microsoft.com/office/powerpoint/2010/main" val="307678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par>
                          <p:cTn id="20" fill="hold">
                            <p:stCondLst>
                              <p:cond delay="1000"/>
                            </p:stCondLst>
                            <p:childTnLst>
                              <p:par>
                                <p:cTn id="21" presetID="2" presetClass="entr" presetSubtype="8" decel="10000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25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500"/>
                                  </p:stCondLst>
                                  <p:childTnLst>
                                    <p:set>
                                      <p:cBhvr>
                                        <p:cTn id="30" dur="1" fill="hold">
                                          <p:stCondLst>
                                            <p:cond delay="0"/>
                                          </p:stCondLst>
                                        </p:cTn>
                                        <p:tgtEl>
                                          <p:spTgt spid="26">
                                            <p:txEl>
                                              <p:pRg st="0" end="0"/>
                                            </p:txEl>
                                          </p:spTgt>
                                        </p:tgtEl>
                                        <p:attrNameLst>
                                          <p:attrName>style.visibility</p:attrName>
                                        </p:attrNameLst>
                                      </p:cBhvr>
                                      <p:to>
                                        <p:strVal val="visible"/>
                                      </p:to>
                                    </p:set>
                                    <p:anim calcmode="lin" valueType="num">
                                      <p:cBhvr additive="base">
                                        <p:cTn id="3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33" grpId="0" animBg="1"/>
      <p:bldP spid="2" grpId="0"/>
      <p:bldP spid="26" grpId="0" build="p">
        <p:tmplLst>
          <p:tmpl lvl="1">
            <p:tnLst>
              <p:par>
                <p:cTn presetID="2" presetClass="entr" presetSubtype="2" decel="100000" fill="hold" nodeType="withEffect">
                  <p:stCondLst>
                    <p:cond delay="5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6"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ambar Besar 2">
    <p:spTree>
      <p:nvGrpSpPr>
        <p:cNvPr id="1" name=""/>
        <p:cNvGrpSpPr/>
        <p:nvPr/>
      </p:nvGrpSpPr>
      <p:grpSpPr>
        <a:xfrm>
          <a:off x="0" y="0"/>
          <a:ext cx="0" cy="0"/>
          <a:chOff x="0" y="0"/>
          <a:chExt cx="0" cy="0"/>
        </a:xfrm>
      </p:grpSpPr>
      <p:pic>
        <p:nvPicPr>
          <p:cNvPr id="18" name="Picture 17" descr="Black and White Abstract Photo ">
            <a:extLst>
              <a:ext uri="{FF2B5EF4-FFF2-40B4-BE49-F238E27FC236}">
                <a16:creationId xmlns:a16="http://schemas.microsoft.com/office/drawing/2014/main" id="{73CC6E2E-8EEC-42CA-B51D-6981DED40AE4}"/>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0" y="-2667000"/>
            <a:ext cx="6858000" cy="12192000"/>
          </a:xfrm>
          <a:custGeom>
            <a:avLst/>
            <a:gdLst>
              <a:gd name="connsiteX0" fmla="*/ 0 w 6858000"/>
              <a:gd name="connsiteY0" fmla="*/ 12192000 h 12192000"/>
              <a:gd name="connsiteX1" fmla="*/ 0 w 6858000"/>
              <a:gd name="connsiteY1" fmla="*/ 0 h 12192000"/>
              <a:gd name="connsiteX2" fmla="*/ 6858000 w 6858000"/>
              <a:gd name="connsiteY2" fmla="*/ 0 h 12192000"/>
              <a:gd name="connsiteX3" fmla="*/ 6858000 w 6858000"/>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0" y="12192000"/>
                </a:moveTo>
                <a:lnTo>
                  <a:pt x="0" y="0"/>
                </a:lnTo>
                <a:lnTo>
                  <a:pt x="6858000" y="0"/>
                </a:lnTo>
                <a:lnTo>
                  <a:pt x="6858000" y="12192000"/>
                </a:lnTo>
                <a:close/>
              </a:path>
            </a:pathLst>
          </a:cu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29DFDC79-18F3-462D-A2A2-F5CCD65E4A25}"/>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557A430-2AC8-4DD0-B534-9AE04CC77E7E}"/>
              </a:ext>
            </a:extLst>
          </p:cNvPr>
          <p:cNvSpPr/>
          <p:nvPr userDrawn="1"/>
        </p:nvSpPr>
        <p:spPr>
          <a:xfrm>
            <a:off x="4850596" y="-673132"/>
            <a:ext cx="8015110" cy="8015110"/>
          </a:xfrm>
          <a:prstGeom prst="ellipse">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881BA34-4C43-40D1-AB1F-F21BDC488FA3}"/>
              </a:ext>
            </a:extLst>
          </p:cNvPr>
          <p:cNvSpPr/>
          <p:nvPr userDrawn="1"/>
        </p:nvSpPr>
        <p:spPr>
          <a:xfrm>
            <a:off x="5618241" y="94513"/>
            <a:ext cx="6479820" cy="6479820"/>
          </a:xfrm>
          <a:prstGeom prst="ellipse">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3776D32-57A3-4F95-89BF-AC69062EB348}"/>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4C4AC7AB-7F20-4CBB-9F72-FA64991349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48B00D-4AE3-4A9F-896E-52B5F18E2EC3}"/>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6" name="Oval 5">
            <a:extLst>
              <a:ext uri="{FF2B5EF4-FFF2-40B4-BE49-F238E27FC236}">
                <a16:creationId xmlns:a16="http://schemas.microsoft.com/office/drawing/2014/main" id="{6DD36297-A169-4035-AA6D-5973FB6EC509}"/>
              </a:ext>
            </a:extLst>
          </p:cNvPr>
          <p:cNvSpPr/>
          <p:nvPr userDrawn="1"/>
        </p:nvSpPr>
        <p:spPr>
          <a:xfrm>
            <a:off x="6457178" y="933450"/>
            <a:ext cx="4801946" cy="48019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B7B38E3-7E3C-4DF3-9083-3A8CBAE54FBA}"/>
              </a:ext>
            </a:extLst>
          </p:cNvPr>
          <p:cNvSpPr/>
          <p:nvPr userDrawn="1"/>
        </p:nvSpPr>
        <p:spPr>
          <a:xfrm>
            <a:off x="6398768" y="1316407"/>
            <a:ext cx="4918767" cy="4036031"/>
          </a:xfrm>
          <a:prstGeom prst="roundRect">
            <a:avLst>
              <a:gd name="adj" fmla="val 5654"/>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24">
            <a:extLst>
              <a:ext uri="{FF2B5EF4-FFF2-40B4-BE49-F238E27FC236}">
                <a16:creationId xmlns:a16="http://schemas.microsoft.com/office/drawing/2014/main" id="{486A8F62-6B65-4B2A-959C-B2DCD5AFD3C3}"/>
              </a:ext>
            </a:extLst>
          </p:cNvPr>
          <p:cNvSpPr>
            <a:spLocks noGrp="1"/>
          </p:cNvSpPr>
          <p:nvPr>
            <p:ph type="pic" sz="quarter" idx="15"/>
          </p:nvPr>
        </p:nvSpPr>
        <p:spPr>
          <a:xfrm>
            <a:off x="6398768" y="1316408"/>
            <a:ext cx="4918767" cy="2792043"/>
          </a:xfrm>
          <a:custGeom>
            <a:avLst/>
            <a:gdLst>
              <a:gd name="connsiteX0" fmla="*/ 228197 w 4918767"/>
              <a:gd name="connsiteY0" fmla="*/ 0 h 2792043"/>
              <a:gd name="connsiteX1" fmla="*/ 4690570 w 4918767"/>
              <a:gd name="connsiteY1" fmla="*/ 0 h 2792043"/>
              <a:gd name="connsiteX2" fmla="*/ 4918767 w 4918767"/>
              <a:gd name="connsiteY2" fmla="*/ 228197 h 2792043"/>
              <a:gd name="connsiteX3" fmla="*/ 4918767 w 4918767"/>
              <a:gd name="connsiteY3" fmla="*/ 2792043 h 2792043"/>
              <a:gd name="connsiteX4" fmla="*/ 4653967 w 4918767"/>
              <a:gd name="connsiteY4" fmla="*/ 2792043 h 2792043"/>
              <a:gd name="connsiteX5" fmla="*/ 4649848 w 4918767"/>
              <a:gd name="connsiteY5" fmla="*/ 2751179 h 2792043"/>
              <a:gd name="connsiteX6" fmla="*/ 4370005 w 4918767"/>
              <a:gd name="connsiteY6" fmla="*/ 2523101 h 2792043"/>
              <a:gd name="connsiteX7" fmla="*/ 4090163 w 4918767"/>
              <a:gd name="connsiteY7" fmla="*/ 2751179 h 2792043"/>
              <a:gd name="connsiteX8" fmla="*/ 4086043 w 4918767"/>
              <a:gd name="connsiteY8" fmla="*/ 2792043 h 2792043"/>
              <a:gd name="connsiteX9" fmla="*/ 0 w 4918767"/>
              <a:gd name="connsiteY9" fmla="*/ 2792043 h 2792043"/>
              <a:gd name="connsiteX10" fmla="*/ 0 w 4918767"/>
              <a:gd name="connsiteY10" fmla="*/ 228197 h 2792043"/>
              <a:gd name="connsiteX11" fmla="*/ 228197 w 4918767"/>
              <a:gd name="connsiteY11" fmla="*/ 0 h 279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8767" h="2792043">
                <a:moveTo>
                  <a:pt x="228197" y="0"/>
                </a:moveTo>
                <a:lnTo>
                  <a:pt x="4690570" y="0"/>
                </a:lnTo>
                <a:cubicBezTo>
                  <a:pt x="4816600" y="0"/>
                  <a:pt x="4918767" y="102167"/>
                  <a:pt x="4918767" y="228197"/>
                </a:cubicBezTo>
                <a:lnTo>
                  <a:pt x="4918767" y="2792043"/>
                </a:lnTo>
                <a:lnTo>
                  <a:pt x="4653967" y="2792043"/>
                </a:lnTo>
                <a:lnTo>
                  <a:pt x="4649848" y="2751179"/>
                </a:lnTo>
                <a:cubicBezTo>
                  <a:pt x="4623213" y="2621015"/>
                  <a:pt x="4508043" y="2523101"/>
                  <a:pt x="4370005" y="2523101"/>
                </a:cubicBezTo>
                <a:cubicBezTo>
                  <a:pt x="4231967" y="2523101"/>
                  <a:pt x="4116798" y="2621015"/>
                  <a:pt x="4090163" y="2751179"/>
                </a:cubicBezTo>
                <a:lnTo>
                  <a:pt x="4086043" y="2792043"/>
                </a:lnTo>
                <a:lnTo>
                  <a:pt x="0" y="2792043"/>
                </a:lnTo>
                <a:lnTo>
                  <a:pt x="0" y="228197"/>
                </a:lnTo>
                <a:cubicBezTo>
                  <a:pt x="0" y="102167"/>
                  <a:pt x="102167" y="0"/>
                  <a:pt x="228197" y="0"/>
                </a:cubicBez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2" name="Title 1">
            <a:extLst>
              <a:ext uri="{FF2B5EF4-FFF2-40B4-BE49-F238E27FC236}">
                <a16:creationId xmlns:a16="http://schemas.microsoft.com/office/drawing/2014/main" id="{D46CA503-2970-4A64-949B-46054FDF2C5C}"/>
              </a:ext>
            </a:extLst>
          </p:cNvPr>
          <p:cNvSpPr>
            <a:spLocks noGrp="1"/>
          </p:cNvSpPr>
          <p:nvPr>
            <p:ph type="title" hasCustomPrompt="1"/>
          </p:nvPr>
        </p:nvSpPr>
        <p:spPr>
          <a:xfrm>
            <a:off x="6583376" y="4350402"/>
            <a:ext cx="4549550" cy="775597"/>
          </a:xfrm>
        </p:spPr>
        <p:txBody>
          <a:bodyPr lIns="0" tIns="0" rIns="0" bIns="0">
            <a:normAutofit/>
          </a:bodyPr>
          <a:lstStyle>
            <a:lvl1pPr algn="l">
              <a:defRPr sz="2800">
                <a:solidFill>
                  <a:schemeClr val="accent1"/>
                </a:solidFill>
              </a:defRPr>
            </a:lvl1pPr>
          </a:lstStyle>
          <a:p>
            <a:r>
              <a:rPr lang="en-US"/>
              <a:t>Kalimat Penting di bagian ini (2 baris)</a:t>
            </a:r>
          </a:p>
        </p:txBody>
      </p:sp>
      <p:grpSp>
        <p:nvGrpSpPr>
          <p:cNvPr id="8" name="Group 7">
            <a:extLst>
              <a:ext uri="{FF2B5EF4-FFF2-40B4-BE49-F238E27FC236}">
                <a16:creationId xmlns:a16="http://schemas.microsoft.com/office/drawing/2014/main" id="{FC369938-DAD3-4D5B-885D-1A61EDB164AC}"/>
              </a:ext>
            </a:extLst>
          </p:cNvPr>
          <p:cNvGrpSpPr/>
          <p:nvPr userDrawn="1"/>
        </p:nvGrpSpPr>
        <p:grpSpPr>
          <a:xfrm>
            <a:off x="10489803" y="3839509"/>
            <a:ext cx="571292" cy="571292"/>
            <a:chOff x="10489803" y="3839509"/>
            <a:chExt cx="571292" cy="571292"/>
          </a:xfrm>
        </p:grpSpPr>
        <p:sp>
          <p:nvSpPr>
            <p:cNvPr id="16" name="Oval 15">
              <a:extLst>
                <a:ext uri="{FF2B5EF4-FFF2-40B4-BE49-F238E27FC236}">
                  <a16:creationId xmlns:a16="http://schemas.microsoft.com/office/drawing/2014/main" id="{9989DF26-AEDF-4C4B-832E-2978D9CA6DC5}"/>
                </a:ext>
              </a:extLst>
            </p:cNvPr>
            <p:cNvSpPr/>
            <p:nvPr userDrawn="1"/>
          </p:nvSpPr>
          <p:spPr>
            <a:xfrm flipV="1">
              <a:off x="10489803" y="3839509"/>
              <a:ext cx="571292" cy="57129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87E108CD-D4A3-4F1C-B9E4-84CA88D8D41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0645352" y="3990090"/>
              <a:ext cx="260193" cy="260194"/>
            </a:xfrm>
            <a:prstGeom prst="rect">
              <a:avLst/>
            </a:prstGeom>
          </p:spPr>
        </p:pic>
      </p:grpSp>
      <p:sp>
        <p:nvSpPr>
          <p:cNvPr id="17" name="Text Placeholder 19">
            <a:extLst>
              <a:ext uri="{FF2B5EF4-FFF2-40B4-BE49-F238E27FC236}">
                <a16:creationId xmlns:a16="http://schemas.microsoft.com/office/drawing/2014/main" id="{C4AC6FC8-25B4-4BF0-AFDB-973D8A1933E6}"/>
              </a:ext>
            </a:extLst>
          </p:cNvPr>
          <p:cNvSpPr>
            <a:spLocks noGrp="1"/>
          </p:cNvSpPr>
          <p:nvPr>
            <p:ph type="body" sz="quarter" idx="14" hasCustomPrompt="1"/>
          </p:nvPr>
        </p:nvSpPr>
        <p:spPr>
          <a:xfrm>
            <a:off x="801293" y="1316408"/>
            <a:ext cx="5191477" cy="4225184"/>
          </a:xfrm>
        </p:spPr>
        <p:txBody>
          <a:bodyPr lIns="0" tIns="0" rIns="0" bIns="0" anchor="ctr" anchorCtr="0">
            <a:normAutofit/>
          </a:bodyPr>
          <a:lstStyle>
            <a:lvl1pPr marL="0" indent="0">
              <a:lnSpc>
                <a:spcPct val="120000"/>
              </a:lnSpc>
              <a:buFont typeface="Arial" panose="020B0604020202020204" pitchFamily="34" charset="0"/>
              <a:buNone/>
              <a:defRPr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untuk menambahkan deskripsi penjelasan dari bagian ini. Slide ini bisa digunakan untuk menekankan hal tertentu</a:t>
            </a:r>
            <a:r>
              <a:rPr lang="en-AI"/>
              <a:t>.</a:t>
            </a:r>
            <a:endParaRPr lang="en-US"/>
          </a:p>
        </p:txBody>
      </p:sp>
    </p:spTree>
    <p:extLst>
      <p:ext uri="{BB962C8B-B14F-4D97-AF65-F5344CB8AC3E}">
        <p14:creationId xmlns:p14="http://schemas.microsoft.com/office/powerpoint/2010/main" val="383522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par>
                                <p:cTn id="20" presetID="2" presetClass="entr" presetSubtype="2" decel="10000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fill="hold"/>
                                        <p:tgtEl>
                                          <p:spTgt spid="25"/>
                                        </p:tgtEl>
                                        <p:attrNameLst>
                                          <p:attrName>ppt_x</p:attrName>
                                        </p:attrNameLst>
                                      </p:cBhvr>
                                      <p:tavLst>
                                        <p:tav tm="0">
                                          <p:val>
                                            <p:strVal val="1+#ppt_w/2"/>
                                          </p:val>
                                        </p:tav>
                                        <p:tav tm="100000">
                                          <p:val>
                                            <p:strVal val="#ppt_x"/>
                                          </p:val>
                                        </p:tav>
                                      </p:tavLst>
                                    </p:anim>
                                    <p:anim calcmode="lin" valueType="num">
                                      <p:cBhvr additive="base">
                                        <p:cTn id="27" dur="500" fill="hold"/>
                                        <p:tgtEl>
                                          <p:spTgt spid="25"/>
                                        </p:tgtEl>
                                        <p:attrNameLst>
                                          <p:attrName>ppt_y</p:attrName>
                                        </p:attrNameLst>
                                      </p:cBhvr>
                                      <p:tavLst>
                                        <p:tav tm="0">
                                          <p:val>
                                            <p:strVal val="#ppt_y"/>
                                          </p:val>
                                        </p:tav>
                                        <p:tav tm="100000">
                                          <p:val>
                                            <p:strVal val="#ppt_y"/>
                                          </p:val>
                                        </p:tav>
                                      </p:tavLst>
                                    </p:anim>
                                  </p:childTnLst>
                                </p:cTn>
                              </p:par>
                              <p:par>
                                <p:cTn id="28" presetID="2" presetClass="entr" presetSubtype="2" decel="10000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1+#ppt_w/2"/>
                                          </p:val>
                                        </p:tav>
                                        <p:tav tm="100000">
                                          <p:val>
                                            <p:strVal val="#ppt_x"/>
                                          </p:val>
                                        </p:tav>
                                      </p:tavLst>
                                    </p:anim>
                                    <p:anim calcmode="lin" valueType="num">
                                      <p:cBhvr additive="base">
                                        <p:cTn id="31" dur="500" fill="hold"/>
                                        <p:tgtEl>
                                          <p:spTgt spid="8"/>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500"/>
                                        <p:tgtEl>
                                          <p:spTgt spid="2"/>
                                        </p:tgtEl>
                                      </p:cBhvr>
                                    </p:animEffect>
                                  </p:childTnLst>
                                </p:cTn>
                              </p:par>
                              <p:par>
                                <p:cTn id="36" presetID="2" presetClass="entr" presetSubtype="8" decel="100000" fill="hold" grpId="0" nodeType="withEffect">
                                  <p:stCondLst>
                                    <p:cond delay="500"/>
                                  </p:stCondLst>
                                  <p:childTnLst>
                                    <p:set>
                                      <p:cBhvr>
                                        <p:cTn id="37" dur="1" fill="hold">
                                          <p:stCondLst>
                                            <p:cond delay="0"/>
                                          </p:stCondLst>
                                        </p:cTn>
                                        <p:tgtEl>
                                          <p:spTgt spid="17">
                                            <p:txEl>
                                              <p:pRg st="0" end="0"/>
                                            </p:txEl>
                                          </p:spTgt>
                                        </p:tgtEl>
                                        <p:attrNameLst>
                                          <p:attrName>style.visibility</p:attrName>
                                        </p:attrNameLst>
                                      </p:cBhvr>
                                      <p:to>
                                        <p:strVal val="visible"/>
                                      </p:to>
                                    </p:set>
                                    <p:anim calcmode="lin" valueType="num">
                                      <p:cBhvr additive="base">
                                        <p:cTn id="38"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6" grpId="0" animBg="1"/>
      <p:bldP spid="11" grpId="0" animBg="1"/>
      <p:bldP spid="25" grpId="0" animBg="1"/>
      <p:bldP spid="2" grpId="0"/>
      <p:bldP spid="17" grpId="0" build="p">
        <p:tmplLst>
          <p:tmpl lvl="1">
            <p:tnLst>
              <p:par>
                <p:cTn presetID="2" presetClass="entr" presetSubtype="8" decel="100000" fill="hold" nodeType="withEffect">
                  <p:stCondLst>
                    <p:cond delay="50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0-#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ambar Besar 3">
    <p:spTree>
      <p:nvGrpSpPr>
        <p:cNvPr id="1" name=""/>
        <p:cNvGrpSpPr/>
        <p:nvPr/>
      </p:nvGrpSpPr>
      <p:grpSpPr>
        <a:xfrm>
          <a:off x="0" y="0"/>
          <a:ext cx="0" cy="0"/>
          <a:chOff x="0" y="0"/>
          <a:chExt cx="0" cy="0"/>
        </a:xfrm>
      </p:grpSpPr>
      <p:pic>
        <p:nvPicPr>
          <p:cNvPr id="36" name="Picture 4">
            <a:extLst>
              <a:ext uri="{FF2B5EF4-FFF2-40B4-BE49-F238E27FC236}">
                <a16:creationId xmlns:a16="http://schemas.microsoft.com/office/drawing/2014/main" id="{65FFB58D-F41F-4579-B4EE-432C1EBA7DF4}"/>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1585" y="-445"/>
            <a:ext cx="12193584" cy="6858891"/>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C8494BD2-C281-4EF5-971A-03DCF1785DB8}"/>
              </a:ext>
            </a:extLst>
          </p:cNvPr>
          <p:cNvSpPr/>
          <p:nvPr userDrawn="1"/>
        </p:nvSpPr>
        <p:spPr>
          <a:xfrm>
            <a:off x="-1585"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22">
            <a:extLst>
              <a:ext uri="{FF2B5EF4-FFF2-40B4-BE49-F238E27FC236}">
                <a16:creationId xmlns:a16="http://schemas.microsoft.com/office/drawing/2014/main" id="{3FD03C38-60EA-4FA4-B327-FBC50D52DF6D}"/>
              </a:ext>
            </a:extLst>
          </p:cNvPr>
          <p:cNvSpPr>
            <a:spLocks noGrp="1"/>
          </p:cNvSpPr>
          <p:nvPr>
            <p:ph type="pic" sz="quarter" idx="13"/>
          </p:nvPr>
        </p:nvSpPr>
        <p:spPr>
          <a:xfrm>
            <a:off x="4556568" y="1"/>
            <a:ext cx="7635245" cy="5742461"/>
          </a:xfrm>
          <a:custGeom>
            <a:avLst/>
            <a:gdLst>
              <a:gd name="connsiteX0" fmla="*/ 1981631 w 7635245"/>
              <a:gd name="connsiteY0" fmla="*/ 0 h 5742461"/>
              <a:gd name="connsiteX1" fmla="*/ 7635245 w 7635245"/>
              <a:gd name="connsiteY1" fmla="*/ 0 h 5742461"/>
              <a:gd name="connsiteX2" fmla="*/ 7635245 w 7635245"/>
              <a:gd name="connsiteY2" fmla="*/ 3987810 h 5742461"/>
              <a:gd name="connsiteX3" fmla="*/ 7468956 w 7635245"/>
              <a:gd name="connsiteY3" fmla="*/ 4078731 h 5742461"/>
              <a:gd name="connsiteX4" fmla="*/ 5640106 w 7635245"/>
              <a:gd name="connsiteY4" fmla="*/ 4495505 h 5742461"/>
              <a:gd name="connsiteX5" fmla="*/ 1803299 w 7635245"/>
              <a:gd name="connsiteY5" fmla="*/ 1042379 h 5742461"/>
              <a:gd name="connsiteX6" fmla="*/ 1975794 w 7635245"/>
              <a:gd name="connsiteY6" fmla="*/ 15525 h 5742461"/>
              <a:gd name="connsiteX7" fmla="*/ 382915 w 7635245"/>
              <a:gd name="connsiteY7" fmla="*/ 0 h 5742461"/>
              <a:gd name="connsiteX8" fmla="*/ 1742083 w 7635245"/>
              <a:gd name="connsiteY8" fmla="*/ 0 h 5742461"/>
              <a:gd name="connsiteX9" fmla="*/ 1677234 w 7635245"/>
              <a:gd name="connsiteY9" fmla="*/ 215744 h 5742461"/>
              <a:gd name="connsiteX10" fmla="*/ 1573090 w 7635245"/>
              <a:gd name="connsiteY10" fmla="*/ 1042379 h 5742461"/>
              <a:gd name="connsiteX11" fmla="*/ 5640105 w 7635245"/>
              <a:gd name="connsiteY11" fmla="*/ 4702693 h 5742461"/>
              <a:gd name="connsiteX12" fmla="*/ 7578686 w 7635245"/>
              <a:gd name="connsiteY12" fmla="*/ 4260913 h 5742461"/>
              <a:gd name="connsiteX13" fmla="*/ 7635245 w 7635245"/>
              <a:gd name="connsiteY13" fmla="*/ 4229989 h 5742461"/>
              <a:gd name="connsiteX14" fmla="*/ 7635245 w 7635245"/>
              <a:gd name="connsiteY14" fmla="*/ 4399462 h 5742461"/>
              <a:gd name="connsiteX15" fmla="*/ 7628342 w 7635245"/>
              <a:gd name="connsiteY15" fmla="*/ 4406873 h 5742461"/>
              <a:gd name="connsiteX16" fmla="*/ 4383555 w 7635245"/>
              <a:gd name="connsiteY16" fmla="*/ 5742461 h 5742461"/>
              <a:gd name="connsiteX17" fmla="*/ 0 w 7635245"/>
              <a:gd name="connsiteY17" fmla="*/ 1665857 h 5742461"/>
              <a:gd name="connsiteX18" fmla="*/ 344481 w 7635245"/>
              <a:gd name="connsiteY18" fmla="*/ 79059 h 5742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35245" h="5742461">
                <a:moveTo>
                  <a:pt x="1981631" y="0"/>
                </a:moveTo>
                <a:lnTo>
                  <a:pt x="7635245" y="0"/>
                </a:lnTo>
                <a:lnTo>
                  <a:pt x="7635245" y="3987810"/>
                </a:lnTo>
                <a:lnTo>
                  <a:pt x="7468956" y="4078731"/>
                </a:lnTo>
                <a:cubicBezTo>
                  <a:pt x="6925306" y="4344527"/>
                  <a:pt x="6302297" y="4495505"/>
                  <a:pt x="5640106" y="4495505"/>
                </a:cubicBezTo>
                <a:cubicBezTo>
                  <a:pt x="3521096" y="4495505"/>
                  <a:pt x="1803299" y="2949488"/>
                  <a:pt x="1803299" y="1042379"/>
                </a:cubicBezTo>
                <a:cubicBezTo>
                  <a:pt x="1803299" y="684796"/>
                  <a:pt x="1863691" y="339908"/>
                  <a:pt x="1975794" y="15525"/>
                </a:cubicBezTo>
                <a:close/>
                <a:moveTo>
                  <a:pt x="382915" y="0"/>
                </a:moveTo>
                <a:lnTo>
                  <a:pt x="1742083" y="0"/>
                </a:lnTo>
                <a:lnTo>
                  <a:pt x="1677234" y="215744"/>
                </a:lnTo>
                <a:cubicBezTo>
                  <a:pt x="1609099" y="481391"/>
                  <a:pt x="1573090" y="758101"/>
                  <a:pt x="1573090" y="1042379"/>
                </a:cubicBezTo>
                <a:cubicBezTo>
                  <a:pt x="1573090" y="3063915"/>
                  <a:pt x="3393955" y="4702693"/>
                  <a:pt x="5640105" y="4702693"/>
                </a:cubicBezTo>
                <a:cubicBezTo>
                  <a:pt x="6342027" y="4702693"/>
                  <a:pt x="7002417" y="4542656"/>
                  <a:pt x="7578686" y="4260913"/>
                </a:cubicBezTo>
                <a:lnTo>
                  <a:pt x="7635245" y="4229989"/>
                </a:lnTo>
                <a:lnTo>
                  <a:pt x="7635245" y="4399462"/>
                </a:lnTo>
                <a:lnTo>
                  <a:pt x="7628342" y="4406873"/>
                </a:lnTo>
                <a:cubicBezTo>
                  <a:pt x="6826468" y="5227353"/>
                  <a:pt x="5669696" y="5742461"/>
                  <a:pt x="4383555" y="5742461"/>
                </a:cubicBezTo>
                <a:cubicBezTo>
                  <a:pt x="1962584" y="5742461"/>
                  <a:pt x="0" y="3917303"/>
                  <a:pt x="0" y="1665857"/>
                </a:cubicBezTo>
                <a:cubicBezTo>
                  <a:pt x="0" y="1102996"/>
                  <a:pt x="122662" y="566777"/>
                  <a:pt x="344481" y="79059"/>
                </a:cubicBez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3" name="Date Placeholder 2">
            <a:extLst>
              <a:ext uri="{FF2B5EF4-FFF2-40B4-BE49-F238E27FC236}">
                <a16:creationId xmlns:a16="http://schemas.microsoft.com/office/drawing/2014/main" id="{763980E4-B179-497B-A51E-0DBE371E8ADF}"/>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9F2EE0CA-EC1F-4A5A-972D-725C21AC96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C7328F-05A7-415E-A1C9-8020F81033B6}"/>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24" name="Title 1">
            <a:extLst>
              <a:ext uri="{FF2B5EF4-FFF2-40B4-BE49-F238E27FC236}">
                <a16:creationId xmlns:a16="http://schemas.microsoft.com/office/drawing/2014/main" id="{FEABE9CF-88FE-4DF7-BDE6-E043DBCA8EB8}"/>
              </a:ext>
            </a:extLst>
          </p:cNvPr>
          <p:cNvSpPr>
            <a:spLocks noGrp="1"/>
          </p:cNvSpPr>
          <p:nvPr>
            <p:ph type="title" hasCustomPrompt="1"/>
          </p:nvPr>
        </p:nvSpPr>
        <p:spPr>
          <a:xfrm>
            <a:off x="838200" y="3822610"/>
            <a:ext cx="5141186" cy="1938992"/>
          </a:xfrm>
          <a:prstGeom prst="rect">
            <a:avLst/>
          </a:prstGeom>
          <a:noFill/>
        </p:spPr>
        <p:txBody>
          <a:bodyPr lIns="91440" tIns="45720" rIns="91440" bIns="45720">
            <a:normAutofit/>
          </a:bodyPr>
          <a:lstStyle>
            <a:lvl1pPr>
              <a:lnSpc>
                <a:spcPct val="100000"/>
              </a:lnSpc>
              <a:defRPr sz="4000">
                <a:solidFill>
                  <a:schemeClr val="accent1"/>
                </a:solidFill>
              </a:defRPr>
            </a:lvl1pPr>
          </a:lstStyle>
          <a:p>
            <a:r>
              <a:rPr lang="en-US"/>
              <a:t>Simpan Kalimat Penting di bagian ini (3 baris)</a:t>
            </a:r>
          </a:p>
        </p:txBody>
      </p:sp>
      <p:sp>
        <p:nvSpPr>
          <p:cNvPr id="28" name="Freeform: Shape 27">
            <a:extLst>
              <a:ext uri="{FF2B5EF4-FFF2-40B4-BE49-F238E27FC236}">
                <a16:creationId xmlns:a16="http://schemas.microsoft.com/office/drawing/2014/main" id="{C096C32D-56F5-4E6C-8E4A-AD3DDA4D0D7D}"/>
              </a:ext>
            </a:extLst>
          </p:cNvPr>
          <p:cNvSpPr/>
          <p:nvPr userDrawn="1"/>
        </p:nvSpPr>
        <p:spPr>
          <a:xfrm>
            <a:off x="0" y="0"/>
            <a:ext cx="3645549" cy="2971800"/>
          </a:xfrm>
          <a:custGeom>
            <a:avLst/>
            <a:gdLst>
              <a:gd name="connsiteX0" fmla="*/ 0 w 3942801"/>
              <a:gd name="connsiteY0" fmla="*/ 0 h 3214116"/>
              <a:gd name="connsiteX1" fmla="*/ 3942801 w 3942801"/>
              <a:gd name="connsiteY1" fmla="*/ 0 h 3214116"/>
              <a:gd name="connsiteX2" fmla="*/ 3900595 w 3942801"/>
              <a:gd name="connsiteY2" fmla="*/ 170065 h 3214116"/>
              <a:gd name="connsiteX3" fmla="*/ 103239 w 3942801"/>
              <a:gd name="connsiteY3" fmla="*/ 3206815 h 3214116"/>
              <a:gd name="connsiteX4" fmla="*/ 0 w 3942801"/>
              <a:gd name="connsiteY4" fmla="*/ 3214116 h 3214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2801" h="3214116">
                <a:moveTo>
                  <a:pt x="0" y="0"/>
                </a:moveTo>
                <a:lnTo>
                  <a:pt x="3942801" y="0"/>
                </a:lnTo>
                <a:lnTo>
                  <a:pt x="3900595" y="170065"/>
                </a:lnTo>
                <a:cubicBezTo>
                  <a:pt x="3450139" y="1798252"/>
                  <a:pt x="1945268" y="3032846"/>
                  <a:pt x="103239" y="3206815"/>
                </a:cubicBezTo>
                <a:lnTo>
                  <a:pt x="0" y="321411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4" name="Graphic 33">
            <a:extLst>
              <a:ext uri="{FF2B5EF4-FFF2-40B4-BE49-F238E27FC236}">
                <a16:creationId xmlns:a16="http://schemas.microsoft.com/office/drawing/2014/main" id="{1F13ED49-BCD6-44BB-B883-506BFF22191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06078" y="418361"/>
            <a:ext cx="1356072" cy="1356074"/>
          </a:xfrm>
          <a:prstGeom prst="rect">
            <a:avLst/>
          </a:prstGeom>
        </p:spPr>
      </p:pic>
    </p:spTree>
    <p:extLst>
      <p:ext uri="{BB962C8B-B14F-4D97-AF65-F5344CB8AC3E}">
        <p14:creationId xmlns:p14="http://schemas.microsoft.com/office/powerpoint/2010/main" val="304607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0-#ppt_w/2"/>
                                          </p:val>
                                        </p:tav>
                                        <p:tav tm="100000">
                                          <p:val>
                                            <p:strVal val="#ppt_x"/>
                                          </p:val>
                                        </p:tav>
                                      </p:tavLst>
                                    </p:anim>
                                    <p:anim calcmode="lin" valueType="num">
                                      <p:cBhvr additive="base">
                                        <p:cTn id="16" dur="500" fill="hold"/>
                                        <p:tgtEl>
                                          <p:spTgt spid="24"/>
                                        </p:tgtEl>
                                        <p:attrNameLst>
                                          <p:attrName>ppt_y</p:attrName>
                                        </p:attrNameLst>
                                      </p:cBhvr>
                                      <p:tavLst>
                                        <p:tav tm="0">
                                          <p:val>
                                            <p:strVal val="#ppt_y"/>
                                          </p:val>
                                        </p:tav>
                                        <p:tav tm="100000">
                                          <p:val>
                                            <p:strVal val="#ppt_y"/>
                                          </p:val>
                                        </p:tav>
                                      </p:tavLst>
                                    </p:anim>
                                  </p:childTnLst>
                                </p:cTn>
                              </p:par>
                              <p:par>
                                <p:cTn id="17" presetID="2" presetClass="entr" presetSubtype="8" decel="100000" fill="hold" nodeType="withEffect">
                                  <p:stCondLst>
                                    <p:cond delay="75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0-#ppt_w/2"/>
                                          </p:val>
                                        </p:tav>
                                        <p:tav tm="100000">
                                          <p:val>
                                            <p:strVal val="#ppt_x"/>
                                          </p:val>
                                        </p:tav>
                                      </p:tavLst>
                                    </p:anim>
                                    <p:anim calcmode="lin" valueType="num">
                                      <p:cBhvr additive="base">
                                        <p:cTn id="20"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8"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ambar Fullscree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4413950-0FFC-4AF2-9556-DBFAB42D24AF}"/>
              </a:ext>
            </a:extLst>
          </p:cNvPr>
          <p:cNvSpPr>
            <a:spLocks noGrp="1"/>
          </p:cNvSpPr>
          <p:nvPr>
            <p:ph type="pic" sz="quarter" idx="13"/>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085076 h 6858000"/>
              <a:gd name="connsiteX5" fmla="*/ 125168 w 12192000"/>
              <a:gd name="connsiteY5" fmla="*/ 6072458 h 6858000"/>
              <a:gd name="connsiteX6" fmla="*/ 684991 w 12192000"/>
              <a:gd name="connsiteY6" fmla="*/ 5385578 h 6858000"/>
              <a:gd name="connsiteX7" fmla="*/ 684992 w 12192000"/>
              <a:gd name="connsiteY7" fmla="*/ 5385578 h 6858000"/>
              <a:gd name="connsiteX8" fmla="*/ 125169 w 12192000"/>
              <a:gd name="connsiteY8" fmla="*/ 4698699 h 6858000"/>
              <a:gd name="connsiteX9" fmla="*/ 0 w 12192000"/>
              <a:gd name="connsiteY9" fmla="*/ 46860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6085076"/>
                </a:lnTo>
                <a:lnTo>
                  <a:pt x="125168" y="6072458"/>
                </a:lnTo>
                <a:cubicBezTo>
                  <a:pt x="444659" y="6007081"/>
                  <a:pt x="684991" y="5724396"/>
                  <a:pt x="684991" y="5385578"/>
                </a:cubicBezTo>
                <a:lnTo>
                  <a:pt x="684992" y="5385578"/>
                </a:lnTo>
                <a:cubicBezTo>
                  <a:pt x="684992" y="5046761"/>
                  <a:pt x="444659" y="4764076"/>
                  <a:pt x="125169" y="4698699"/>
                </a:cubicBezTo>
                <a:lnTo>
                  <a:pt x="0" y="4686081"/>
                </a:lnTo>
                <a:close/>
              </a:path>
            </a:pathLst>
          </a:custGeom>
          <a:pattFill prst="pct5">
            <a:fgClr>
              <a:schemeClr val="accent1"/>
            </a:fgClr>
            <a:bgClr>
              <a:schemeClr val="bg1"/>
            </a:bgClr>
          </a:pattFill>
        </p:spPr>
        <p:txBody>
          <a:bodyPr wrap="square" anchor="ctr">
            <a:noAutofit/>
          </a:bodyPr>
          <a:lstStyle>
            <a:lvl1pPr algn="ctr">
              <a:buNone/>
              <a:defRPr/>
            </a:lvl1pPr>
          </a:lstStyle>
          <a:p>
            <a:endParaRPr lang="en-US"/>
          </a:p>
        </p:txBody>
      </p:sp>
      <p:sp>
        <p:nvSpPr>
          <p:cNvPr id="3" name="Date Placeholder 2">
            <a:extLst>
              <a:ext uri="{FF2B5EF4-FFF2-40B4-BE49-F238E27FC236}">
                <a16:creationId xmlns:a16="http://schemas.microsoft.com/office/drawing/2014/main" id="{6702691B-2F8D-4477-BDED-E21D2F3982F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565E5AB7-8F5F-4B0D-989E-2088D5A1AB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E1D9A6-906D-4879-92C6-2F9B73F6030A}"/>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8" name="Title 1">
            <a:extLst>
              <a:ext uri="{FF2B5EF4-FFF2-40B4-BE49-F238E27FC236}">
                <a16:creationId xmlns:a16="http://schemas.microsoft.com/office/drawing/2014/main" id="{22E639CA-BFE4-4C6D-8CF1-9B904344FCEC}"/>
              </a:ext>
            </a:extLst>
          </p:cNvPr>
          <p:cNvSpPr>
            <a:spLocks noGrp="1"/>
          </p:cNvSpPr>
          <p:nvPr>
            <p:ph type="title" hasCustomPrompt="1"/>
          </p:nvPr>
        </p:nvSpPr>
        <p:spPr>
          <a:xfrm>
            <a:off x="954814" y="4686367"/>
            <a:ext cx="7655786" cy="1402247"/>
          </a:xfrm>
          <a:prstGeom prst="roundRect">
            <a:avLst>
              <a:gd name="adj" fmla="val 50000"/>
            </a:avLst>
          </a:prstGeom>
          <a:solidFill>
            <a:schemeClr val="accent1">
              <a:alpha val="85000"/>
            </a:schemeClr>
          </a:solidFill>
        </p:spPr>
        <p:txBody>
          <a:bodyPr lIns="108000" tIns="0" rIns="0" bIns="0">
            <a:normAutofit/>
          </a:bodyPr>
          <a:lstStyle>
            <a:lvl1pPr>
              <a:defRPr sz="3600">
                <a:solidFill>
                  <a:schemeClr val="bg1"/>
                </a:solidFill>
              </a:defRPr>
            </a:lvl1pPr>
          </a:lstStyle>
          <a:p>
            <a:r>
              <a:rPr lang="en-US"/>
              <a:t>Simpan Kalimat Penting di bagian ini (2 baris)</a:t>
            </a:r>
          </a:p>
        </p:txBody>
      </p:sp>
      <p:grpSp>
        <p:nvGrpSpPr>
          <p:cNvPr id="2" name="Group 1">
            <a:extLst>
              <a:ext uri="{FF2B5EF4-FFF2-40B4-BE49-F238E27FC236}">
                <a16:creationId xmlns:a16="http://schemas.microsoft.com/office/drawing/2014/main" id="{12857342-EE50-4841-88AD-0D0707D34126}"/>
              </a:ext>
            </a:extLst>
          </p:cNvPr>
          <p:cNvGrpSpPr/>
          <p:nvPr userDrawn="1"/>
        </p:nvGrpSpPr>
        <p:grpSpPr>
          <a:xfrm>
            <a:off x="-699516" y="4684454"/>
            <a:ext cx="1399032" cy="1402247"/>
            <a:chOff x="-699516" y="4684454"/>
            <a:chExt cx="1399032" cy="1402247"/>
          </a:xfrm>
        </p:grpSpPr>
        <p:sp>
          <p:nvSpPr>
            <p:cNvPr id="17" name="Oval 16">
              <a:extLst>
                <a:ext uri="{FF2B5EF4-FFF2-40B4-BE49-F238E27FC236}">
                  <a16:creationId xmlns:a16="http://schemas.microsoft.com/office/drawing/2014/main" id="{3F25091A-E09E-4698-B2EB-10DA8044E239}"/>
                </a:ext>
              </a:extLst>
            </p:cNvPr>
            <p:cNvSpPr/>
            <p:nvPr userDrawn="1"/>
          </p:nvSpPr>
          <p:spPr>
            <a:xfrm>
              <a:off x="-699516" y="4684454"/>
              <a:ext cx="1399032" cy="14022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F4CF5811-D564-4BF3-904C-FAEDF83B8EF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flipH="1">
              <a:off x="-412748" y="4972828"/>
              <a:ext cx="825498" cy="825498"/>
            </a:xfrm>
            <a:prstGeom prst="rect">
              <a:avLst/>
            </a:prstGeom>
          </p:spPr>
        </p:pic>
      </p:grpSp>
    </p:spTree>
    <p:extLst>
      <p:ext uri="{BB962C8B-B14F-4D97-AF65-F5344CB8AC3E}">
        <p14:creationId xmlns:p14="http://schemas.microsoft.com/office/powerpoint/2010/main" val="353254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2" presetClass="entr" presetSubtype="8" decel="100000" fill="hold" grpId="0" nodeType="withEffect">
                                  <p:stCondLst>
                                    <p:cond delay="50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0-#ppt_w/2"/>
                                          </p:val>
                                        </p:tav>
                                        <p:tav tm="100000">
                                          <p:val>
                                            <p:strVal val="#ppt_x"/>
                                          </p:val>
                                        </p:tav>
                                      </p:tavLst>
                                    </p:anim>
                                    <p:anim calcmode="lin" valueType="num">
                                      <p:cBhvr additive="base">
                                        <p:cTn id="15"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ses Penelitian">
    <p:spTree>
      <p:nvGrpSpPr>
        <p:cNvPr id="1" name=""/>
        <p:cNvGrpSpPr/>
        <p:nvPr/>
      </p:nvGrpSpPr>
      <p:grpSpPr>
        <a:xfrm>
          <a:off x="0" y="0"/>
          <a:ext cx="0" cy="0"/>
          <a:chOff x="0" y="0"/>
          <a:chExt cx="0" cy="0"/>
        </a:xfrm>
      </p:grpSpPr>
      <p:pic>
        <p:nvPicPr>
          <p:cNvPr id="2" name="Picture 6" descr="Geometrical Illustration">
            <a:extLst>
              <a:ext uri="{FF2B5EF4-FFF2-40B4-BE49-F238E27FC236}">
                <a16:creationId xmlns:a16="http://schemas.microsoft.com/office/drawing/2014/main" id="{E5B3014C-EE6B-4B29-8E05-0C40E2B6AFA1}"/>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AE75185-95A4-4C5E-9153-9E7419991E88}"/>
              </a:ext>
            </a:extLst>
          </p:cNvPr>
          <p:cNvSpPr/>
          <p:nvPr userDrawn="1"/>
        </p:nvSpPr>
        <p:spPr>
          <a:xfrm>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1F9FA94D-2A97-449B-91B6-1EC24636CFD3}"/>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732C43C1-7BE6-4465-8B3C-A0273F15B1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9748D2-F861-4F28-AF8B-3E2989768641}"/>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6" name="SmartArt Placeholder 7">
            <a:extLst>
              <a:ext uri="{FF2B5EF4-FFF2-40B4-BE49-F238E27FC236}">
                <a16:creationId xmlns:a16="http://schemas.microsoft.com/office/drawing/2014/main" id="{EC53B274-2F3F-432D-AA92-72FC8847D1A2}"/>
              </a:ext>
            </a:extLst>
          </p:cNvPr>
          <p:cNvSpPr>
            <a:spLocks noGrp="1"/>
          </p:cNvSpPr>
          <p:nvPr>
            <p:ph type="dgm" sz="quarter" idx="13" hasCustomPrompt="1"/>
          </p:nvPr>
        </p:nvSpPr>
        <p:spPr>
          <a:xfrm>
            <a:off x="674007" y="1921790"/>
            <a:ext cx="10843986" cy="3975949"/>
          </a:xfrm>
        </p:spPr>
        <p:txBody>
          <a:bodyPr/>
          <a:lstStyle>
            <a:lvl1pPr>
              <a:defRPr baseline="0">
                <a:sym typeface="Wingdings" panose="05000000000000000000" pitchFamily="2" charset="2"/>
              </a:defRPr>
            </a:lvl1pPr>
          </a:lstStyle>
          <a:p>
            <a:r>
              <a:rPr lang="en-US" err="1"/>
              <a:t>Klik</a:t>
            </a:r>
            <a:r>
              <a:rPr lang="en-US"/>
              <a:t> icon SmartArt  Process Basic Bending Process</a:t>
            </a:r>
          </a:p>
        </p:txBody>
      </p:sp>
      <p:sp>
        <p:nvSpPr>
          <p:cNvPr id="7" name="Title 1">
            <a:extLst>
              <a:ext uri="{FF2B5EF4-FFF2-40B4-BE49-F238E27FC236}">
                <a16:creationId xmlns:a16="http://schemas.microsoft.com/office/drawing/2014/main" id="{28978996-CF3D-4A03-8172-1890F7B0E09C}"/>
              </a:ext>
            </a:extLst>
          </p:cNvPr>
          <p:cNvSpPr>
            <a:spLocks noGrp="1"/>
          </p:cNvSpPr>
          <p:nvPr>
            <p:ph type="title" hasCustomPrompt="1"/>
          </p:nvPr>
        </p:nvSpPr>
        <p:spPr>
          <a:xfrm>
            <a:off x="735466" y="505767"/>
            <a:ext cx="10721068" cy="553998"/>
          </a:xfrm>
        </p:spPr>
        <p:txBody>
          <a:bodyPr lIns="0" tIns="0" rIns="0" bIns="0" anchor="t" anchorCtr="0">
            <a:normAutofit/>
          </a:bodyPr>
          <a:lstStyle>
            <a:lvl1pPr algn="ctr">
              <a:defRPr sz="4000">
                <a:solidFill>
                  <a:schemeClr val="accent1"/>
                </a:solidFill>
              </a:defRPr>
            </a:lvl1pPr>
          </a:lstStyle>
          <a:p>
            <a:r>
              <a:rPr lang="en-US"/>
              <a:t>Langkah Penelitian</a:t>
            </a:r>
          </a:p>
        </p:txBody>
      </p:sp>
      <p:sp>
        <p:nvSpPr>
          <p:cNvPr id="8" name="Text Placeholder 8">
            <a:extLst>
              <a:ext uri="{FF2B5EF4-FFF2-40B4-BE49-F238E27FC236}">
                <a16:creationId xmlns:a16="http://schemas.microsoft.com/office/drawing/2014/main" id="{043C2CE2-4E11-4C06-B119-BDD446C7330E}"/>
              </a:ext>
            </a:extLst>
          </p:cNvPr>
          <p:cNvSpPr>
            <a:spLocks noGrp="1"/>
          </p:cNvSpPr>
          <p:nvPr>
            <p:ph type="body" sz="quarter" idx="14" hasCustomPrompt="1"/>
          </p:nvPr>
        </p:nvSpPr>
        <p:spPr>
          <a:xfrm>
            <a:off x="735467" y="1176814"/>
            <a:ext cx="10721067" cy="341562"/>
          </a:xfrm>
        </p:spPr>
        <p:txBody>
          <a:bodyPr lIns="0" tIns="0" rIns="0" bIns="0">
            <a:normAutofit/>
          </a:bodyPr>
          <a:lstStyle>
            <a:lvl1pPr algn="ctr">
              <a:buNone/>
              <a:defRPr sz="2400"/>
            </a:lvl1pPr>
            <a:lvl2pPr>
              <a:buNone/>
              <a:defRPr/>
            </a:lvl2pPr>
            <a:lvl3pPr>
              <a:buNone/>
              <a:defRPr/>
            </a:lvl3pPr>
            <a:lvl4pPr>
              <a:buNone/>
              <a:defRPr/>
            </a:lvl4pPr>
            <a:lvl5pPr>
              <a:buNone/>
              <a:defRPr/>
            </a:lvl5pPr>
          </a:lstStyle>
          <a:p>
            <a:pPr lvl="0"/>
            <a:r>
              <a:rPr lang="en-US"/>
              <a:t>Ikuti Langkah berikut untuk menambahkan Smart Art</a:t>
            </a:r>
          </a:p>
        </p:txBody>
      </p:sp>
    </p:spTree>
    <p:extLst>
      <p:ext uri="{BB962C8B-B14F-4D97-AF65-F5344CB8AC3E}">
        <p14:creationId xmlns:p14="http://schemas.microsoft.com/office/powerpoint/2010/main" val="352373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10" presetClass="entr" presetSubtype="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Poin Landscape">
    <p:spTree>
      <p:nvGrpSpPr>
        <p:cNvPr id="1" name=""/>
        <p:cNvGrpSpPr/>
        <p:nvPr/>
      </p:nvGrpSpPr>
      <p:grpSpPr>
        <a:xfrm>
          <a:off x="0" y="0"/>
          <a:ext cx="0" cy="0"/>
          <a:chOff x="0" y="0"/>
          <a:chExt cx="0" cy="0"/>
        </a:xfrm>
      </p:grpSpPr>
      <p:pic>
        <p:nvPicPr>
          <p:cNvPr id="30" name="Picture 6" descr="Geometrical Illustration">
            <a:extLst>
              <a:ext uri="{FF2B5EF4-FFF2-40B4-BE49-F238E27FC236}">
                <a16:creationId xmlns:a16="http://schemas.microsoft.com/office/drawing/2014/main" id="{A1577304-4E0A-4B86-8C29-B36840F9F3F7}"/>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4B18AE4B-AD77-430D-B545-94CB5EAB26A7}"/>
              </a:ext>
            </a:extLst>
          </p:cNvPr>
          <p:cNvSpPr/>
          <p:nvPr userDrawn="1"/>
        </p:nvSpPr>
        <p:spPr>
          <a:xfrm>
            <a:off x="0" y="0"/>
            <a:ext cx="12192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Graphic 52">
            <a:extLst>
              <a:ext uri="{FF2B5EF4-FFF2-40B4-BE49-F238E27FC236}">
                <a16:creationId xmlns:a16="http://schemas.microsoft.com/office/drawing/2014/main" id="{B7A684A8-9C6D-46F5-AB55-73623AA5CAB4}"/>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3486"/>
          <a:stretch>
            <a:fillRect/>
          </a:stretch>
        </p:blipFill>
        <p:spPr>
          <a:xfrm rot="16200000" flipH="1">
            <a:off x="5951777" y="-729141"/>
            <a:ext cx="288446" cy="1746727"/>
          </a:xfrm>
          <a:custGeom>
            <a:avLst/>
            <a:gdLst>
              <a:gd name="connsiteX0" fmla="*/ 0 w 288446"/>
              <a:gd name="connsiteY0" fmla="*/ 0 h 1746727"/>
              <a:gd name="connsiteX1" fmla="*/ 0 w 288446"/>
              <a:gd name="connsiteY1" fmla="*/ 1746727 h 1746727"/>
              <a:gd name="connsiteX2" fmla="*/ 288446 w 288446"/>
              <a:gd name="connsiteY2" fmla="*/ 1746727 h 1746727"/>
              <a:gd name="connsiteX3" fmla="*/ 288446 w 288446"/>
              <a:gd name="connsiteY3" fmla="*/ 0 h 1746727"/>
            </a:gdLst>
            <a:ahLst/>
            <a:cxnLst>
              <a:cxn ang="0">
                <a:pos x="connsiteX0" y="connsiteY0"/>
              </a:cxn>
              <a:cxn ang="0">
                <a:pos x="connsiteX1" y="connsiteY1"/>
              </a:cxn>
              <a:cxn ang="0">
                <a:pos x="connsiteX2" y="connsiteY2"/>
              </a:cxn>
              <a:cxn ang="0">
                <a:pos x="connsiteX3" y="connsiteY3"/>
              </a:cxn>
            </a:cxnLst>
            <a:rect l="l" t="t" r="r" b="b"/>
            <a:pathLst>
              <a:path w="288446" h="1746727">
                <a:moveTo>
                  <a:pt x="0" y="0"/>
                </a:moveTo>
                <a:lnTo>
                  <a:pt x="0" y="1746727"/>
                </a:lnTo>
                <a:lnTo>
                  <a:pt x="288446" y="1746727"/>
                </a:lnTo>
                <a:lnTo>
                  <a:pt x="288446" y="0"/>
                </a:lnTo>
                <a:close/>
              </a:path>
            </a:pathLst>
          </a:custGeom>
        </p:spPr>
      </p:pic>
      <p:sp>
        <p:nvSpPr>
          <p:cNvPr id="3" name="Date Placeholder 2">
            <a:extLst>
              <a:ext uri="{FF2B5EF4-FFF2-40B4-BE49-F238E27FC236}">
                <a16:creationId xmlns:a16="http://schemas.microsoft.com/office/drawing/2014/main" id="{18E67702-FC9F-4A7E-B238-55AB1CC0173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3E51535-C469-4FC5-B4DB-37EEEA81E672}"/>
              </a:ext>
            </a:extLst>
          </p:cNvPr>
          <p:cNvSpPr>
            <a:spLocks noGrp="1"/>
          </p:cNvSpPr>
          <p:nvPr>
            <p:ph type="ftr" sz="quarter" idx="11"/>
          </p:nvPr>
        </p:nvSpPr>
        <p:spPr/>
        <p:txBody>
          <a:bodyPr/>
          <a:lstStyle/>
          <a:p>
            <a:endParaRPr lang="en-US"/>
          </a:p>
        </p:txBody>
      </p:sp>
      <p:sp>
        <p:nvSpPr>
          <p:cNvPr id="55" name="Freeform: Shape 54">
            <a:extLst>
              <a:ext uri="{FF2B5EF4-FFF2-40B4-BE49-F238E27FC236}">
                <a16:creationId xmlns:a16="http://schemas.microsoft.com/office/drawing/2014/main" id="{B7C48748-110A-4EB1-B066-F8A29D834272}"/>
              </a:ext>
            </a:extLst>
          </p:cNvPr>
          <p:cNvSpPr/>
          <p:nvPr userDrawn="1"/>
        </p:nvSpPr>
        <p:spPr>
          <a:xfrm>
            <a:off x="742950" y="3034830"/>
            <a:ext cx="3303266" cy="2990522"/>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21" name="Picture Placeholder 20">
            <a:extLst>
              <a:ext uri="{FF2B5EF4-FFF2-40B4-BE49-F238E27FC236}">
                <a16:creationId xmlns:a16="http://schemas.microsoft.com/office/drawing/2014/main" id="{1B449EF0-CFD5-401C-AAD3-88F496F72E41}"/>
              </a:ext>
            </a:extLst>
          </p:cNvPr>
          <p:cNvSpPr>
            <a:spLocks noGrp="1"/>
          </p:cNvSpPr>
          <p:nvPr>
            <p:ph type="pic" sz="quarter" idx="14"/>
          </p:nvPr>
        </p:nvSpPr>
        <p:spPr>
          <a:xfrm>
            <a:off x="742950" y="2198781"/>
            <a:ext cx="3303266" cy="192704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
        <p:nvSpPr>
          <p:cNvPr id="5" name="Slide Number Placeholder 4">
            <a:extLst>
              <a:ext uri="{FF2B5EF4-FFF2-40B4-BE49-F238E27FC236}">
                <a16:creationId xmlns:a16="http://schemas.microsoft.com/office/drawing/2014/main" id="{6F0E9A9A-D902-4E03-9804-E58C954A80F4}"/>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4" name="Title 1">
            <a:extLst>
              <a:ext uri="{FF2B5EF4-FFF2-40B4-BE49-F238E27FC236}">
                <a16:creationId xmlns:a16="http://schemas.microsoft.com/office/drawing/2014/main" id="{C36CB92E-FEC5-4687-B61E-28936E6CE565}"/>
              </a:ext>
            </a:extLst>
          </p:cNvPr>
          <p:cNvSpPr>
            <a:spLocks noGrp="1"/>
          </p:cNvSpPr>
          <p:nvPr>
            <p:ph type="title" hasCustomPrompt="1"/>
          </p:nvPr>
        </p:nvSpPr>
        <p:spPr>
          <a:xfrm>
            <a:off x="838200" y="653237"/>
            <a:ext cx="10515600" cy="553998"/>
          </a:xfrm>
        </p:spPr>
        <p:txBody>
          <a:bodyPr lIns="0" tIns="0" rIns="0" bIns="0" anchor="b" anchorCtr="0">
            <a:normAutofit/>
          </a:bodyPr>
          <a:lstStyle>
            <a:lvl1pPr algn="ctr">
              <a:defRPr sz="4000">
                <a:solidFill>
                  <a:schemeClr val="bg1"/>
                </a:solidFill>
              </a:defRPr>
            </a:lvl1pPr>
          </a:lstStyle>
          <a:p>
            <a:r>
              <a:rPr lang="en-US"/>
              <a:t>Penjelasan 3 Poin</a:t>
            </a:r>
          </a:p>
        </p:txBody>
      </p:sp>
      <p:sp>
        <p:nvSpPr>
          <p:cNvPr id="56" name="Freeform: Shape 55">
            <a:extLst>
              <a:ext uri="{FF2B5EF4-FFF2-40B4-BE49-F238E27FC236}">
                <a16:creationId xmlns:a16="http://schemas.microsoft.com/office/drawing/2014/main" id="{982B47E7-6A51-42CF-A74A-F46DFB932464}"/>
              </a:ext>
            </a:extLst>
          </p:cNvPr>
          <p:cNvSpPr/>
          <p:nvPr userDrawn="1"/>
        </p:nvSpPr>
        <p:spPr>
          <a:xfrm>
            <a:off x="4444367" y="3034830"/>
            <a:ext cx="3303266" cy="2990522"/>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57" name="Freeform: Shape 56">
            <a:extLst>
              <a:ext uri="{FF2B5EF4-FFF2-40B4-BE49-F238E27FC236}">
                <a16:creationId xmlns:a16="http://schemas.microsoft.com/office/drawing/2014/main" id="{F35B8555-6792-41A4-B27A-7A627388D3E1}"/>
              </a:ext>
            </a:extLst>
          </p:cNvPr>
          <p:cNvSpPr/>
          <p:nvPr userDrawn="1"/>
        </p:nvSpPr>
        <p:spPr>
          <a:xfrm>
            <a:off x="8145784" y="3035806"/>
            <a:ext cx="3303266" cy="2990522"/>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15" name="Text Placeholder 8">
            <a:extLst>
              <a:ext uri="{FF2B5EF4-FFF2-40B4-BE49-F238E27FC236}">
                <a16:creationId xmlns:a16="http://schemas.microsoft.com/office/drawing/2014/main" id="{A5CB78AB-77C1-4EDD-8B0D-A8C5993752FA}"/>
              </a:ext>
            </a:extLst>
          </p:cNvPr>
          <p:cNvSpPr>
            <a:spLocks noGrp="1"/>
          </p:cNvSpPr>
          <p:nvPr>
            <p:ph type="body" sz="quarter" idx="13" hasCustomPrompt="1"/>
          </p:nvPr>
        </p:nvSpPr>
        <p:spPr>
          <a:xfrm>
            <a:off x="838200" y="1282336"/>
            <a:ext cx="10515600" cy="387798"/>
          </a:xfrm>
        </p:spPr>
        <p:txBody>
          <a:bodyPr lIns="0" tIns="0" rIns="0" bIns="0">
            <a:normAutofit/>
          </a:bodyPr>
          <a:lstStyle>
            <a:lvl1pPr algn="ctr">
              <a:buNone/>
              <a:defRPr sz="2800">
                <a:solidFill>
                  <a:schemeClr val="bg1"/>
                </a:solidFill>
              </a:defRPr>
            </a:lvl1pPr>
            <a:lvl2pPr>
              <a:buNone/>
              <a:defRPr/>
            </a:lvl2pPr>
            <a:lvl3pPr>
              <a:buNone/>
              <a:defRPr/>
            </a:lvl3pPr>
            <a:lvl4pPr>
              <a:buNone/>
              <a:defRPr/>
            </a:lvl4pPr>
            <a:lvl5pPr>
              <a:buNone/>
              <a:defRPr/>
            </a:lvl5pPr>
          </a:lstStyle>
          <a:p>
            <a:pPr lvl="0"/>
            <a:r>
              <a:rPr lang="en-US"/>
              <a:t>Gunakan slide ini untuk menjelaskan poin - poin</a:t>
            </a:r>
          </a:p>
        </p:txBody>
      </p:sp>
      <p:sp>
        <p:nvSpPr>
          <p:cNvPr id="22" name="Text Placeholder 8">
            <a:extLst>
              <a:ext uri="{FF2B5EF4-FFF2-40B4-BE49-F238E27FC236}">
                <a16:creationId xmlns:a16="http://schemas.microsoft.com/office/drawing/2014/main" id="{7815B313-8EFE-4F77-872F-4A4B45368B94}"/>
              </a:ext>
            </a:extLst>
          </p:cNvPr>
          <p:cNvSpPr>
            <a:spLocks noGrp="1"/>
          </p:cNvSpPr>
          <p:nvPr>
            <p:ph type="body" sz="quarter" idx="15" hasCustomPrompt="1"/>
          </p:nvPr>
        </p:nvSpPr>
        <p:spPr>
          <a:xfrm>
            <a:off x="861500" y="4267324"/>
            <a:ext cx="3066166" cy="332399"/>
          </a:xfrm>
        </p:spPr>
        <p:txBody>
          <a:bodyPr lIns="0" tIns="0" rIns="0" bIns="0" anchor="t" anchorCtr="0">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1</a:t>
            </a:r>
          </a:p>
        </p:txBody>
      </p:sp>
      <p:sp>
        <p:nvSpPr>
          <p:cNvPr id="23" name="Picture Placeholder 22">
            <a:extLst>
              <a:ext uri="{FF2B5EF4-FFF2-40B4-BE49-F238E27FC236}">
                <a16:creationId xmlns:a16="http://schemas.microsoft.com/office/drawing/2014/main" id="{7CDE0FEB-9E37-4036-B701-A65197E149B9}"/>
              </a:ext>
            </a:extLst>
          </p:cNvPr>
          <p:cNvSpPr>
            <a:spLocks noGrp="1"/>
          </p:cNvSpPr>
          <p:nvPr>
            <p:ph type="pic" sz="quarter" idx="16"/>
          </p:nvPr>
        </p:nvSpPr>
        <p:spPr>
          <a:xfrm>
            <a:off x="4444367" y="2198781"/>
            <a:ext cx="3303266" cy="192704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
        <p:nvSpPr>
          <p:cNvPr id="26" name="Picture Placeholder 25">
            <a:extLst>
              <a:ext uri="{FF2B5EF4-FFF2-40B4-BE49-F238E27FC236}">
                <a16:creationId xmlns:a16="http://schemas.microsoft.com/office/drawing/2014/main" id="{4E1ECDD1-83CE-4E10-AF7B-F1C0B05C67DC}"/>
              </a:ext>
            </a:extLst>
          </p:cNvPr>
          <p:cNvSpPr>
            <a:spLocks noGrp="1"/>
          </p:cNvSpPr>
          <p:nvPr>
            <p:ph type="pic" sz="quarter" idx="18"/>
          </p:nvPr>
        </p:nvSpPr>
        <p:spPr>
          <a:xfrm>
            <a:off x="8145784" y="2198781"/>
            <a:ext cx="3303266" cy="192704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
        <p:nvSpPr>
          <p:cNvPr id="48" name="Freeform: Shape 47">
            <a:extLst>
              <a:ext uri="{FF2B5EF4-FFF2-40B4-BE49-F238E27FC236}">
                <a16:creationId xmlns:a16="http://schemas.microsoft.com/office/drawing/2014/main" id="{9D3FD0F5-EB20-4305-B706-5384F0AFF1FA}"/>
              </a:ext>
            </a:extLst>
          </p:cNvPr>
          <p:cNvSpPr/>
          <p:nvPr userDrawn="1"/>
        </p:nvSpPr>
        <p:spPr>
          <a:xfrm>
            <a:off x="-4332" y="2880993"/>
            <a:ext cx="12546952" cy="4338921"/>
          </a:xfrm>
          <a:custGeom>
            <a:avLst/>
            <a:gdLst>
              <a:gd name="connsiteX0" fmla="*/ 6273476 w 12546952"/>
              <a:gd name="connsiteY0" fmla="*/ 0 h 4338921"/>
              <a:gd name="connsiteX1" fmla="*/ 12450556 w 12546952"/>
              <a:gd name="connsiteY1" fmla="*/ 4094441 h 4338921"/>
              <a:gd name="connsiteX2" fmla="*/ 12546952 w 12546952"/>
              <a:gd name="connsiteY2" fmla="*/ 4338921 h 4338921"/>
              <a:gd name="connsiteX3" fmla="*/ 0 w 12546952"/>
              <a:gd name="connsiteY3" fmla="*/ 4338921 h 4338921"/>
              <a:gd name="connsiteX4" fmla="*/ 96396 w 12546952"/>
              <a:gd name="connsiteY4" fmla="*/ 4094441 h 4338921"/>
              <a:gd name="connsiteX5" fmla="*/ 6273476 w 12546952"/>
              <a:gd name="connsiteY5" fmla="*/ 0 h 433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6952" h="4338921">
                <a:moveTo>
                  <a:pt x="6273476" y="0"/>
                </a:moveTo>
                <a:cubicBezTo>
                  <a:pt x="9050325" y="0"/>
                  <a:pt x="11432848" y="1688310"/>
                  <a:pt x="12450556" y="4094441"/>
                </a:cubicBezTo>
                <a:lnTo>
                  <a:pt x="12546952" y="4338921"/>
                </a:lnTo>
                <a:lnTo>
                  <a:pt x="0" y="4338921"/>
                </a:lnTo>
                <a:lnTo>
                  <a:pt x="96396" y="4094441"/>
                </a:lnTo>
                <a:cubicBezTo>
                  <a:pt x="1114105" y="1688310"/>
                  <a:pt x="3496628" y="0"/>
                  <a:pt x="6273476" y="0"/>
                </a:cubicBezTo>
                <a:close/>
              </a:path>
            </a:pathLst>
          </a:custGeom>
          <a:noFill/>
          <a:ln w="1905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45" name="Freeform: Shape 44">
            <a:extLst>
              <a:ext uri="{FF2B5EF4-FFF2-40B4-BE49-F238E27FC236}">
                <a16:creationId xmlns:a16="http://schemas.microsoft.com/office/drawing/2014/main" id="{B023D2C7-1785-49CF-8797-488F48C65269}"/>
              </a:ext>
            </a:extLst>
          </p:cNvPr>
          <p:cNvSpPr/>
          <p:nvPr userDrawn="1"/>
        </p:nvSpPr>
        <p:spPr>
          <a:xfrm>
            <a:off x="1361505" y="4138292"/>
            <a:ext cx="9815281" cy="3081623"/>
          </a:xfrm>
          <a:custGeom>
            <a:avLst/>
            <a:gdLst>
              <a:gd name="connsiteX0" fmla="*/ 4907640 w 9815281"/>
              <a:gd name="connsiteY0" fmla="*/ 0 h 3081623"/>
              <a:gd name="connsiteX1" fmla="*/ 9696870 w 9815281"/>
              <a:gd name="connsiteY1" fmla="*/ 2850429 h 3081623"/>
              <a:gd name="connsiteX2" fmla="*/ 9815281 w 9815281"/>
              <a:gd name="connsiteY2" fmla="*/ 3081623 h 3081623"/>
              <a:gd name="connsiteX3" fmla="*/ 0 w 9815281"/>
              <a:gd name="connsiteY3" fmla="*/ 3081623 h 3081623"/>
              <a:gd name="connsiteX4" fmla="*/ 118410 w 9815281"/>
              <a:gd name="connsiteY4" fmla="*/ 2850429 h 3081623"/>
              <a:gd name="connsiteX5" fmla="*/ 4907640 w 9815281"/>
              <a:gd name="connsiteY5" fmla="*/ 0 h 308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15281" h="3081623">
                <a:moveTo>
                  <a:pt x="4907640" y="0"/>
                </a:moveTo>
                <a:cubicBezTo>
                  <a:pt x="6975693" y="0"/>
                  <a:pt x="8774545" y="1152585"/>
                  <a:pt x="9696870" y="2850429"/>
                </a:cubicBezTo>
                <a:lnTo>
                  <a:pt x="9815281" y="3081623"/>
                </a:lnTo>
                <a:lnTo>
                  <a:pt x="0" y="3081623"/>
                </a:lnTo>
                <a:lnTo>
                  <a:pt x="118410" y="2850429"/>
                </a:lnTo>
                <a:cubicBezTo>
                  <a:pt x="1040735" y="1152585"/>
                  <a:pt x="2839588" y="0"/>
                  <a:pt x="4907640" y="0"/>
                </a:cubicBezTo>
                <a:close/>
              </a:path>
            </a:pathLst>
          </a:custGeom>
          <a:noFill/>
          <a:ln w="19050">
            <a:solidFill>
              <a:schemeClr val="bg1">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42" name="Freeform: Shape 41">
            <a:extLst>
              <a:ext uri="{FF2B5EF4-FFF2-40B4-BE49-F238E27FC236}">
                <a16:creationId xmlns:a16="http://schemas.microsoft.com/office/drawing/2014/main" id="{CEF6C94D-A073-4AEC-9E17-3D969E1C6F16}"/>
              </a:ext>
            </a:extLst>
          </p:cNvPr>
          <p:cNvSpPr/>
          <p:nvPr userDrawn="1"/>
        </p:nvSpPr>
        <p:spPr>
          <a:xfrm>
            <a:off x="2755997" y="5350163"/>
            <a:ext cx="7026294" cy="1869751"/>
          </a:xfrm>
          <a:custGeom>
            <a:avLst/>
            <a:gdLst>
              <a:gd name="connsiteX0" fmla="*/ 3513147 w 7026294"/>
              <a:gd name="connsiteY0" fmla="*/ 0 h 1869751"/>
              <a:gd name="connsiteX1" fmla="*/ 7024655 w 7026294"/>
              <a:gd name="connsiteY1" fmla="*/ 1867053 h 1869751"/>
              <a:gd name="connsiteX2" fmla="*/ 7026294 w 7026294"/>
              <a:gd name="connsiteY2" fmla="*/ 1869751 h 1869751"/>
              <a:gd name="connsiteX3" fmla="*/ 0 w 7026294"/>
              <a:gd name="connsiteY3" fmla="*/ 1869751 h 1869751"/>
              <a:gd name="connsiteX4" fmla="*/ 1639 w 7026294"/>
              <a:gd name="connsiteY4" fmla="*/ 1867053 h 1869751"/>
              <a:gd name="connsiteX5" fmla="*/ 3513147 w 7026294"/>
              <a:gd name="connsiteY5" fmla="*/ 0 h 186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6294" h="1869751">
                <a:moveTo>
                  <a:pt x="3513147" y="0"/>
                </a:moveTo>
                <a:cubicBezTo>
                  <a:pt x="4974884" y="0"/>
                  <a:pt x="6263643" y="740607"/>
                  <a:pt x="7024655" y="1867053"/>
                </a:cubicBezTo>
                <a:lnTo>
                  <a:pt x="7026294" y="1869751"/>
                </a:lnTo>
                <a:lnTo>
                  <a:pt x="0" y="1869751"/>
                </a:lnTo>
                <a:lnTo>
                  <a:pt x="1639" y="1867053"/>
                </a:lnTo>
                <a:cubicBezTo>
                  <a:pt x="762652" y="740607"/>
                  <a:pt x="2051410" y="0"/>
                  <a:pt x="3513147" y="0"/>
                </a:cubicBezTo>
                <a:close/>
              </a:path>
            </a:pathLst>
          </a:custGeom>
          <a:noFill/>
          <a:ln w="19050">
            <a:solidFill>
              <a:schemeClr val="bg1">
                <a:alpha val="30196"/>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49" name="Text Placeholder 8">
            <a:extLst>
              <a:ext uri="{FF2B5EF4-FFF2-40B4-BE49-F238E27FC236}">
                <a16:creationId xmlns:a16="http://schemas.microsoft.com/office/drawing/2014/main" id="{D238218A-D6EB-4D6F-BDEB-214CB14DF480}"/>
              </a:ext>
            </a:extLst>
          </p:cNvPr>
          <p:cNvSpPr>
            <a:spLocks noGrp="1"/>
          </p:cNvSpPr>
          <p:nvPr>
            <p:ph type="body" sz="quarter" idx="19" hasCustomPrompt="1"/>
          </p:nvPr>
        </p:nvSpPr>
        <p:spPr>
          <a:xfrm>
            <a:off x="857648" y="4797321"/>
            <a:ext cx="3066166" cy="1055936"/>
          </a:xfrm>
        </p:spPr>
        <p:txBody>
          <a:bodyPr lIns="0" tIns="0" rIns="0" bIns="0" anchor="t" anchorCtr="0">
            <a:norm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Pertama Gambar Landscape</a:t>
            </a:r>
          </a:p>
        </p:txBody>
      </p:sp>
      <p:sp>
        <p:nvSpPr>
          <p:cNvPr id="58" name="Text Placeholder 8">
            <a:extLst>
              <a:ext uri="{FF2B5EF4-FFF2-40B4-BE49-F238E27FC236}">
                <a16:creationId xmlns:a16="http://schemas.microsoft.com/office/drawing/2014/main" id="{AE30D660-1ED2-4F4E-91DB-D648A45A27D4}"/>
              </a:ext>
            </a:extLst>
          </p:cNvPr>
          <p:cNvSpPr>
            <a:spLocks noGrp="1"/>
          </p:cNvSpPr>
          <p:nvPr>
            <p:ph type="body" sz="quarter" idx="20" hasCustomPrompt="1"/>
          </p:nvPr>
        </p:nvSpPr>
        <p:spPr>
          <a:xfrm>
            <a:off x="4562917" y="4267324"/>
            <a:ext cx="3066166" cy="332399"/>
          </a:xfrm>
        </p:spPr>
        <p:txBody>
          <a:bodyPr lIns="0" tIns="0" rIns="0" bIns="0" anchor="t" anchorCtr="0">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2</a:t>
            </a:r>
          </a:p>
        </p:txBody>
      </p:sp>
      <p:sp>
        <p:nvSpPr>
          <p:cNvPr id="59" name="Text Placeholder 8">
            <a:extLst>
              <a:ext uri="{FF2B5EF4-FFF2-40B4-BE49-F238E27FC236}">
                <a16:creationId xmlns:a16="http://schemas.microsoft.com/office/drawing/2014/main" id="{7C72B7B8-C27C-4F93-B168-EB9D68C9A252}"/>
              </a:ext>
            </a:extLst>
          </p:cNvPr>
          <p:cNvSpPr>
            <a:spLocks noGrp="1"/>
          </p:cNvSpPr>
          <p:nvPr>
            <p:ph type="body" sz="quarter" idx="21" hasCustomPrompt="1"/>
          </p:nvPr>
        </p:nvSpPr>
        <p:spPr>
          <a:xfrm>
            <a:off x="4562917" y="4797321"/>
            <a:ext cx="3066166" cy="1055936"/>
          </a:xfrm>
        </p:spPr>
        <p:txBody>
          <a:bodyPr lIns="0" tIns="0" rIns="0" bIns="0" anchor="t" anchorCtr="0">
            <a:norm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Kedua Gambar Landscape</a:t>
            </a:r>
          </a:p>
        </p:txBody>
      </p:sp>
      <p:sp>
        <p:nvSpPr>
          <p:cNvPr id="60" name="Text Placeholder 8">
            <a:extLst>
              <a:ext uri="{FF2B5EF4-FFF2-40B4-BE49-F238E27FC236}">
                <a16:creationId xmlns:a16="http://schemas.microsoft.com/office/drawing/2014/main" id="{79161BFC-CB1D-4B1C-A6EC-EAA517887831}"/>
              </a:ext>
            </a:extLst>
          </p:cNvPr>
          <p:cNvSpPr>
            <a:spLocks noGrp="1"/>
          </p:cNvSpPr>
          <p:nvPr>
            <p:ph type="body" sz="quarter" idx="22" hasCustomPrompt="1"/>
          </p:nvPr>
        </p:nvSpPr>
        <p:spPr>
          <a:xfrm>
            <a:off x="8264334" y="4267324"/>
            <a:ext cx="3066166" cy="332399"/>
          </a:xfrm>
        </p:spPr>
        <p:txBody>
          <a:bodyPr lIns="0" tIns="0" rIns="0" bIns="0" anchor="t" anchorCtr="0">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3</a:t>
            </a:r>
          </a:p>
        </p:txBody>
      </p:sp>
      <p:sp>
        <p:nvSpPr>
          <p:cNvPr id="61" name="Text Placeholder 8">
            <a:extLst>
              <a:ext uri="{FF2B5EF4-FFF2-40B4-BE49-F238E27FC236}">
                <a16:creationId xmlns:a16="http://schemas.microsoft.com/office/drawing/2014/main" id="{0DA39357-C4EF-44E1-9669-16B47166E562}"/>
              </a:ext>
            </a:extLst>
          </p:cNvPr>
          <p:cNvSpPr>
            <a:spLocks noGrp="1"/>
          </p:cNvSpPr>
          <p:nvPr>
            <p:ph type="body" sz="quarter" idx="23" hasCustomPrompt="1"/>
          </p:nvPr>
        </p:nvSpPr>
        <p:spPr>
          <a:xfrm>
            <a:off x="8264334" y="4797321"/>
            <a:ext cx="3066166" cy="1055936"/>
          </a:xfrm>
        </p:spPr>
        <p:txBody>
          <a:bodyPr lIns="0" tIns="0" rIns="0" bIns="0" anchor="t" anchorCtr="0">
            <a:norm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Kedua Gambar Landscape</a:t>
            </a:r>
          </a:p>
        </p:txBody>
      </p:sp>
    </p:spTree>
    <p:extLst>
      <p:ext uri="{BB962C8B-B14F-4D97-AF65-F5344CB8AC3E}">
        <p14:creationId xmlns:p14="http://schemas.microsoft.com/office/powerpoint/2010/main" val="251087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250"/>
                                  </p:stCondLst>
                                  <p:childTnLst>
                                    <p:set>
                                      <p:cBhvr>
                                        <p:cTn id="13" dur="1" fill="hold">
                                          <p:stCondLst>
                                            <p:cond delay="0"/>
                                          </p:stCondLst>
                                        </p:cTn>
                                        <p:tgtEl>
                                          <p:spTgt spid="15">
                                            <p:txEl>
                                              <p:pRg st="0" end="0"/>
                                            </p:txEl>
                                          </p:spTgt>
                                        </p:tgtEl>
                                        <p:attrNameLst>
                                          <p:attrName>style.visibility</p:attrName>
                                        </p:attrNameLst>
                                      </p:cBhvr>
                                      <p:to>
                                        <p:strVal val="visible"/>
                                      </p:to>
                                    </p:set>
                                    <p:animEffect transition="in" filter="fade">
                                      <p:cBhvr>
                                        <p:cTn id="14" dur="500"/>
                                        <p:tgtEl>
                                          <p:spTgt spid="15">
                                            <p:txEl>
                                              <p:pRg st="0" end="0"/>
                                            </p:txEl>
                                          </p:spTgt>
                                        </p:tgtEl>
                                      </p:cBhvr>
                                    </p:animEffect>
                                  </p:childTnLst>
                                </p:cTn>
                              </p:par>
                              <p:par>
                                <p:cTn id="15" presetID="2" presetClass="entr" presetSubtype="4" decel="100000" fill="hold" grpId="0" nodeType="withEffect">
                                  <p:stCondLst>
                                    <p:cond delay="50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par>
                                <p:cTn id="19" presetID="2" presetClass="entr" presetSubtype="4" decel="100000" fill="hold" grpId="0" nodeType="withEffect">
                                  <p:stCondLst>
                                    <p:cond delay="75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par>
                                <p:cTn id="23" presetID="2" presetClass="entr" presetSubtype="4" decel="100000" fill="hold" grpId="0" nodeType="withEffect">
                                  <p:stCondLst>
                                    <p:cond delay="100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ppt_x"/>
                                          </p:val>
                                        </p:tav>
                                        <p:tav tm="100000">
                                          <p:val>
                                            <p:strVal val="#ppt_x"/>
                                          </p:val>
                                        </p:tav>
                                      </p:tavLst>
                                    </p:anim>
                                    <p:anim calcmode="lin" valueType="num">
                                      <p:cBhvr additive="base">
                                        <p:cTn id="26" dur="500" fill="hold"/>
                                        <p:tgtEl>
                                          <p:spTgt spid="48"/>
                                        </p:tgtEl>
                                        <p:attrNameLst>
                                          <p:attrName>ppt_y</p:attrName>
                                        </p:attrNameLst>
                                      </p:cBhvr>
                                      <p:tavLst>
                                        <p:tav tm="0">
                                          <p:val>
                                            <p:strVal val="1+#ppt_h/2"/>
                                          </p:val>
                                        </p:tav>
                                        <p:tav tm="100000">
                                          <p:val>
                                            <p:strVal val="#ppt_y"/>
                                          </p:val>
                                        </p:tav>
                                      </p:tavLst>
                                    </p:anim>
                                  </p:childTnLst>
                                </p:cTn>
                              </p:par>
                            </p:childTnLst>
                          </p:cTn>
                        </p:par>
                        <p:par>
                          <p:cTn id="27" fill="hold">
                            <p:stCondLst>
                              <p:cond delay="1500"/>
                            </p:stCondLst>
                            <p:childTnLst>
                              <p:par>
                                <p:cTn id="28" presetID="2" presetClass="entr" presetSubtype="2" decel="100000" fill="hold" grpId="0" nodeType="afterEffect">
                                  <p:stCondLst>
                                    <p:cond delay="0"/>
                                  </p:stCondLst>
                                  <p:childTnLst>
                                    <p:set>
                                      <p:cBhvr>
                                        <p:cTn id="29" dur="1" fill="hold">
                                          <p:stCondLst>
                                            <p:cond delay="0"/>
                                          </p:stCondLst>
                                        </p:cTn>
                                        <p:tgtEl>
                                          <p:spTgt spid="55"/>
                                        </p:tgtEl>
                                        <p:attrNameLst>
                                          <p:attrName>style.visibility</p:attrName>
                                        </p:attrNameLst>
                                      </p:cBhvr>
                                      <p:to>
                                        <p:strVal val="visible"/>
                                      </p:to>
                                    </p:set>
                                    <p:anim calcmode="lin" valueType="num">
                                      <p:cBhvr additive="base">
                                        <p:cTn id="30" dur="500" fill="hold"/>
                                        <p:tgtEl>
                                          <p:spTgt spid="55"/>
                                        </p:tgtEl>
                                        <p:attrNameLst>
                                          <p:attrName>ppt_x</p:attrName>
                                        </p:attrNameLst>
                                      </p:cBhvr>
                                      <p:tavLst>
                                        <p:tav tm="0">
                                          <p:val>
                                            <p:strVal val="1+#ppt_w/2"/>
                                          </p:val>
                                        </p:tav>
                                        <p:tav tm="100000">
                                          <p:val>
                                            <p:strVal val="#ppt_x"/>
                                          </p:val>
                                        </p:tav>
                                      </p:tavLst>
                                    </p:anim>
                                    <p:anim calcmode="lin" valueType="num">
                                      <p:cBhvr additive="base">
                                        <p:cTn id="31" dur="500" fill="hold"/>
                                        <p:tgtEl>
                                          <p:spTgt spid="55"/>
                                        </p:tgtEl>
                                        <p:attrNameLst>
                                          <p:attrName>ppt_y</p:attrName>
                                        </p:attrNameLst>
                                      </p:cBhvr>
                                      <p:tavLst>
                                        <p:tav tm="0">
                                          <p:val>
                                            <p:strVal val="#ppt_y"/>
                                          </p:val>
                                        </p:tav>
                                        <p:tav tm="100000">
                                          <p:val>
                                            <p:strVal val="#ppt_y"/>
                                          </p:val>
                                        </p:tav>
                                      </p:tavLst>
                                    </p:anim>
                                  </p:childTnLst>
                                </p:cTn>
                              </p:par>
                              <p:par>
                                <p:cTn id="32" presetID="2" presetClass="entr" presetSubtype="2" decel="10000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fill="hold"/>
                                        <p:tgtEl>
                                          <p:spTgt spid="21"/>
                                        </p:tgtEl>
                                        <p:attrNameLst>
                                          <p:attrName>ppt_x</p:attrName>
                                        </p:attrNameLst>
                                      </p:cBhvr>
                                      <p:tavLst>
                                        <p:tav tm="0">
                                          <p:val>
                                            <p:strVal val="1+#ppt_w/2"/>
                                          </p:val>
                                        </p:tav>
                                        <p:tav tm="100000">
                                          <p:val>
                                            <p:strVal val="#ppt_x"/>
                                          </p:val>
                                        </p:tav>
                                      </p:tavLst>
                                    </p:anim>
                                    <p:anim calcmode="lin" valueType="num">
                                      <p:cBhvr additive="base">
                                        <p:cTn id="35" dur="500" fill="hold"/>
                                        <p:tgtEl>
                                          <p:spTgt spid="21"/>
                                        </p:tgtEl>
                                        <p:attrNameLst>
                                          <p:attrName>ppt_y</p:attrName>
                                        </p:attrNameLst>
                                      </p:cBhvr>
                                      <p:tavLst>
                                        <p:tav tm="0">
                                          <p:val>
                                            <p:strVal val="#ppt_y"/>
                                          </p:val>
                                        </p:tav>
                                        <p:tav tm="100000">
                                          <p:val>
                                            <p:strVal val="#ppt_y"/>
                                          </p:val>
                                        </p:tav>
                                      </p:tavLst>
                                    </p:anim>
                                  </p:childTnLst>
                                </p:cTn>
                              </p:par>
                              <p:par>
                                <p:cTn id="36" presetID="2" presetClass="entr" presetSubtype="2" decel="100000" fill="hold" grpId="0" nodeType="with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 calcmode="lin" valueType="num">
                                      <p:cBhvr additive="base">
                                        <p:cTn id="38"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22">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0"/>
                                  </p:stCondLst>
                                  <p:childTnLst>
                                    <p:set>
                                      <p:cBhvr>
                                        <p:cTn id="41" dur="1" fill="hold">
                                          <p:stCondLst>
                                            <p:cond delay="0"/>
                                          </p:stCondLst>
                                        </p:cTn>
                                        <p:tgtEl>
                                          <p:spTgt spid="49">
                                            <p:txEl>
                                              <p:pRg st="0" end="0"/>
                                            </p:txEl>
                                          </p:spTgt>
                                        </p:tgtEl>
                                        <p:attrNameLst>
                                          <p:attrName>style.visibility</p:attrName>
                                        </p:attrNameLst>
                                      </p:cBhvr>
                                      <p:to>
                                        <p:strVal val="visible"/>
                                      </p:to>
                                    </p:set>
                                    <p:anim calcmode="lin" valueType="num">
                                      <p:cBhvr additive="base">
                                        <p:cTn id="42" dur="5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4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decel="100000" fill="hold" grpId="0" nodeType="clickEffect">
                                  <p:stCondLst>
                                    <p:cond delay="0"/>
                                  </p:stCondLst>
                                  <p:childTnLst>
                                    <p:set>
                                      <p:cBhvr>
                                        <p:cTn id="47" dur="1" fill="hold">
                                          <p:stCondLst>
                                            <p:cond delay="0"/>
                                          </p:stCondLst>
                                        </p:cTn>
                                        <p:tgtEl>
                                          <p:spTgt spid="56"/>
                                        </p:tgtEl>
                                        <p:attrNameLst>
                                          <p:attrName>style.visibility</p:attrName>
                                        </p:attrNameLst>
                                      </p:cBhvr>
                                      <p:to>
                                        <p:strVal val="visible"/>
                                      </p:to>
                                    </p:set>
                                    <p:anim calcmode="lin" valueType="num">
                                      <p:cBhvr additive="base">
                                        <p:cTn id="48" dur="500" fill="hold"/>
                                        <p:tgtEl>
                                          <p:spTgt spid="56"/>
                                        </p:tgtEl>
                                        <p:attrNameLst>
                                          <p:attrName>ppt_x</p:attrName>
                                        </p:attrNameLst>
                                      </p:cBhvr>
                                      <p:tavLst>
                                        <p:tav tm="0">
                                          <p:val>
                                            <p:strVal val="1+#ppt_w/2"/>
                                          </p:val>
                                        </p:tav>
                                        <p:tav tm="100000">
                                          <p:val>
                                            <p:strVal val="#ppt_x"/>
                                          </p:val>
                                        </p:tav>
                                      </p:tavLst>
                                    </p:anim>
                                    <p:anim calcmode="lin" valueType="num">
                                      <p:cBhvr additive="base">
                                        <p:cTn id="49" dur="500" fill="hold"/>
                                        <p:tgtEl>
                                          <p:spTgt spid="56"/>
                                        </p:tgtEl>
                                        <p:attrNameLst>
                                          <p:attrName>ppt_y</p:attrName>
                                        </p:attrNameLst>
                                      </p:cBhvr>
                                      <p:tavLst>
                                        <p:tav tm="0">
                                          <p:val>
                                            <p:strVal val="#ppt_y"/>
                                          </p:val>
                                        </p:tav>
                                        <p:tav tm="100000">
                                          <p:val>
                                            <p:strVal val="#ppt_y"/>
                                          </p:val>
                                        </p:tav>
                                      </p:tavLst>
                                    </p:anim>
                                  </p:childTnLst>
                                </p:cTn>
                              </p:par>
                              <p:par>
                                <p:cTn id="50" presetID="2" presetClass="entr" presetSubtype="2" decel="10000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fill="hold"/>
                                        <p:tgtEl>
                                          <p:spTgt spid="23"/>
                                        </p:tgtEl>
                                        <p:attrNameLst>
                                          <p:attrName>ppt_x</p:attrName>
                                        </p:attrNameLst>
                                      </p:cBhvr>
                                      <p:tavLst>
                                        <p:tav tm="0">
                                          <p:val>
                                            <p:strVal val="1+#ppt_w/2"/>
                                          </p:val>
                                        </p:tav>
                                        <p:tav tm="100000">
                                          <p:val>
                                            <p:strVal val="#ppt_x"/>
                                          </p:val>
                                        </p:tav>
                                      </p:tavLst>
                                    </p:anim>
                                    <p:anim calcmode="lin" valueType="num">
                                      <p:cBhvr additive="base">
                                        <p:cTn id="53" dur="500" fill="hold"/>
                                        <p:tgtEl>
                                          <p:spTgt spid="23"/>
                                        </p:tgtEl>
                                        <p:attrNameLst>
                                          <p:attrName>ppt_y</p:attrName>
                                        </p:attrNameLst>
                                      </p:cBhvr>
                                      <p:tavLst>
                                        <p:tav tm="0">
                                          <p:val>
                                            <p:strVal val="#ppt_y"/>
                                          </p:val>
                                        </p:tav>
                                        <p:tav tm="100000">
                                          <p:val>
                                            <p:strVal val="#ppt_y"/>
                                          </p:val>
                                        </p:tav>
                                      </p:tavLst>
                                    </p:anim>
                                  </p:childTnLst>
                                </p:cTn>
                              </p:par>
                              <p:par>
                                <p:cTn id="54" presetID="2" presetClass="entr" presetSubtype="2" decel="100000" fill="hold" grpId="0" nodeType="withEffect">
                                  <p:stCondLst>
                                    <p:cond delay="0"/>
                                  </p:stCondLst>
                                  <p:childTnLst>
                                    <p:set>
                                      <p:cBhvr>
                                        <p:cTn id="55" dur="1" fill="hold">
                                          <p:stCondLst>
                                            <p:cond delay="0"/>
                                          </p:stCondLst>
                                        </p:cTn>
                                        <p:tgtEl>
                                          <p:spTgt spid="58">
                                            <p:txEl>
                                              <p:pRg st="0" end="0"/>
                                            </p:txEl>
                                          </p:spTgt>
                                        </p:tgtEl>
                                        <p:attrNameLst>
                                          <p:attrName>style.visibility</p:attrName>
                                        </p:attrNameLst>
                                      </p:cBhvr>
                                      <p:to>
                                        <p:strVal val="visible"/>
                                      </p:to>
                                    </p:set>
                                    <p:anim calcmode="lin" valueType="num">
                                      <p:cBhvr additive="base">
                                        <p:cTn id="56" dur="500" fill="hold"/>
                                        <p:tgtEl>
                                          <p:spTgt spid="58">
                                            <p:txEl>
                                              <p:pRg st="0" end="0"/>
                                            </p:txEl>
                                          </p:spTgt>
                                        </p:tgtEl>
                                        <p:attrNameLst>
                                          <p:attrName>ppt_x</p:attrName>
                                        </p:attrNameLst>
                                      </p:cBhvr>
                                      <p:tavLst>
                                        <p:tav tm="0">
                                          <p:val>
                                            <p:strVal val="1+#ppt_w/2"/>
                                          </p:val>
                                        </p:tav>
                                        <p:tav tm="100000">
                                          <p:val>
                                            <p:strVal val="#ppt_x"/>
                                          </p:val>
                                        </p:tav>
                                      </p:tavLst>
                                    </p:anim>
                                    <p:anim calcmode="lin" valueType="num">
                                      <p:cBhvr additive="base">
                                        <p:cTn id="57" dur="500" fill="hold"/>
                                        <p:tgtEl>
                                          <p:spTgt spid="58">
                                            <p:txEl>
                                              <p:pRg st="0" end="0"/>
                                            </p:txEl>
                                          </p:spTgt>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0"/>
                                  </p:stCondLst>
                                  <p:childTnLst>
                                    <p:set>
                                      <p:cBhvr>
                                        <p:cTn id="59" dur="1" fill="hold">
                                          <p:stCondLst>
                                            <p:cond delay="0"/>
                                          </p:stCondLst>
                                        </p:cTn>
                                        <p:tgtEl>
                                          <p:spTgt spid="59">
                                            <p:txEl>
                                              <p:pRg st="0" end="0"/>
                                            </p:txEl>
                                          </p:spTgt>
                                        </p:tgtEl>
                                        <p:attrNameLst>
                                          <p:attrName>style.visibility</p:attrName>
                                        </p:attrNameLst>
                                      </p:cBhvr>
                                      <p:to>
                                        <p:strVal val="visible"/>
                                      </p:to>
                                    </p:set>
                                    <p:anim calcmode="lin" valueType="num">
                                      <p:cBhvr additive="base">
                                        <p:cTn id="60" dur="500" fill="hold"/>
                                        <p:tgtEl>
                                          <p:spTgt spid="59">
                                            <p:txEl>
                                              <p:pRg st="0" end="0"/>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decel="100000" fill="hold" grpId="0" nodeType="clickEffect">
                                  <p:stCondLst>
                                    <p:cond delay="0"/>
                                  </p:stCondLst>
                                  <p:childTnLst>
                                    <p:set>
                                      <p:cBhvr>
                                        <p:cTn id="65" dur="1" fill="hold">
                                          <p:stCondLst>
                                            <p:cond delay="0"/>
                                          </p:stCondLst>
                                        </p:cTn>
                                        <p:tgtEl>
                                          <p:spTgt spid="57"/>
                                        </p:tgtEl>
                                        <p:attrNameLst>
                                          <p:attrName>style.visibility</p:attrName>
                                        </p:attrNameLst>
                                      </p:cBhvr>
                                      <p:to>
                                        <p:strVal val="visible"/>
                                      </p:to>
                                    </p:set>
                                    <p:anim calcmode="lin" valueType="num">
                                      <p:cBhvr additive="base">
                                        <p:cTn id="66" dur="500" fill="hold"/>
                                        <p:tgtEl>
                                          <p:spTgt spid="57"/>
                                        </p:tgtEl>
                                        <p:attrNameLst>
                                          <p:attrName>ppt_x</p:attrName>
                                        </p:attrNameLst>
                                      </p:cBhvr>
                                      <p:tavLst>
                                        <p:tav tm="0">
                                          <p:val>
                                            <p:strVal val="1+#ppt_w/2"/>
                                          </p:val>
                                        </p:tav>
                                        <p:tav tm="100000">
                                          <p:val>
                                            <p:strVal val="#ppt_x"/>
                                          </p:val>
                                        </p:tav>
                                      </p:tavLst>
                                    </p:anim>
                                    <p:anim calcmode="lin" valueType="num">
                                      <p:cBhvr additive="base">
                                        <p:cTn id="67" dur="500" fill="hold"/>
                                        <p:tgtEl>
                                          <p:spTgt spid="57"/>
                                        </p:tgtEl>
                                        <p:attrNameLst>
                                          <p:attrName>ppt_y</p:attrName>
                                        </p:attrNameLst>
                                      </p:cBhvr>
                                      <p:tavLst>
                                        <p:tav tm="0">
                                          <p:val>
                                            <p:strVal val="#ppt_y"/>
                                          </p:val>
                                        </p:tav>
                                        <p:tav tm="100000">
                                          <p:val>
                                            <p:strVal val="#ppt_y"/>
                                          </p:val>
                                        </p:tav>
                                      </p:tavLst>
                                    </p:anim>
                                  </p:childTnLst>
                                </p:cTn>
                              </p:par>
                              <p:par>
                                <p:cTn id="68" presetID="2" presetClass="entr" presetSubtype="2" decel="10000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additive="base">
                                        <p:cTn id="70" dur="500" fill="hold"/>
                                        <p:tgtEl>
                                          <p:spTgt spid="26"/>
                                        </p:tgtEl>
                                        <p:attrNameLst>
                                          <p:attrName>ppt_x</p:attrName>
                                        </p:attrNameLst>
                                      </p:cBhvr>
                                      <p:tavLst>
                                        <p:tav tm="0">
                                          <p:val>
                                            <p:strVal val="1+#ppt_w/2"/>
                                          </p:val>
                                        </p:tav>
                                        <p:tav tm="100000">
                                          <p:val>
                                            <p:strVal val="#ppt_x"/>
                                          </p:val>
                                        </p:tav>
                                      </p:tavLst>
                                    </p:anim>
                                    <p:anim calcmode="lin" valueType="num">
                                      <p:cBhvr additive="base">
                                        <p:cTn id="71" dur="500" fill="hold"/>
                                        <p:tgtEl>
                                          <p:spTgt spid="26"/>
                                        </p:tgtEl>
                                        <p:attrNameLst>
                                          <p:attrName>ppt_y</p:attrName>
                                        </p:attrNameLst>
                                      </p:cBhvr>
                                      <p:tavLst>
                                        <p:tav tm="0">
                                          <p:val>
                                            <p:strVal val="#ppt_y"/>
                                          </p:val>
                                        </p:tav>
                                        <p:tav tm="100000">
                                          <p:val>
                                            <p:strVal val="#ppt_y"/>
                                          </p:val>
                                        </p:tav>
                                      </p:tavLst>
                                    </p:anim>
                                  </p:childTnLst>
                                </p:cTn>
                              </p:par>
                              <p:par>
                                <p:cTn id="72" presetID="2" presetClass="entr" presetSubtype="2" decel="100000" fill="hold" grpId="0" nodeType="withEffect">
                                  <p:stCondLst>
                                    <p:cond delay="0"/>
                                  </p:stCondLst>
                                  <p:childTnLst>
                                    <p:set>
                                      <p:cBhvr>
                                        <p:cTn id="73" dur="1" fill="hold">
                                          <p:stCondLst>
                                            <p:cond delay="0"/>
                                          </p:stCondLst>
                                        </p:cTn>
                                        <p:tgtEl>
                                          <p:spTgt spid="60">
                                            <p:txEl>
                                              <p:pRg st="0" end="0"/>
                                            </p:txEl>
                                          </p:spTgt>
                                        </p:tgtEl>
                                        <p:attrNameLst>
                                          <p:attrName>style.visibility</p:attrName>
                                        </p:attrNameLst>
                                      </p:cBhvr>
                                      <p:to>
                                        <p:strVal val="visible"/>
                                      </p:to>
                                    </p:set>
                                    <p:anim calcmode="lin" valueType="num">
                                      <p:cBhvr additive="base">
                                        <p:cTn id="74" dur="500" fill="hold"/>
                                        <p:tgtEl>
                                          <p:spTgt spid="60">
                                            <p:txEl>
                                              <p:pRg st="0" end="0"/>
                                            </p:txEl>
                                          </p:spTgt>
                                        </p:tgtEl>
                                        <p:attrNameLst>
                                          <p:attrName>ppt_x</p:attrName>
                                        </p:attrNameLst>
                                      </p:cBhvr>
                                      <p:tavLst>
                                        <p:tav tm="0">
                                          <p:val>
                                            <p:strVal val="1+#ppt_w/2"/>
                                          </p:val>
                                        </p:tav>
                                        <p:tav tm="100000">
                                          <p:val>
                                            <p:strVal val="#ppt_x"/>
                                          </p:val>
                                        </p:tav>
                                      </p:tavLst>
                                    </p:anim>
                                    <p:anim calcmode="lin" valueType="num">
                                      <p:cBhvr additive="base">
                                        <p:cTn id="75" dur="500" fill="hold"/>
                                        <p:tgtEl>
                                          <p:spTgt spid="60">
                                            <p:txEl>
                                              <p:pRg st="0" end="0"/>
                                            </p:txEl>
                                          </p:spTgt>
                                        </p:tgtEl>
                                        <p:attrNameLst>
                                          <p:attrName>ppt_y</p:attrName>
                                        </p:attrNameLst>
                                      </p:cBhvr>
                                      <p:tavLst>
                                        <p:tav tm="0">
                                          <p:val>
                                            <p:strVal val="#ppt_y"/>
                                          </p:val>
                                        </p:tav>
                                        <p:tav tm="100000">
                                          <p:val>
                                            <p:strVal val="#ppt_y"/>
                                          </p:val>
                                        </p:tav>
                                      </p:tavLst>
                                    </p:anim>
                                  </p:childTnLst>
                                </p:cTn>
                              </p:par>
                              <p:par>
                                <p:cTn id="76" presetID="2" presetClass="entr" presetSubtype="2" decel="100000" fill="hold" grpId="0" nodeType="withEffect">
                                  <p:stCondLst>
                                    <p:cond delay="0"/>
                                  </p:stCondLst>
                                  <p:childTnLst>
                                    <p:set>
                                      <p:cBhvr>
                                        <p:cTn id="77" dur="1" fill="hold">
                                          <p:stCondLst>
                                            <p:cond delay="0"/>
                                          </p:stCondLst>
                                        </p:cTn>
                                        <p:tgtEl>
                                          <p:spTgt spid="61">
                                            <p:txEl>
                                              <p:pRg st="0" end="0"/>
                                            </p:txEl>
                                          </p:spTgt>
                                        </p:tgtEl>
                                        <p:attrNameLst>
                                          <p:attrName>style.visibility</p:attrName>
                                        </p:attrNameLst>
                                      </p:cBhvr>
                                      <p:to>
                                        <p:strVal val="visible"/>
                                      </p:to>
                                    </p:set>
                                    <p:anim calcmode="lin" valueType="num">
                                      <p:cBhvr additive="base">
                                        <p:cTn id="78" dur="500" fill="hold"/>
                                        <p:tgtEl>
                                          <p:spTgt spid="61">
                                            <p:txEl>
                                              <p:pRg st="0" end="0"/>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6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21" grpId="0" animBg="1"/>
      <p:bldP spid="14" grpId="0"/>
      <p:bldP spid="56" grpId="0" animBg="1"/>
      <p:bldP spid="57" grpId="0" animBg="1"/>
      <p:bldP spid="15" grpId="0" build="p">
        <p:tmplLst>
          <p:tmpl lvl="1">
            <p:tnLst>
              <p:par>
                <p:cTn presetID="10" presetClass="entr" presetSubtype="0" fill="hold" nodeType="withEffect">
                  <p:stCondLst>
                    <p:cond delay="25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22" grpId="0" build="p">
        <p:tmplLst>
          <p:tmpl lvl="1">
            <p:tnLst>
              <p:par>
                <p:cTn presetID="2" presetClass="entr" presetSubtype="2"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bldP spid="26" grpId="0" animBg="1"/>
      <p:bldP spid="48" grpId="0" animBg="1"/>
      <p:bldP spid="45" grpId="0" animBg="1"/>
      <p:bldP spid="42" grpId="0" animBg="1"/>
      <p:bldP spid="49" grpId="0" build="p">
        <p:tmplLst>
          <p:tmpl lvl="1">
            <p:tnLst>
              <p:par>
                <p:cTn presetID="2" presetClass="entr" presetSubtype="2" decel="10000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 presetClass="entr" presetSubtype="2" decel="10000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1+#ppt_w/2"/>
                          </p:val>
                        </p:tav>
                        <p:tav tm="100000">
                          <p:val>
                            <p:strVal val="#ppt_x"/>
                          </p:val>
                        </p:tav>
                      </p:tavLst>
                    </p:anim>
                    <p:anim calcmode="lin" valueType="num">
                      <p:cBhvr additive="base">
                        <p:cTn dur="500" fill="hold"/>
                        <p:tgtEl>
                          <p:spTgt spid="58"/>
                        </p:tgtEl>
                        <p:attrNameLst>
                          <p:attrName>ppt_y</p:attrName>
                        </p:attrNameLst>
                      </p:cBhvr>
                      <p:tavLst>
                        <p:tav tm="0">
                          <p:val>
                            <p:strVal val="#ppt_y"/>
                          </p:val>
                        </p:tav>
                        <p:tav tm="100000">
                          <p:val>
                            <p:strVal val="#ppt_y"/>
                          </p:val>
                        </p:tav>
                      </p:tavLst>
                    </p:anim>
                  </p:childTnLst>
                </p:cTn>
              </p:par>
            </p:tnLst>
          </p:tmpl>
        </p:tmplLst>
      </p:bldP>
      <p:bldP spid="59" grpId="0" build="p">
        <p:tmplLst>
          <p:tmpl lvl="1">
            <p:tnLst>
              <p:par>
                <p:cTn presetID="2" presetClass="entr" presetSubtype="2" decel="10000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500" fill="hold"/>
                        <p:tgtEl>
                          <p:spTgt spid="59"/>
                        </p:tgtEl>
                        <p:attrNameLst>
                          <p:attrName>ppt_x</p:attrName>
                        </p:attrNameLst>
                      </p:cBhvr>
                      <p:tavLst>
                        <p:tav tm="0">
                          <p:val>
                            <p:strVal val="1+#ppt_w/2"/>
                          </p:val>
                        </p:tav>
                        <p:tav tm="100000">
                          <p:val>
                            <p:strVal val="#ppt_x"/>
                          </p:val>
                        </p:tav>
                      </p:tavLst>
                    </p:anim>
                    <p:anim calcmode="lin" valueType="num">
                      <p:cBhvr additive="base">
                        <p:cTn dur="500" fill="hold"/>
                        <p:tgtEl>
                          <p:spTgt spid="59"/>
                        </p:tgtEl>
                        <p:attrNameLst>
                          <p:attrName>ppt_y</p:attrName>
                        </p:attrNameLst>
                      </p:cBhvr>
                      <p:tavLst>
                        <p:tav tm="0">
                          <p:val>
                            <p:strVal val="#ppt_y"/>
                          </p:val>
                        </p:tav>
                        <p:tav tm="100000">
                          <p:val>
                            <p:strVal val="#ppt_y"/>
                          </p:val>
                        </p:tav>
                      </p:tavLst>
                    </p:anim>
                  </p:childTnLst>
                </p:cTn>
              </p:par>
            </p:tnLst>
          </p:tmpl>
        </p:tmplLst>
      </p:bldP>
      <p:bldP spid="60" grpId="0" build="p">
        <p:tmplLst>
          <p:tmpl lvl="1">
            <p:tnLst>
              <p:par>
                <p:cTn presetID="2" presetClass="entr" presetSubtype="2" decel="100000" fill="hold" nodeType="withEffect">
                  <p:stCondLst>
                    <p:cond delay="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1+#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1" grpId="0" build="p">
        <p:tmplLst>
          <p:tmpl lvl="1">
            <p:tnLst>
              <p:par>
                <p:cTn presetID="2" presetClass="entr" presetSubtype="2" decel="10000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500" fill="hold"/>
                        <p:tgtEl>
                          <p:spTgt spid="61"/>
                        </p:tgtEl>
                        <p:attrNameLst>
                          <p:attrName>ppt_x</p:attrName>
                        </p:attrNameLst>
                      </p:cBhvr>
                      <p:tavLst>
                        <p:tav tm="0">
                          <p:val>
                            <p:strVal val="1+#ppt_w/2"/>
                          </p:val>
                        </p:tav>
                        <p:tav tm="100000">
                          <p:val>
                            <p:strVal val="#ppt_x"/>
                          </p:val>
                        </p:tav>
                      </p:tavLst>
                    </p:anim>
                    <p:anim calcmode="lin" valueType="num">
                      <p:cBhvr additive="base">
                        <p:cTn dur="500" fill="hold"/>
                        <p:tgtEl>
                          <p:spTgt spid="61"/>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Poin Landscape">
    <p:spTree>
      <p:nvGrpSpPr>
        <p:cNvPr id="1" name=""/>
        <p:cNvGrpSpPr/>
        <p:nvPr/>
      </p:nvGrpSpPr>
      <p:grpSpPr>
        <a:xfrm>
          <a:off x="0" y="0"/>
          <a:ext cx="0" cy="0"/>
          <a:chOff x="0" y="0"/>
          <a:chExt cx="0" cy="0"/>
        </a:xfrm>
      </p:grpSpPr>
      <p:pic>
        <p:nvPicPr>
          <p:cNvPr id="30" name="Picture 6" descr="Geometrical Illustration">
            <a:extLst>
              <a:ext uri="{FF2B5EF4-FFF2-40B4-BE49-F238E27FC236}">
                <a16:creationId xmlns:a16="http://schemas.microsoft.com/office/drawing/2014/main" id="{A1577304-4E0A-4B86-8C29-B36840F9F3F7}"/>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4B18AE4B-AD77-430D-B545-94CB5EAB26A7}"/>
              </a:ext>
            </a:extLst>
          </p:cNvPr>
          <p:cNvSpPr/>
          <p:nvPr userDrawn="1"/>
        </p:nvSpPr>
        <p:spPr>
          <a:xfrm>
            <a:off x="0" y="0"/>
            <a:ext cx="12192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Graphic 52">
            <a:extLst>
              <a:ext uri="{FF2B5EF4-FFF2-40B4-BE49-F238E27FC236}">
                <a16:creationId xmlns:a16="http://schemas.microsoft.com/office/drawing/2014/main" id="{B7A684A8-9C6D-46F5-AB55-73623AA5CAB4}"/>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83486"/>
          <a:stretch>
            <a:fillRect/>
          </a:stretch>
        </p:blipFill>
        <p:spPr>
          <a:xfrm rot="16200000" flipH="1">
            <a:off x="5951776" y="-729141"/>
            <a:ext cx="288446" cy="1746727"/>
          </a:xfrm>
          <a:custGeom>
            <a:avLst/>
            <a:gdLst>
              <a:gd name="connsiteX0" fmla="*/ 0 w 288446"/>
              <a:gd name="connsiteY0" fmla="*/ 0 h 1746727"/>
              <a:gd name="connsiteX1" fmla="*/ 0 w 288446"/>
              <a:gd name="connsiteY1" fmla="*/ 1746727 h 1746727"/>
              <a:gd name="connsiteX2" fmla="*/ 288446 w 288446"/>
              <a:gd name="connsiteY2" fmla="*/ 1746727 h 1746727"/>
              <a:gd name="connsiteX3" fmla="*/ 288446 w 288446"/>
              <a:gd name="connsiteY3" fmla="*/ 0 h 1746727"/>
            </a:gdLst>
            <a:ahLst/>
            <a:cxnLst>
              <a:cxn ang="0">
                <a:pos x="connsiteX0" y="connsiteY0"/>
              </a:cxn>
              <a:cxn ang="0">
                <a:pos x="connsiteX1" y="connsiteY1"/>
              </a:cxn>
              <a:cxn ang="0">
                <a:pos x="connsiteX2" y="connsiteY2"/>
              </a:cxn>
              <a:cxn ang="0">
                <a:pos x="connsiteX3" y="connsiteY3"/>
              </a:cxn>
            </a:cxnLst>
            <a:rect l="l" t="t" r="r" b="b"/>
            <a:pathLst>
              <a:path w="288446" h="1746727">
                <a:moveTo>
                  <a:pt x="0" y="0"/>
                </a:moveTo>
                <a:lnTo>
                  <a:pt x="0" y="1746727"/>
                </a:lnTo>
                <a:lnTo>
                  <a:pt x="288446" y="1746727"/>
                </a:lnTo>
                <a:lnTo>
                  <a:pt x="288446" y="0"/>
                </a:lnTo>
                <a:close/>
              </a:path>
            </a:pathLst>
          </a:custGeom>
        </p:spPr>
      </p:pic>
      <p:sp>
        <p:nvSpPr>
          <p:cNvPr id="3" name="Date Placeholder 2">
            <a:extLst>
              <a:ext uri="{FF2B5EF4-FFF2-40B4-BE49-F238E27FC236}">
                <a16:creationId xmlns:a16="http://schemas.microsoft.com/office/drawing/2014/main" id="{18E67702-FC9F-4A7E-B238-55AB1CC0173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3E51535-C469-4FC5-B4DB-37EEEA81E672}"/>
              </a:ext>
            </a:extLst>
          </p:cNvPr>
          <p:cNvSpPr>
            <a:spLocks noGrp="1"/>
          </p:cNvSpPr>
          <p:nvPr>
            <p:ph type="ftr" sz="quarter" idx="11"/>
          </p:nvPr>
        </p:nvSpPr>
        <p:spPr/>
        <p:txBody>
          <a:bodyPr/>
          <a:lstStyle/>
          <a:p>
            <a:endParaRPr lang="en-US"/>
          </a:p>
        </p:txBody>
      </p:sp>
      <p:sp>
        <p:nvSpPr>
          <p:cNvPr id="55" name="Freeform: Shape 54">
            <a:extLst>
              <a:ext uri="{FF2B5EF4-FFF2-40B4-BE49-F238E27FC236}">
                <a16:creationId xmlns:a16="http://schemas.microsoft.com/office/drawing/2014/main" id="{B7C48748-110A-4EB1-B066-F8A29D834272}"/>
              </a:ext>
            </a:extLst>
          </p:cNvPr>
          <p:cNvSpPr/>
          <p:nvPr userDrawn="1"/>
        </p:nvSpPr>
        <p:spPr>
          <a:xfrm>
            <a:off x="695409" y="3420056"/>
            <a:ext cx="2544424" cy="2665437"/>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5" name="Slide Number Placeholder 4">
            <a:extLst>
              <a:ext uri="{FF2B5EF4-FFF2-40B4-BE49-F238E27FC236}">
                <a16:creationId xmlns:a16="http://schemas.microsoft.com/office/drawing/2014/main" id="{6F0E9A9A-D902-4E03-9804-E58C954A80F4}"/>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4" name="Title 1">
            <a:extLst>
              <a:ext uri="{FF2B5EF4-FFF2-40B4-BE49-F238E27FC236}">
                <a16:creationId xmlns:a16="http://schemas.microsoft.com/office/drawing/2014/main" id="{C36CB92E-FEC5-4687-B61E-28936E6CE565}"/>
              </a:ext>
            </a:extLst>
          </p:cNvPr>
          <p:cNvSpPr>
            <a:spLocks noGrp="1"/>
          </p:cNvSpPr>
          <p:nvPr>
            <p:ph type="title" hasCustomPrompt="1"/>
          </p:nvPr>
        </p:nvSpPr>
        <p:spPr>
          <a:xfrm>
            <a:off x="838200" y="653237"/>
            <a:ext cx="10515600" cy="553998"/>
          </a:xfrm>
        </p:spPr>
        <p:txBody>
          <a:bodyPr lIns="0" tIns="0" rIns="0" bIns="0" anchor="b" anchorCtr="0">
            <a:noAutofit/>
          </a:bodyPr>
          <a:lstStyle>
            <a:lvl1pPr algn="ctr">
              <a:defRPr sz="4000">
                <a:solidFill>
                  <a:schemeClr val="bg1"/>
                </a:solidFill>
              </a:defRPr>
            </a:lvl1pPr>
          </a:lstStyle>
          <a:p>
            <a:r>
              <a:rPr lang="en-US"/>
              <a:t>Penjelasan 4 Poin</a:t>
            </a:r>
          </a:p>
        </p:txBody>
      </p:sp>
      <p:sp>
        <p:nvSpPr>
          <p:cNvPr id="15" name="Text Placeholder 8">
            <a:extLst>
              <a:ext uri="{FF2B5EF4-FFF2-40B4-BE49-F238E27FC236}">
                <a16:creationId xmlns:a16="http://schemas.microsoft.com/office/drawing/2014/main" id="{A5CB78AB-77C1-4EDD-8B0D-A8C5993752FA}"/>
              </a:ext>
            </a:extLst>
          </p:cNvPr>
          <p:cNvSpPr>
            <a:spLocks noGrp="1"/>
          </p:cNvSpPr>
          <p:nvPr>
            <p:ph type="body" sz="quarter" idx="13" hasCustomPrompt="1"/>
          </p:nvPr>
        </p:nvSpPr>
        <p:spPr>
          <a:xfrm>
            <a:off x="838202" y="1282336"/>
            <a:ext cx="10515600" cy="387798"/>
          </a:xfrm>
        </p:spPr>
        <p:txBody>
          <a:bodyPr lIns="0" tIns="0" rIns="0" bIns="0">
            <a:normAutofit/>
          </a:bodyPr>
          <a:lstStyle>
            <a:lvl1pPr algn="ctr">
              <a:buNone/>
              <a:defRPr sz="2800">
                <a:solidFill>
                  <a:schemeClr val="bg1"/>
                </a:solidFill>
              </a:defRPr>
            </a:lvl1pPr>
            <a:lvl2pPr>
              <a:buNone/>
              <a:defRPr/>
            </a:lvl2pPr>
            <a:lvl3pPr>
              <a:buNone/>
              <a:defRPr/>
            </a:lvl3pPr>
            <a:lvl4pPr>
              <a:buNone/>
              <a:defRPr/>
            </a:lvl4pPr>
            <a:lvl5pPr>
              <a:buNone/>
              <a:defRPr/>
            </a:lvl5pPr>
          </a:lstStyle>
          <a:p>
            <a:pPr lvl="0"/>
            <a:r>
              <a:rPr lang="en-US"/>
              <a:t>Gunakan slide ini untuk menjelaskan poin - poin</a:t>
            </a:r>
          </a:p>
        </p:txBody>
      </p:sp>
      <p:sp>
        <p:nvSpPr>
          <p:cNvPr id="22" name="Text Placeholder 8">
            <a:extLst>
              <a:ext uri="{FF2B5EF4-FFF2-40B4-BE49-F238E27FC236}">
                <a16:creationId xmlns:a16="http://schemas.microsoft.com/office/drawing/2014/main" id="{7815B313-8EFE-4F77-872F-4A4B45368B94}"/>
              </a:ext>
            </a:extLst>
          </p:cNvPr>
          <p:cNvSpPr>
            <a:spLocks noGrp="1"/>
          </p:cNvSpPr>
          <p:nvPr>
            <p:ph type="body" sz="quarter" idx="15" hasCustomPrompt="1"/>
          </p:nvPr>
        </p:nvSpPr>
        <p:spPr>
          <a:xfrm>
            <a:off x="786724" y="3672734"/>
            <a:ext cx="2361792" cy="664797"/>
          </a:xfrm>
        </p:spPr>
        <p:txBody>
          <a:bodyPr lIns="0" tIns="0" rIns="0" bIns="0" anchor="ctr" anchorCtr="1">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1</a:t>
            </a:r>
          </a:p>
        </p:txBody>
      </p:sp>
      <p:sp>
        <p:nvSpPr>
          <p:cNvPr id="48" name="Freeform: Shape 47">
            <a:extLst>
              <a:ext uri="{FF2B5EF4-FFF2-40B4-BE49-F238E27FC236}">
                <a16:creationId xmlns:a16="http://schemas.microsoft.com/office/drawing/2014/main" id="{9D3FD0F5-EB20-4305-B706-5384F0AFF1FA}"/>
              </a:ext>
            </a:extLst>
          </p:cNvPr>
          <p:cNvSpPr/>
          <p:nvPr userDrawn="1"/>
        </p:nvSpPr>
        <p:spPr>
          <a:xfrm>
            <a:off x="-4332" y="2880993"/>
            <a:ext cx="12546952" cy="4338921"/>
          </a:xfrm>
          <a:custGeom>
            <a:avLst/>
            <a:gdLst>
              <a:gd name="connsiteX0" fmla="*/ 6273476 w 12546952"/>
              <a:gd name="connsiteY0" fmla="*/ 0 h 4338921"/>
              <a:gd name="connsiteX1" fmla="*/ 12450556 w 12546952"/>
              <a:gd name="connsiteY1" fmla="*/ 4094441 h 4338921"/>
              <a:gd name="connsiteX2" fmla="*/ 12546952 w 12546952"/>
              <a:gd name="connsiteY2" fmla="*/ 4338921 h 4338921"/>
              <a:gd name="connsiteX3" fmla="*/ 0 w 12546952"/>
              <a:gd name="connsiteY3" fmla="*/ 4338921 h 4338921"/>
              <a:gd name="connsiteX4" fmla="*/ 96396 w 12546952"/>
              <a:gd name="connsiteY4" fmla="*/ 4094441 h 4338921"/>
              <a:gd name="connsiteX5" fmla="*/ 6273476 w 12546952"/>
              <a:gd name="connsiteY5" fmla="*/ 0 h 433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6952" h="4338921">
                <a:moveTo>
                  <a:pt x="6273476" y="0"/>
                </a:moveTo>
                <a:cubicBezTo>
                  <a:pt x="9050325" y="0"/>
                  <a:pt x="11432848" y="1688310"/>
                  <a:pt x="12450556" y="4094441"/>
                </a:cubicBezTo>
                <a:lnTo>
                  <a:pt x="12546952" y="4338921"/>
                </a:lnTo>
                <a:lnTo>
                  <a:pt x="0" y="4338921"/>
                </a:lnTo>
                <a:lnTo>
                  <a:pt x="96396" y="4094441"/>
                </a:lnTo>
                <a:cubicBezTo>
                  <a:pt x="1114105" y="1688310"/>
                  <a:pt x="3496628" y="0"/>
                  <a:pt x="6273476" y="0"/>
                </a:cubicBezTo>
                <a:close/>
              </a:path>
            </a:pathLst>
          </a:custGeom>
          <a:noFill/>
          <a:ln w="19050">
            <a:solidFill>
              <a:schemeClr val="bg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45" name="Freeform: Shape 44">
            <a:extLst>
              <a:ext uri="{FF2B5EF4-FFF2-40B4-BE49-F238E27FC236}">
                <a16:creationId xmlns:a16="http://schemas.microsoft.com/office/drawing/2014/main" id="{B023D2C7-1785-49CF-8797-488F48C65269}"/>
              </a:ext>
            </a:extLst>
          </p:cNvPr>
          <p:cNvSpPr/>
          <p:nvPr userDrawn="1"/>
        </p:nvSpPr>
        <p:spPr>
          <a:xfrm>
            <a:off x="1361505" y="4138292"/>
            <a:ext cx="9815281" cy="3081623"/>
          </a:xfrm>
          <a:custGeom>
            <a:avLst/>
            <a:gdLst>
              <a:gd name="connsiteX0" fmla="*/ 4907640 w 9815281"/>
              <a:gd name="connsiteY0" fmla="*/ 0 h 3081623"/>
              <a:gd name="connsiteX1" fmla="*/ 9696870 w 9815281"/>
              <a:gd name="connsiteY1" fmla="*/ 2850429 h 3081623"/>
              <a:gd name="connsiteX2" fmla="*/ 9815281 w 9815281"/>
              <a:gd name="connsiteY2" fmla="*/ 3081623 h 3081623"/>
              <a:gd name="connsiteX3" fmla="*/ 0 w 9815281"/>
              <a:gd name="connsiteY3" fmla="*/ 3081623 h 3081623"/>
              <a:gd name="connsiteX4" fmla="*/ 118410 w 9815281"/>
              <a:gd name="connsiteY4" fmla="*/ 2850429 h 3081623"/>
              <a:gd name="connsiteX5" fmla="*/ 4907640 w 9815281"/>
              <a:gd name="connsiteY5" fmla="*/ 0 h 308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15281" h="3081623">
                <a:moveTo>
                  <a:pt x="4907640" y="0"/>
                </a:moveTo>
                <a:cubicBezTo>
                  <a:pt x="6975693" y="0"/>
                  <a:pt x="8774545" y="1152585"/>
                  <a:pt x="9696870" y="2850429"/>
                </a:cubicBezTo>
                <a:lnTo>
                  <a:pt x="9815281" y="3081623"/>
                </a:lnTo>
                <a:lnTo>
                  <a:pt x="0" y="3081623"/>
                </a:lnTo>
                <a:lnTo>
                  <a:pt x="118410" y="2850429"/>
                </a:lnTo>
                <a:cubicBezTo>
                  <a:pt x="1040735" y="1152585"/>
                  <a:pt x="2839588" y="0"/>
                  <a:pt x="4907640" y="0"/>
                </a:cubicBezTo>
                <a:close/>
              </a:path>
            </a:pathLst>
          </a:custGeom>
          <a:noFill/>
          <a:ln w="19050">
            <a:solidFill>
              <a:schemeClr val="bg1">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42" name="Freeform: Shape 41">
            <a:extLst>
              <a:ext uri="{FF2B5EF4-FFF2-40B4-BE49-F238E27FC236}">
                <a16:creationId xmlns:a16="http://schemas.microsoft.com/office/drawing/2014/main" id="{CEF6C94D-A073-4AEC-9E17-3D969E1C6F16}"/>
              </a:ext>
            </a:extLst>
          </p:cNvPr>
          <p:cNvSpPr/>
          <p:nvPr userDrawn="1"/>
        </p:nvSpPr>
        <p:spPr>
          <a:xfrm>
            <a:off x="2755997" y="5350163"/>
            <a:ext cx="7026294" cy="1869751"/>
          </a:xfrm>
          <a:custGeom>
            <a:avLst/>
            <a:gdLst>
              <a:gd name="connsiteX0" fmla="*/ 3513147 w 7026294"/>
              <a:gd name="connsiteY0" fmla="*/ 0 h 1869751"/>
              <a:gd name="connsiteX1" fmla="*/ 7024655 w 7026294"/>
              <a:gd name="connsiteY1" fmla="*/ 1867053 h 1869751"/>
              <a:gd name="connsiteX2" fmla="*/ 7026294 w 7026294"/>
              <a:gd name="connsiteY2" fmla="*/ 1869751 h 1869751"/>
              <a:gd name="connsiteX3" fmla="*/ 0 w 7026294"/>
              <a:gd name="connsiteY3" fmla="*/ 1869751 h 1869751"/>
              <a:gd name="connsiteX4" fmla="*/ 1639 w 7026294"/>
              <a:gd name="connsiteY4" fmla="*/ 1867053 h 1869751"/>
              <a:gd name="connsiteX5" fmla="*/ 3513147 w 7026294"/>
              <a:gd name="connsiteY5" fmla="*/ 0 h 186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6294" h="1869751">
                <a:moveTo>
                  <a:pt x="3513147" y="0"/>
                </a:moveTo>
                <a:cubicBezTo>
                  <a:pt x="4974884" y="0"/>
                  <a:pt x="6263643" y="740607"/>
                  <a:pt x="7024655" y="1867053"/>
                </a:cubicBezTo>
                <a:lnTo>
                  <a:pt x="7026294" y="1869751"/>
                </a:lnTo>
                <a:lnTo>
                  <a:pt x="0" y="1869751"/>
                </a:lnTo>
                <a:lnTo>
                  <a:pt x="1639" y="1867053"/>
                </a:lnTo>
                <a:cubicBezTo>
                  <a:pt x="762652" y="740607"/>
                  <a:pt x="2051410" y="0"/>
                  <a:pt x="3513147" y="0"/>
                </a:cubicBezTo>
                <a:close/>
              </a:path>
            </a:pathLst>
          </a:custGeom>
          <a:noFill/>
          <a:ln w="19050">
            <a:solidFill>
              <a:schemeClr val="bg1">
                <a:alpha val="30196"/>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38" name="Text Placeholder 8">
            <a:extLst>
              <a:ext uri="{FF2B5EF4-FFF2-40B4-BE49-F238E27FC236}">
                <a16:creationId xmlns:a16="http://schemas.microsoft.com/office/drawing/2014/main" id="{0ECE07F2-244E-4A9E-BAA7-57652028189A}"/>
              </a:ext>
            </a:extLst>
          </p:cNvPr>
          <p:cNvSpPr>
            <a:spLocks noGrp="1"/>
          </p:cNvSpPr>
          <p:nvPr>
            <p:ph type="body" sz="quarter" idx="17" hasCustomPrompt="1"/>
          </p:nvPr>
        </p:nvSpPr>
        <p:spPr>
          <a:xfrm>
            <a:off x="766063" y="4449951"/>
            <a:ext cx="2361792" cy="1497692"/>
          </a:xfrm>
        </p:spPr>
        <p:txBody>
          <a:bodyPr lIns="0" tIns="0" rIns="0" bIns="0" anchor="t" anchorCtr="0">
            <a:no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Kedua Gambar Landscape</a:t>
            </a:r>
          </a:p>
        </p:txBody>
      </p:sp>
      <p:sp>
        <p:nvSpPr>
          <p:cNvPr id="61" name="Freeform: Shape 60">
            <a:extLst>
              <a:ext uri="{FF2B5EF4-FFF2-40B4-BE49-F238E27FC236}">
                <a16:creationId xmlns:a16="http://schemas.microsoft.com/office/drawing/2014/main" id="{36A75276-D07C-47EF-A7DA-6026B5BB81F5}"/>
              </a:ext>
            </a:extLst>
          </p:cNvPr>
          <p:cNvSpPr/>
          <p:nvPr userDrawn="1"/>
        </p:nvSpPr>
        <p:spPr>
          <a:xfrm>
            <a:off x="3447662" y="3420056"/>
            <a:ext cx="2544424" cy="2665437"/>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62" name="Text Placeholder 8">
            <a:extLst>
              <a:ext uri="{FF2B5EF4-FFF2-40B4-BE49-F238E27FC236}">
                <a16:creationId xmlns:a16="http://schemas.microsoft.com/office/drawing/2014/main" id="{AE4B1D7B-93E4-49BC-98DE-AC437862D8D2}"/>
              </a:ext>
            </a:extLst>
          </p:cNvPr>
          <p:cNvSpPr>
            <a:spLocks noGrp="1"/>
          </p:cNvSpPr>
          <p:nvPr>
            <p:ph type="body" sz="quarter" idx="21" hasCustomPrompt="1"/>
          </p:nvPr>
        </p:nvSpPr>
        <p:spPr>
          <a:xfrm>
            <a:off x="3538978" y="3672734"/>
            <a:ext cx="2361792" cy="664797"/>
          </a:xfrm>
        </p:spPr>
        <p:txBody>
          <a:bodyPr lIns="0" tIns="0" rIns="0" bIns="0" anchor="ctr" anchorCtr="1">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2</a:t>
            </a:r>
          </a:p>
        </p:txBody>
      </p:sp>
      <p:sp>
        <p:nvSpPr>
          <p:cNvPr id="63" name="Text Placeholder 8">
            <a:extLst>
              <a:ext uri="{FF2B5EF4-FFF2-40B4-BE49-F238E27FC236}">
                <a16:creationId xmlns:a16="http://schemas.microsoft.com/office/drawing/2014/main" id="{C2B7894E-BD9E-4DE3-84FA-4E9FC6BE9C98}"/>
              </a:ext>
            </a:extLst>
          </p:cNvPr>
          <p:cNvSpPr>
            <a:spLocks noGrp="1"/>
          </p:cNvSpPr>
          <p:nvPr>
            <p:ph type="body" sz="quarter" idx="22" hasCustomPrompt="1"/>
          </p:nvPr>
        </p:nvSpPr>
        <p:spPr>
          <a:xfrm>
            <a:off x="3538978" y="4449951"/>
            <a:ext cx="2361792" cy="1497692"/>
          </a:xfrm>
        </p:spPr>
        <p:txBody>
          <a:bodyPr lIns="0" tIns="0" rIns="0" bIns="0" anchor="t" anchorCtr="0">
            <a:no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Kedua Gambar Landscape</a:t>
            </a:r>
          </a:p>
        </p:txBody>
      </p:sp>
      <p:sp>
        <p:nvSpPr>
          <p:cNvPr id="64" name="Freeform: Shape 63">
            <a:extLst>
              <a:ext uri="{FF2B5EF4-FFF2-40B4-BE49-F238E27FC236}">
                <a16:creationId xmlns:a16="http://schemas.microsoft.com/office/drawing/2014/main" id="{A27F35F3-C95B-4F45-82C4-A338282CE8AD}"/>
              </a:ext>
            </a:extLst>
          </p:cNvPr>
          <p:cNvSpPr/>
          <p:nvPr userDrawn="1"/>
        </p:nvSpPr>
        <p:spPr>
          <a:xfrm>
            <a:off x="6199915" y="3420056"/>
            <a:ext cx="2544424" cy="2665437"/>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65" name="Text Placeholder 8">
            <a:extLst>
              <a:ext uri="{FF2B5EF4-FFF2-40B4-BE49-F238E27FC236}">
                <a16:creationId xmlns:a16="http://schemas.microsoft.com/office/drawing/2014/main" id="{03A3BE2C-4319-4434-A812-7567A2786067}"/>
              </a:ext>
            </a:extLst>
          </p:cNvPr>
          <p:cNvSpPr>
            <a:spLocks noGrp="1"/>
          </p:cNvSpPr>
          <p:nvPr>
            <p:ph type="body" sz="quarter" idx="23" hasCustomPrompt="1"/>
          </p:nvPr>
        </p:nvSpPr>
        <p:spPr>
          <a:xfrm>
            <a:off x="6291231" y="3672734"/>
            <a:ext cx="2361792" cy="664797"/>
          </a:xfrm>
        </p:spPr>
        <p:txBody>
          <a:bodyPr lIns="0" tIns="0" rIns="0" bIns="0" anchor="ctr" anchorCtr="1">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3</a:t>
            </a:r>
          </a:p>
        </p:txBody>
      </p:sp>
      <p:sp>
        <p:nvSpPr>
          <p:cNvPr id="66" name="Text Placeholder 8">
            <a:extLst>
              <a:ext uri="{FF2B5EF4-FFF2-40B4-BE49-F238E27FC236}">
                <a16:creationId xmlns:a16="http://schemas.microsoft.com/office/drawing/2014/main" id="{926EAFAA-722F-40BA-9171-ECF7BD4C6543}"/>
              </a:ext>
            </a:extLst>
          </p:cNvPr>
          <p:cNvSpPr>
            <a:spLocks noGrp="1"/>
          </p:cNvSpPr>
          <p:nvPr>
            <p:ph type="body" sz="quarter" idx="24" hasCustomPrompt="1"/>
          </p:nvPr>
        </p:nvSpPr>
        <p:spPr>
          <a:xfrm>
            <a:off x="6291231" y="4449951"/>
            <a:ext cx="2361792" cy="1497692"/>
          </a:xfrm>
        </p:spPr>
        <p:txBody>
          <a:bodyPr lIns="0" tIns="0" rIns="0" bIns="0" anchor="t" anchorCtr="0">
            <a:no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Kedua Gambar Landscape</a:t>
            </a:r>
          </a:p>
        </p:txBody>
      </p:sp>
      <p:sp>
        <p:nvSpPr>
          <p:cNvPr id="21" name="Picture Placeholder 20">
            <a:extLst>
              <a:ext uri="{FF2B5EF4-FFF2-40B4-BE49-F238E27FC236}">
                <a16:creationId xmlns:a16="http://schemas.microsoft.com/office/drawing/2014/main" id="{1B449EF0-CFD5-401C-AAD3-88F496F72E41}"/>
              </a:ext>
            </a:extLst>
          </p:cNvPr>
          <p:cNvSpPr>
            <a:spLocks noGrp="1"/>
          </p:cNvSpPr>
          <p:nvPr>
            <p:ph type="pic" sz="quarter" idx="14"/>
          </p:nvPr>
        </p:nvSpPr>
        <p:spPr>
          <a:xfrm>
            <a:off x="695409" y="2043258"/>
            <a:ext cx="2544424" cy="148435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
        <p:nvSpPr>
          <p:cNvPr id="37" name="Picture Placeholder 20">
            <a:extLst>
              <a:ext uri="{FF2B5EF4-FFF2-40B4-BE49-F238E27FC236}">
                <a16:creationId xmlns:a16="http://schemas.microsoft.com/office/drawing/2014/main" id="{64BAEFDF-31E5-4B66-978F-A68A2CFDDC40}"/>
              </a:ext>
            </a:extLst>
          </p:cNvPr>
          <p:cNvSpPr>
            <a:spLocks noGrp="1"/>
          </p:cNvSpPr>
          <p:nvPr>
            <p:ph type="pic" sz="quarter" idx="16"/>
          </p:nvPr>
        </p:nvSpPr>
        <p:spPr>
          <a:xfrm>
            <a:off x="3447662" y="2043258"/>
            <a:ext cx="2544424" cy="148435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
        <p:nvSpPr>
          <p:cNvPr id="40" name="Picture Placeholder 20">
            <a:extLst>
              <a:ext uri="{FF2B5EF4-FFF2-40B4-BE49-F238E27FC236}">
                <a16:creationId xmlns:a16="http://schemas.microsoft.com/office/drawing/2014/main" id="{DF746085-0817-4E0E-B3A6-B304FB85F5D5}"/>
              </a:ext>
            </a:extLst>
          </p:cNvPr>
          <p:cNvSpPr>
            <a:spLocks noGrp="1"/>
          </p:cNvSpPr>
          <p:nvPr>
            <p:ph type="pic" sz="quarter" idx="18"/>
          </p:nvPr>
        </p:nvSpPr>
        <p:spPr>
          <a:xfrm>
            <a:off x="6199915" y="2043258"/>
            <a:ext cx="2544424" cy="148435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
        <p:nvSpPr>
          <p:cNvPr id="67" name="Freeform: Shape 66">
            <a:extLst>
              <a:ext uri="{FF2B5EF4-FFF2-40B4-BE49-F238E27FC236}">
                <a16:creationId xmlns:a16="http://schemas.microsoft.com/office/drawing/2014/main" id="{9C171AC9-8E07-425A-A34D-0CBB5AA10A16}"/>
              </a:ext>
            </a:extLst>
          </p:cNvPr>
          <p:cNvSpPr/>
          <p:nvPr userDrawn="1"/>
        </p:nvSpPr>
        <p:spPr>
          <a:xfrm>
            <a:off x="8952169" y="3420056"/>
            <a:ext cx="2544424" cy="2665437"/>
          </a:xfrm>
          <a:custGeom>
            <a:avLst/>
            <a:gdLst>
              <a:gd name="connsiteX0" fmla="*/ 0 w 3119510"/>
              <a:gd name="connsiteY0" fmla="*/ 0 h 2824164"/>
              <a:gd name="connsiteX1" fmla="*/ 3119510 w 3119510"/>
              <a:gd name="connsiteY1" fmla="*/ 0 h 2824164"/>
              <a:gd name="connsiteX2" fmla="*/ 3119510 w 3119510"/>
              <a:gd name="connsiteY2" fmla="*/ 1512318 h 2824164"/>
              <a:gd name="connsiteX3" fmla="*/ 3119510 w 3119510"/>
              <a:gd name="connsiteY3" fmla="*/ 1614839 h 2824164"/>
              <a:gd name="connsiteX4" fmla="*/ 3119510 w 3119510"/>
              <a:gd name="connsiteY4" fmla="*/ 1806037 h 2824164"/>
              <a:gd name="connsiteX5" fmla="*/ 3119510 w 3119510"/>
              <a:gd name="connsiteY5" fmla="*/ 1992137 h 2824164"/>
              <a:gd name="connsiteX6" fmla="*/ 3119510 w 3119510"/>
              <a:gd name="connsiteY6" fmla="*/ 2721644 h 2824164"/>
              <a:gd name="connsiteX7" fmla="*/ 3024278 w 3119510"/>
              <a:gd name="connsiteY7" fmla="*/ 2824164 h 2824164"/>
              <a:gd name="connsiteX8" fmla="*/ 95232 w 3119510"/>
              <a:gd name="connsiteY8" fmla="*/ 2824164 h 2824164"/>
              <a:gd name="connsiteX9" fmla="*/ 0 w 3119510"/>
              <a:gd name="connsiteY9" fmla="*/ 2721644 h 2824164"/>
              <a:gd name="connsiteX10" fmla="*/ 0 w 3119510"/>
              <a:gd name="connsiteY10" fmla="*/ 1992137 h 2824164"/>
              <a:gd name="connsiteX11" fmla="*/ 0 w 3119510"/>
              <a:gd name="connsiteY11" fmla="*/ 1806037 h 2824164"/>
              <a:gd name="connsiteX12" fmla="*/ 0 w 3119510"/>
              <a:gd name="connsiteY12" fmla="*/ 1614839 h 2824164"/>
              <a:gd name="connsiteX13" fmla="*/ 0 w 3119510"/>
              <a:gd name="connsiteY13" fmla="*/ 1512318 h 2824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19510" h="2824164">
                <a:moveTo>
                  <a:pt x="0" y="0"/>
                </a:moveTo>
                <a:lnTo>
                  <a:pt x="3119510" y="0"/>
                </a:lnTo>
                <a:lnTo>
                  <a:pt x="3119510" y="1512318"/>
                </a:lnTo>
                <a:lnTo>
                  <a:pt x="3119510" y="1614839"/>
                </a:lnTo>
                <a:lnTo>
                  <a:pt x="3119510" y="1806037"/>
                </a:lnTo>
                <a:lnTo>
                  <a:pt x="3119510" y="1992137"/>
                </a:lnTo>
                <a:lnTo>
                  <a:pt x="3119510" y="2721644"/>
                </a:lnTo>
                <a:cubicBezTo>
                  <a:pt x="3119510" y="2778264"/>
                  <a:pt x="3076873" y="2824164"/>
                  <a:pt x="3024278" y="2824164"/>
                </a:cubicBezTo>
                <a:lnTo>
                  <a:pt x="95232" y="2824164"/>
                </a:lnTo>
                <a:cubicBezTo>
                  <a:pt x="42637" y="2824164"/>
                  <a:pt x="0" y="2778264"/>
                  <a:pt x="0" y="2721644"/>
                </a:cubicBezTo>
                <a:lnTo>
                  <a:pt x="0" y="1992137"/>
                </a:lnTo>
                <a:lnTo>
                  <a:pt x="0" y="1806037"/>
                </a:lnTo>
                <a:lnTo>
                  <a:pt x="0" y="1614839"/>
                </a:lnTo>
                <a:lnTo>
                  <a:pt x="0" y="1512318"/>
                </a:lnTo>
                <a:close/>
              </a:path>
            </a:pathLst>
          </a:custGeom>
          <a:solidFill>
            <a:schemeClr val="bg1"/>
          </a:solidFill>
          <a:ln>
            <a:noFill/>
          </a:ln>
          <a:effectLst>
            <a:outerShdw blurRad="190500" dist="1143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68" name="Text Placeholder 8">
            <a:extLst>
              <a:ext uri="{FF2B5EF4-FFF2-40B4-BE49-F238E27FC236}">
                <a16:creationId xmlns:a16="http://schemas.microsoft.com/office/drawing/2014/main" id="{DB74A8E2-3E58-4D36-8179-8DD44EB6AC35}"/>
              </a:ext>
            </a:extLst>
          </p:cNvPr>
          <p:cNvSpPr>
            <a:spLocks noGrp="1"/>
          </p:cNvSpPr>
          <p:nvPr>
            <p:ph type="body" sz="quarter" idx="25" hasCustomPrompt="1"/>
          </p:nvPr>
        </p:nvSpPr>
        <p:spPr>
          <a:xfrm>
            <a:off x="9043485" y="3672734"/>
            <a:ext cx="2361792" cy="664797"/>
          </a:xfrm>
        </p:spPr>
        <p:txBody>
          <a:bodyPr lIns="0" tIns="0" rIns="0" bIns="0" anchor="ctr" anchorCtr="1">
            <a:normAutofit/>
          </a:bodyPr>
          <a:lstStyle>
            <a:lvl1pPr marL="0" indent="0" algn="ctr">
              <a:buNone/>
              <a:defRPr sz="2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4</a:t>
            </a:r>
          </a:p>
        </p:txBody>
      </p:sp>
      <p:sp>
        <p:nvSpPr>
          <p:cNvPr id="69" name="Text Placeholder 8">
            <a:extLst>
              <a:ext uri="{FF2B5EF4-FFF2-40B4-BE49-F238E27FC236}">
                <a16:creationId xmlns:a16="http://schemas.microsoft.com/office/drawing/2014/main" id="{BF3E7623-555C-47E2-86E6-AC1029781693}"/>
              </a:ext>
            </a:extLst>
          </p:cNvPr>
          <p:cNvSpPr>
            <a:spLocks noGrp="1"/>
          </p:cNvSpPr>
          <p:nvPr>
            <p:ph type="body" sz="quarter" idx="26" hasCustomPrompt="1"/>
          </p:nvPr>
        </p:nvSpPr>
        <p:spPr>
          <a:xfrm>
            <a:off x="9043485" y="4449951"/>
            <a:ext cx="2361792" cy="1497692"/>
          </a:xfrm>
        </p:spPr>
        <p:txBody>
          <a:bodyPr lIns="0" tIns="0" rIns="0" bIns="0" anchor="t" anchorCtr="0">
            <a:noAutofit/>
          </a:bodyPr>
          <a:lstStyle>
            <a:lvl1pPr marL="0" indent="0" algn="ctr">
              <a:buNone/>
              <a:defRPr sz="2400"/>
            </a:lvl1pPr>
            <a:lvl2pPr>
              <a:buNone/>
              <a:defRPr/>
            </a:lvl2pPr>
            <a:lvl3pPr>
              <a:buNone/>
              <a:defRPr/>
            </a:lvl3pPr>
            <a:lvl4pPr>
              <a:buNone/>
              <a:defRPr/>
            </a:lvl4pPr>
            <a:lvl5pPr>
              <a:buNone/>
              <a:defRPr/>
            </a:lvl5pPr>
          </a:lstStyle>
          <a:p>
            <a:pPr lvl="0"/>
            <a:r>
              <a:rPr lang="en-US"/>
              <a:t>Penjelasan dari Poin Kedua Gambar Landscape</a:t>
            </a:r>
          </a:p>
        </p:txBody>
      </p:sp>
      <p:sp>
        <p:nvSpPr>
          <p:cNvPr id="44" name="Picture Placeholder 20">
            <a:extLst>
              <a:ext uri="{FF2B5EF4-FFF2-40B4-BE49-F238E27FC236}">
                <a16:creationId xmlns:a16="http://schemas.microsoft.com/office/drawing/2014/main" id="{06524189-D5DF-4E04-B056-AADB7C9323D1}"/>
              </a:ext>
            </a:extLst>
          </p:cNvPr>
          <p:cNvSpPr>
            <a:spLocks noGrp="1"/>
          </p:cNvSpPr>
          <p:nvPr>
            <p:ph type="pic" sz="quarter" idx="20"/>
          </p:nvPr>
        </p:nvSpPr>
        <p:spPr>
          <a:xfrm>
            <a:off x="8952169" y="2043258"/>
            <a:ext cx="2544424" cy="1484354"/>
          </a:xfrm>
          <a:custGeom>
            <a:avLst/>
            <a:gdLst>
              <a:gd name="connsiteX0" fmla="*/ 71930 w 3119510"/>
              <a:gd name="connsiteY0" fmla="*/ 0 h 1819847"/>
              <a:gd name="connsiteX1" fmla="*/ 3047580 w 3119510"/>
              <a:gd name="connsiteY1" fmla="*/ 0 h 1819847"/>
              <a:gd name="connsiteX2" fmla="*/ 3119510 w 3119510"/>
              <a:gd name="connsiteY2" fmla="*/ 71930 h 1819847"/>
              <a:gd name="connsiteX3" fmla="*/ 3119510 w 3119510"/>
              <a:gd name="connsiteY3" fmla="*/ 1799774 h 1819847"/>
              <a:gd name="connsiteX4" fmla="*/ 3115458 w 3119510"/>
              <a:gd name="connsiteY4" fmla="*/ 1819847 h 1819847"/>
              <a:gd name="connsiteX5" fmla="*/ 3024278 w 3119510"/>
              <a:gd name="connsiteY5" fmla="*/ 1819847 h 1819847"/>
              <a:gd name="connsiteX6" fmla="*/ 95232 w 3119510"/>
              <a:gd name="connsiteY6" fmla="*/ 1819847 h 1819847"/>
              <a:gd name="connsiteX7" fmla="*/ 4053 w 3119510"/>
              <a:gd name="connsiteY7" fmla="*/ 1819847 h 1819847"/>
              <a:gd name="connsiteX8" fmla="*/ 0 w 3119510"/>
              <a:gd name="connsiteY8" fmla="*/ 1799774 h 1819847"/>
              <a:gd name="connsiteX9" fmla="*/ 0 w 3119510"/>
              <a:gd name="connsiteY9" fmla="*/ 71930 h 1819847"/>
              <a:gd name="connsiteX10" fmla="*/ 71930 w 3119510"/>
              <a:gd name="connsiteY10" fmla="*/ 0 h 181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19510" h="1819847">
                <a:moveTo>
                  <a:pt x="71930" y="0"/>
                </a:moveTo>
                <a:lnTo>
                  <a:pt x="3047580" y="0"/>
                </a:lnTo>
                <a:cubicBezTo>
                  <a:pt x="3087306" y="0"/>
                  <a:pt x="3119510" y="32204"/>
                  <a:pt x="3119510" y="71930"/>
                </a:cubicBezTo>
                <a:lnTo>
                  <a:pt x="3119510" y="1799774"/>
                </a:lnTo>
                <a:lnTo>
                  <a:pt x="3115458" y="1819847"/>
                </a:lnTo>
                <a:lnTo>
                  <a:pt x="3024278" y="1819847"/>
                </a:lnTo>
                <a:lnTo>
                  <a:pt x="95232" y="1819847"/>
                </a:lnTo>
                <a:lnTo>
                  <a:pt x="4053" y="1819847"/>
                </a:lnTo>
                <a:lnTo>
                  <a:pt x="0" y="1799774"/>
                </a:lnTo>
                <a:lnTo>
                  <a:pt x="0" y="71930"/>
                </a:lnTo>
                <a:cubicBezTo>
                  <a:pt x="0" y="32204"/>
                  <a:pt x="32204" y="0"/>
                  <a:pt x="71930" y="0"/>
                </a:cubicBezTo>
                <a:close/>
              </a:path>
            </a:pathLst>
          </a:custGeom>
          <a:pattFill prst="pct5">
            <a:fgClr>
              <a:schemeClr val="accent1"/>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buNone/>
              <a:defRPr lang="en-US" sz="1600">
                <a:solidFill>
                  <a:schemeClr val="lt1"/>
                </a:solidFill>
                <a:latin typeface="+mn-lt"/>
                <a:cs typeface="+mn-cs"/>
              </a:defRPr>
            </a:lvl1pPr>
          </a:lstStyle>
          <a:p>
            <a:pPr marL="0" lvl="0" algn="ctr"/>
            <a:endParaRPr lang="en-US"/>
          </a:p>
        </p:txBody>
      </p:sp>
    </p:spTree>
    <p:extLst>
      <p:ext uri="{BB962C8B-B14F-4D97-AF65-F5344CB8AC3E}">
        <p14:creationId xmlns:p14="http://schemas.microsoft.com/office/powerpoint/2010/main" val="297462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
                                            <p:txEl>
                                              <p:pRg st="0" end="0"/>
                                            </p:txEl>
                                          </p:spTgt>
                                        </p:tgtEl>
                                        <p:attrNameLst>
                                          <p:attrName>style.visibility</p:attrName>
                                        </p:attrNameLst>
                                      </p:cBhvr>
                                      <p:to>
                                        <p:strVal val="visible"/>
                                      </p:to>
                                    </p:set>
                                    <p:animEffect transition="in" filter="fade">
                                      <p:cBhvr>
                                        <p:cTn id="14" dur="500"/>
                                        <p:tgtEl>
                                          <p:spTgt spid="15">
                                            <p:txEl>
                                              <p:pRg st="0" end="0"/>
                                            </p:txEl>
                                          </p:spTgt>
                                        </p:tgtEl>
                                      </p:cBhvr>
                                    </p:animEffect>
                                  </p:childTnLst>
                                </p:cTn>
                              </p:par>
                              <p:par>
                                <p:cTn id="15" presetID="2" presetClass="entr" presetSubtype="4" decel="100000" fill="hold" grpId="0" nodeType="withEffect">
                                  <p:stCondLst>
                                    <p:cond delay="75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par>
                                <p:cTn id="19" presetID="2" presetClass="entr" presetSubtype="4" decel="100000" fill="hold" grpId="0" nodeType="withEffect">
                                  <p:stCondLst>
                                    <p:cond delay="100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par>
                                <p:cTn id="23" presetID="2" presetClass="entr" presetSubtype="4" decel="100000" fill="hold" grpId="0" nodeType="withEffect">
                                  <p:stCondLst>
                                    <p:cond delay="125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ppt_x"/>
                                          </p:val>
                                        </p:tav>
                                        <p:tav tm="100000">
                                          <p:val>
                                            <p:strVal val="#ppt_x"/>
                                          </p:val>
                                        </p:tav>
                                      </p:tavLst>
                                    </p:anim>
                                    <p:anim calcmode="lin" valueType="num">
                                      <p:cBhvr additive="base">
                                        <p:cTn id="26" dur="500" fill="hold"/>
                                        <p:tgtEl>
                                          <p:spTgt spid="48"/>
                                        </p:tgtEl>
                                        <p:attrNameLst>
                                          <p:attrName>ppt_y</p:attrName>
                                        </p:attrNameLst>
                                      </p:cBhvr>
                                      <p:tavLst>
                                        <p:tav tm="0">
                                          <p:val>
                                            <p:strVal val="1+#ppt_h/2"/>
                                          </p:val>
                                        </p:tav>
                                        <p:tav tm="100000">
                                          <p:val>
                                            <p:strVal val="#ppt_y"/>
                                          </p:val>
                                        </p:tav>
                                      </p:tavLst>
                                    </p:anim>
                                  </p:childTnLst>
                                </p:cTn>
                              </p:par>
                            </p:childTnLst>
                          </p:cTn>
                        </p:par>
                        <p:par>
                          <p:cTn id="27" fill="hold">
                            <p:stCondLst>
                              <p:cond delay="1750"/>
                            </p:stCondLst>
                            <p:childTnLst>
                              <p:par>
                                <p:cTn id="28" presetID="2" presetClass="entr" presetSubtype="2" decel="100000"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500" fill="hold"/>
                                        <p:tgtEl>
                                          <p:spTgt spid="21"/>
                                        </p:tgtEl>
                                        <p:attrNameLst>
                                          <p:attrName>ppt_x</p:attrName>
                                        </p:attrNameLst>
                                      </p:cBhvr>
                                      <p:tavLst>
                                        <p:tav tm="0">
                                          <p:val>
                                            <p:strVal val="1+#ppt_w/2"/>
                                          </p:val>
                                        </p:tav>
                                        <p:tav tm="100000">
                                          <p:val>
                                            <p:strVal val="#ppt_x"/>
                                          </p:val>
                                        </p:tav>
                                      </p:tavLst>
                                    </p:anim>
                                    <p:anim calcmode="lin" valueType="num">
                                      <p:cBhvr additive="base">
                                        <p:cTn id="31" dur="500" fill="hold"/>
                                        <p:tgtEl>
                                          <p:spTgt spid="21"/>
                                        </p:tgtEl>
                                        <p:attrNameLst>
                                          <p:attrName>ppt_y</p:attrName>
                                        </p:attrNameLst>
                                      </p:cBhvr>
                                      <p:tavLst>
                                        <p:tav tm="0">
                                          <p:val>
                                            <p:strVal val="#ppt_y"/>
                                          </p:val>
                                        </p:tav>
                                        <p:tav tm="100000">
                                          <p:val>
                                            <p:strVal val="#ppt_y"/>
                                          </p:val>
                                        </p:tav>
                                      </p:tavLst>
                                    </p:anim>
                                  </p:childTnLst>
                                </p:cTn>
                              </p:par>
                              <p:par>
                                <p:cTn id="32" presetID="2" presetClass="entr" presetSubtype="2" decel="100000" fill="hold" grpId="0" nodeType="withEffect">
                                  <p:stCondLst>
                                    <p:cond delay="0"/>
                                  </p:stCondLst>
                                  <p:childTnLst>
                                    <p:set>
                                      <p:cBhvr>
                                        <p:cTn id="33" dur="1" fill="hold">
                                          <p:stCondLst>
                                            <p:cond delay="0"/>
                                          </p:stCondLst>
                                        </p:cTn>
                                        <p:tgtEl>
                                          <p:spTgt spid="55"/>
                                        </p:tgtEl>
                                        <p:attrNameLst>
                                          <p:attrName>style.visibility</p:attrName>
                                        </p:attrNameLst>
                                      </p:cBhvr>
                                      <p:to>
                                        <p:strVal val="visible"/>
                                      </p:to>
                                    </p:set>
                                    <p:anim calcmode="lin" valueType="num">
                                      <p:cBhvr additive="base">
                                        <p:cTn id="34" dur="500" fill="hold"/>
                                        <p:tgtEl>
                                          <p:spTgt spid="55"/>
                                        </p:tgtEl>
                                        <p:attrNameLst>
                                          <p:attrName>ppt_x</p:attrName>
                                        </p:attrNameLst>
                                      </p:cBhvr>
                                      <p:tavLst>
                                        <p:tav tm="0">
                                          <p:val>
                                            <p:strVal val="1+#ppt_w/2"/>
                                          </p:val>
                                        </p:tav>
                                        <p:tav tm="100000">
                                          <p:val>
                                            <p:strVal val="#ppt_x"/>
                                          </p:val>
                                        </p:tav>
                                      </p:tavLst>
                                    </p:anim>
                                    <p:anim calcmode="lin" valueType="num">
                                      <p:cBhvr additive="base">
                                        <p:cTn id="35" dur="500" fill="hold"/>
                                        <p:tgtEl>
                                          <p:spTgt spid="55"/>
                                        </p:tgtEl>
                                        <p:attrNameLst>
                                          <p:attrName>ppt_y</p:attrName>
                                        </p:attrNameLst>
                                      </p:cBhvr>
                                      <p:tavLst>
                                        <p:tav tm="0">
                                          <p:val>
                                            <p:strVal val="#ppt_y"/>
                                          </p:val>
                                        </p:tav>
                                        <p:tav tm="100000">
                                          <p:val>
                                            <p:strVal val="#ppt_y"/>
                                          </p:val>
                                        </p:tav>
                                      </p:tavLst>
                                    </p:anim>
                                  </p:childTnLst>
                                </p:cTn>
                              </p:par>
                              <p:par>
                                <p:cTn id="36" presetID="2" presetClass="entr" presetSubtype="2" decel="100000" fill="hold" grpId="0" nodeType="with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 calcmode="lin" valueType="num">
                                      <p:cBhvr additive="base">
                                        <p:cTn id="38"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22">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0"/>
                                  </p:stCondLst>
                                  <p:childTnLst>
                                    <p:set>
                                      <p:cBhvr>
                                        <p:cTn id="41" dur="1" fill="hold">
                                          <p:stCondLst>
                                            <p:cond delay="0"/>
                                          </p:stCondLst>
                                        </p:cTn>
                                        <p:tgtEl>
                                          <p:spTgt spid="38">
                                            <p:txEl>
                                              <p:pRg st="0" end="0"/>
                                            </p:txEl>
                                          </p:spTgt>
                                        </p:tgtEl>
                                        <p:attrNameLst>
                                          <p:attrName>style.visibility</p:attrName>
                                        </p:attrNameLst>
                                      </p:cBhvr>
                                      <p:to>
                                        <p:strVal val="visible"/>
                                      </p:to>
                                    </p:set>
                                    <p:anim calcmode="lin" valueType="num">
                                      <p:cBhvr additive="base">
                                        <p:cTn id="42"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decel="10000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 calcmode="lin" valueType="num">
                                      <p:cBhvr additive="base">
                                        <p:cTn id="48" dur="500" fill="hold"/>
                                        <p:tgtEl>
                                          <p:spTgt spid="37"/>
                                        </p:tgtEl>
                                        <p:attrNameLst>
                                          <p:attrName>ppt_x</p:attrName>
                                        </p:attrNameLst>
                                      </p:cBhvr>
                                      <p:tavLst>
                                        <p:tav tm="0">
                                          <p:val>
                                            <p:strVal val="1+#ppt_w/2"/>
                                          </p:val>
                                        </p:tav>
                                        <p:tav tm="100000">
                                          <p:val>
                                            <p:strVal val="#ppt_x"/>
                                          </p:val>
                                        </p:tav>
                                      </p:tavLst>
                                    </p:anim>
                                    <p:anim calcmode="lin" valueType="num">
                                      <p:cBhvr additive="base">
                                        <p:cTn id="49" dur="500" fill="hold"/>
                                        <p:tgtEl>
                                          <p:spTgt spid="37"/>
                                        </p:tgtEl>
                                        <p:attrNameLst>
                                          <p:attrName>ppt_y</p:attrName>
                                        </p:attrNameLst>
                                      </p:cBhvr>
                                      <p:tavLst>
                                        <p:tav tm="0">
                                          <p:val>
                                            <p:strVal val="#ppt_y"/>
                                          </p:val>
                                        </p:tav>
                                        <p:tav tm="100000">
                                          <p:val>
                                            <p:strVal val="#ppt_y"/>
                                          </p:val>
                                        </p:tav>
                                      </p:tavLst>
                                    </p:anim>
                                  </p:childTnLst>
                                </p:cTn>
                              </p:par>
                              <p:par>
                                <p:cTn id="50" presetID="2" presetClass="entr" presetSubtype="2" decel="100000" fill="hold" grpId="0" nodeType="withEffect">
                                  <p:stCondLst>
                                    <p:cond delay="0"/>
                                  </p:stCondLst>
                                  <p:childTnLst>
                                    <p:set>
                                      <p:cBhvr>
                                        <p:cTn id="51" dur="1" fill="hold">
                                          <p:stCondLst>
                                            <p:cond delay="0"/>
                                          </p:stCondLst>
                                        </p:cTn>
                                        <p:tgtEl>
                                          <p:spTgt spid="61"/>
                                        </p:tgtEl>
                                        <p:attrNameLst>
                                          <p:attrName>style.visibility</p:attrName>
                                        </p:attrNameLst>
                                      </p:cBhvr>
                                      <p:to>
                                        <p:strVal val="visible"/>
                                      </p:to>
                                    </p:set>
                                    <p:anim calcmode="lin" valueType="num">
                                      <p:cBhvr additive="base">
                                        <p:cTn id="52" dur="500" fill="hold"/>
                                        <p:tgtEl>
                                          <p:spTgt spid="61"/>
                                        </p:tgtEl>
                                        <p:attrNameLst>
                                          <p:attrName>ppt_x</p:attrName>
                                        </p:attrNameLst>
                                      </p:cBhvr>
                                      <p:tavLst>
                                        <p:tav tm="0">
                                          <p:val>
                                            <p:strVal val="1+#ppt_w/2"/>
                                          </p:val>
                                        </p:tav>
                                        <p:tav tm="100000">
                                          <p:val>
                                            <p:strVal val="#ppt_x"/>
                                          </p:val>
                                        </p:tav>
                                      </p:tavLst>
                                    </p:anim>
                                    <p:anim calcmode="lin" valueType="num">
                                      <p:cBhvr additive="base">
                                        <p:cTn id="53" dur="500" fill="hold"/>
                                        <p:tgtEl>
                                          <p:spTgt spid="61"/>
                                        </p:tgtEl>
                                        <p:attrNameLst>
                                          <p:attrName>ppt_y</p:attrName>
                                        </p:attrNameLst>
                                      </p:cBhvr>
                                      <p:tavLst>
                                        <p:tav tm="0">
                                          <p:val>
                                            <p:strVal val="#ppt_y"/>
                                          </p:val>
                                        </p:tav>
                                        <p:tav tm="100000">
                                          <p:val>
                                            <p:strVal val="#ppt_y"/>
                                          </p:val>
                                        </p:tav>
                                      </p:tavLst>
                                    </p:anim>
                                  </p:childTnLst>
                                </p:cTn>
                              </p:par>
                              <p:par>
                                <p:cTn id="54" presetID="2" presetClass="entr" presetSubtype="2" decel="100000" fill="hold" grpId="0" nodeType="withEffect">
                                  <p:stCondLst>
                                    <p:cond delay="0"/>
                                  </p:stCondLst>
                                  <p:childTnLst>
                                    <p:set>
                                      <p:cBhvr>
                                        <p:cTn id="55" dur="1" fill="hold">
                                          <p:stCondLst>
                                            <p:cond delay="0"/>
                                          </p:stCondLst>
                                        </p:cTn>
                                        <p:tgtEl>
                                          <p:spTgt spid="62"/>
                                        </p:tgtEl>
                                        <p:attrNameLst>
                                          <p:attrName>style.visibility</p:attrName>
                                        </p:attrNameLst>
                                      </p:cBhvr>
                                      <p:to>
                                        <p:strVal val="visible"/>
                                      </p:to>
                                    </p:set>
                                    <p:anim calcmode="lin" valueType="num">
                                      <p:cBhvr additive="base">
                                        <p:cTn id="56" dur="500" fill="hold"/>
                                        <p:tgtEl>
                                          <p:spTgt spid="62"/>
                                        </p:tgtEl>
                                        <p:attrNameLst>
                                          <p:attrName>ppt_x</p:attrName>
                                        </p:attrNameLst>
                                      </p:cBhvr>
                                      <p:tavLst>
                                        <p:tav tm="0">
                                          <p:val>
                                            <p:strVal val="1+#ppt_w/2"/>
                                          </p:val>
                                        </p:tav>
                                        <p:tav tm="100000">
                                          <p:val>
                                            <p:strVal val="#ppt_x"/>
                                          </p:val>
                                        </p:tav>
                                      </p:tavLst>
                                    </p:anim>
                                    <p:anim calcmode="lin" valueType="num">
                                      <p:cBhvr additive="base">
                                        <p:cTn id="57" dur="500" fill="hold"/>
                                        <p:tgtEl>
                                          <p:spTgt spid="62"/>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0"/>
                                  </p:stCondLst>
                                  <p:childTnLst>
                                    <p:set>
                                      <p:cBhvr>
                                        <p:cTn id="59" dur="1" fill="hold">
                                          <p:stCondLst>
                                            <p:cond delay="0"/>
                                          </p:stCondLst>
                                        </p:cTn>
                                        <p:tgtEl>
                                          <p:spTgt spid="63"/>
                                        </p:tgtEl>
                                        <p:attrNameLst>
                                          <p:attrName>style.visibility</p:attrName>
                                        </p:attrNameLst>
                                      </p:cBhvr>
                                      <p:to>
                                        <p:strVal val="visible"/>
                                      </p:to>
                                    </p:set>
                                    <p:anim calcmode="lin" valueType="num">
                                      <p:cBhvr additive="base">
                                        <p:cTn id="60" dur="500" fill="hold"/>
                                        <p:tgtEl>
                                          <p:spTgt spid="63"/>
                                        </p:tgtEl>
                                        <p:attrNameLst>
                                          <p:attrName>ppt_x</p:attrName>
                                        </p:attrNameLst>
                                      </p:cBhvr>
                                      <p:tavLst>
                                        <p:tav tm="0">
                                          <p:val>
                                            <p:strVal val="1+#ppt_w/2"/>
                                          </p:val>
                                        </p:tav>
                                        <p:tav tm="100000">
                                          <p:val>
                                            <p:strVal val="#ppt_x"/>
                                          </p:val>
                                        </p:tav>
                                      </p:tavLst>
                                    </p:anim>
                                    <p:anim calcmode="lin" valueType="num">
                                      <p:cBhvr additive="base">
                                        <p:cTn id="61"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decel="100000"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 calcmode="lin" valueType="num">
                                      <p:cBhvr additive="base">
                                        <p:cTn id="66" dur="500" fill="hold"/>
                                        <p:tgtEl>
                                          <p:spTgt spid="40"/>
                                        </p:tgtEl>
                                        <p:attrNameLst>
                                          <p:attrName>ppt_x</p:attrName>
                                        </p:attrNameLst>
                                      </p:cBhvr>
                                      <p:tavLst>
                                        <p:tav tm="0">
                                          <p:val>
                                            <p:strVal val="1+#ppt_w/2"/>
                                          </p:val>
                                        </p:tav>
                                        <p:tav tm="100000">
                                          <p:val>
                                            <p:strVal val="#ppt_x"/>
                                          </p:val>
                                        </p:tav>
                                      </p:tavLst>
                                    </p:anim>
                                    <p:anim calcmode="lin" valueType="num">
                                      <p:cBhvr additive="base">
                                        <p:cTn id="67" dur="500" fill="hold"/>
                                        <p:tgtEl>
                                          <p:spTgt spid="40"/>
                                        </p:tgtEl>
                                        <p:attrNameLst>
                                          <p:attrName>ppt_y</p:attrName>
                                        </p:attrNameLst>
                                      </p:cBhvr>
                                      <p:tavLst>
                                        <p:tav tm="0">
                                          <p:val>
                                            <p:strVal val="#ppt_y"/>
                                          </p:val>
                                        </p:tav>
                                        <p:tav tm="100000">
                                          <p:val>
                                            <p:strVal val="#ppt_y"/>
                                          </p:val>
                                        </p:tav>
                                      </p:tavLst>
                                    </p:anim>
                                  </p:childTnLst>
                                </p:cTn>
                              </p:par>
                              <p:par>
                                <p:cTn id="68" presetID="2" presetClass="entr" presetSubtype="2" decel="100000"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anim calcmode="lin" valueType="num">
                                      <p:cBhvr additive="base">
                                        <p:cTn id="70" dur="500" fill="hold"/>
                                        <p:tgtEl>
                                          <p:spTgt spid="64"/>
                                        </p:tgtEl>
                                        <p:attrNameLst>
                                          <p:attrName>ppt_x</p:attrName>
                                        </p:attrNameLst>
                                      </p:cBhvr>
                                      <p:tavLst>
                                        <p:tav tm="0">
                                          <p:val>
                                            <p:strVal val="1+#ppt_w/2"/>
                                          </p:val>
                                        </p:tav>
                                        <p:tav tm="100000">
                                          <p:val>
                                            <p:strVal val="#ppt_x"/>
                                          </p:val>
                                        </p:tav>
                                      </p:tavLst>
                                    </p:anim>
                                    <p:anim calcmode="lin" valueType="num">
                                      <p:cBhvr additive="base">
                                        <p:cTn id="71" dur="500" fill="hold"/>
                                        <p:tgtEl>
                                          <p:spTgt spid="64"/>
                                        </p:tgtEl>
                                        <p:attrNameLst>
                                          <p:attrName>ppt_y</p:attrName>
                                        </p:attrNameLst>
                                      </p:cBhvr>
                                      <p:tavLst>
                                        <p:tav tm="0">
                                          <p:val>
                                            <p:strVal val="#ppt_y"/>
                                          </p:val>
                                        </p:tav>
                                        <p:tav tm="100000">
                                          <p:val>
                                            <p:strVal val="#ppt_y"/>
                                          </p:val>
                                        </p:tav>
                                      </p:tavLst>
                                    </p:anim>
                                  </p:childTnLst>
                                </p:cTn>
                              </p:par>
                              <p:par>
                                <p:cTn id="72" presetID="2" presetClass="entr" presetSubtype="2" decel="100000" fill="hold" grpId="0" nodeType="withEffect">
                                  <p:stCondLst>
                                    <p:cond delay="0"/>
                                  </p:stCondLst>
                                  <p:childTnLst>
                                    <p:set>
                                      <p:cBhvr>
                                        <p:cTn id="73" dur="1" fill="hold">
                                          <p:stCondLst>
                                            <p:cond delay="0"/>
                                          </p:stCondLst>
                                        </p:cTn>
                                        <p:tgtEl>
                                          <p:spTgt spid="65"/>
                                        </p:tgtEl>
                                        <p:attrNameLst>
                                          <p:attrName>style.visibility</p:attrName>
                                        </p:attrNameLst>
                                      </p:cBhvr>
                                      <p:to>
                                        <p:strVal val="visible"/>
                                      </p:to>
                                    </p:set>
                                    <p:anim calcmode="lin" valueType="num">
                                      <p:cBhvr additive="base">
                                        <p:cTn id="74" dur="500" fill="hold"/>
                                        <p:tgtEl>
                                          <p:spTgt spid="65"/>
                                        </p:tgtEl>
                                        <p:attrNameLst>
                                          <p:attrName>ppt_x</p:attrName>
                                        </p:attrNameLst>
                                      </p:cBhvr>
                                      <p:tavLst>
                                        <p:tav tm="0">
                                          <p:val>
                                            <p:strVal val="1+#ppt_w/2"/>
                                          </p:val>
                                        </p:tav>
                                        <p:tav tm="100000">
                                          <p:val>
                                            <p:strVal val="#ppt_x"/>
                                          </p:val>
                                        </p:tav>
                                      </p:tavLst>
                                    </p:anim>
                                    <p:anim calcmode="lin" valueType="num">
                                      <p:cBhvr additive="base">
                                        <p:cTn id="75" dur="500" fill="hold"/>
                                        <p:tgtEl>
                                          <p:spTgt spid="65"/>
                                        </p:tgtEl>
                                        <p:attrNameLst>
                                          <p:attrName>ppt_y</p:attrName>
                                        </p:attrNameLst>
                                      </p:cBhvr>
                                      <p:tavLst>
                                        <p:tav tm="0">
                                          <p:val>
                                            <p:strVal val="#ppt_y"/>
                                          </p:val>
                                        </p:tav>
                                        <p:tav tm="100000">
                                          <p:val>
                                            <p:strVal val="#ppt_y"/>
                                          </p:val>
                                        </p:tav>
                                      </p:tavLst>
                                    </p:anim>
                                  </p:childTnLst>
                                </p:cTn>
                              </p:par>
                              <p:par>
                                <p:cTn id="76" presetID="2" presetClass="entr" presetSubtype="2" decel="100000" fill="hold" grpId="0" nodeType="withEffect">
                                  <p:stCondLst>
                                    <p:cond delay="0"/>
                                  </p:stCondLst>
                                  <p:childTnLst>
                                    <p:set>
                                      <p:cBhvr>
                                        <p:cTn id="77" dur="1" fill="hold">
                                          <p:stCondLst>
                                            <p:cond delay="0"/>
                                          </p:stCondLst>
                                        </p:cTn>
                                        <p:tgtEl>
                                          <p:spTgt spid="66"/>
                                        </p:tgtEl>
                                        <p:attrNameLst>
                                          <p:attrName>style.visibility</p:attrName>
                                        </p:attrNameLst>
                                      </p:cBhvr>
                                      <p:to>
                                        <p:strVal val="visible"/>
                                      </p:to>
                                    </p:set>
                                    <p:anim calcmode="lin" valueType="num">
                                      <p:cBhvr additive="base">
                                        <p:cTn id="78" dur="500" fill="hold"/>
                                        <p:tgtEl>
                                          <p:spTgt spid="66"/>
                                        </p:tgtEl>
                                        <p:attrNameLst>
                                          <p:attrName>ppt_x</p:attrName>
                                        </p:attrNameLst>
                                      </p:cBhvr>
                                      <p:tavLst>
                                        <p:tav tm="0">
                                          <p:val>
                                            <p:strVal val="1+#ppt_w/2"/>
                                          </p:val>
                                        </p:tav>
                                        <p:tav tm="100000">
                                          <p:val>
                                            <p:strVal val="#ppt_x"/>
                                          </p:val>
                                        </p:tav>
                                      </p:tavLst>
                                    </p:anim>
                                    <p:anim calcmode="lin" valueType="num">
                                      <p:cBhvr additive="base">
                                        <p:cTn id="79"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2" decel="100000" fill="hold" grpId="0" nodeType="clickEffect">
                                  <p:stCondLst>
                                    <p:cond delay="0"/>
                                  </p:stCondLst>
                                  <p:childTnLst>
                                    <p:set>
                                      <p:cBhvr>
                                        <p:cTn id="83" dur="1" fill="hold">
                                          <p:stCondLst>
                                            <p:cond delay="0"/>
                                          </p:stCondLst>
                                        </p:cTn>
                                        <p:tgtEl>
                                          <p:spTgt spid="44"/>
                                        </p:tgtEl>
                                        <p:attrNameLst>
                                          <p:attrName>style.visibility</p:attrName>
                                        </p:attrNameLst>
                                      </p:cBhvr>
                                      <p:to>
                                        <p:strVal val="visible"/>
                                      </p:to>
                                    </p:set>
                                    <p:anim calcmode="lin" valueType="num">
                                      <p:cBhvr additive="base">
                                        <p:cTn id="84" dur="500" fill="hold"/>
                                        <p:tgtEl>
                                          <p:spTgt spid="44"/>
                                        </p:tgtEl>
                                        <p:attrNameLst>
                                          <p:attrName>ppt_x</p:attrName>
                                        </p:attrNameLst>
                                      </p:cBhvr>
                                      <p:tavLst>
                                        <p:tav tm="0">
                                          <p:val>
                                            <p:strVal val="1+#ppt_w/2"/>
                                          </p:val>
                                        </p:tav>
                                        <p:tav tm="100000">
                                          <p:val>
                                            <p:strVal val="#ppt_x"/>
                                          </p:val>
                                        </p:tav>
                                      </p:tavLst>
                                    </p:anim>
                                    <p:anim calcmode="lin" valueType="num">
                                      <p:cBhvr additive="base">
                                        <p:cTn id="85" dur="500" fill="hold"/>
                                        <p:tgtEl>
                                          <p:spTgt spid="44"/>
                                        </p:tgtEl>
                                        <p:attrNameLst>
                                          <p:attrName>ppt_y</p:attrName>
                                        </p:attrNameLst>
                                      </p:cBhvr>
                                      <p:tavLst>
                                        <p:tav tm="0">
                                          <p:val>
                                            <p:strVal val="#ppt_y"/>
                                          </p:val>
                                        </p:tav>
                                        <p:tav tm="100000">
                                          <p:val>
                                            <p:strVal val="#ppt_y"/>
                                          </p:val>
                                        </p:tav>
                                      </p:tavLst>
                                    </p:anim>
                                  </p:childTnLst>
                                </p:cTn>
                              </p:par>
                              <p:par>
                                <p:cTn id="86" presetID="2" presetClass="entr" presetSubtype="2" decel="100000" fill="hold" grpId="0" nodeType="withEffect">
                                  <p:stCondLst>
                                    <p:cond delay="0"/>
                                  </p:stCondLst>
                                  <p:childTnLst>
                                    <p:set>
                                      <p:cBhvr>
                                        <p:cTn id="87" dur="1" fill="hold">
                                          <p:stCondLst>
                                            <p:cond delay="0"/>
                                          </p:stCondLst>
                                        </p:cTn>
                                        <p:tgtEl>
                                          <p:spTgt spid="67"/>
                                        </p:tgtEl>
                                        <p:attrNameLst>
                                          <p:attrName>style.visibility</p:attrName>
                                        </p:attrNameLst>
                                      </p:cBhvr>
                                      <p:to>
                                        <p:strVal val="visible"/>
                                      </p:to>
                                    </p:set>
                                    <p:anim calcmode="lin" valueType="num">
                                      <p:cBhvr additive="base">
                                        <p:cTn id="88" dur="500" fill="hold"/>
                                        <p:tgtEl>
                                          <p:spTgt spid="67"/>
                                        </p:tgtEl>
                                        <p:attrNameLst>
                                          <p:attrName>ppt_x</p:attrName>
                                        </p:attrNameLst>
                                      </p:cBhvr>
                                      <p:tavLst>
                                        <p:tav tm="0">
                                          <p:val>
                                            <p:strVal val="1+#ppt_w/2"/>
                                          </p:val>
                                        </p:tav>
                                        <p:tav tm="100000">
                                          <p:val>
                                            <p:strVal val="#ppt_x"/>
                                          </p:val>
                                        </p:tav>
                                      </p:tavLst>
                                    </p:anim>
                                    <p:anim calcmode="lin" valueType="num">
                                      <p:cBhvr additive="base">
                                        <p:cTn id="89" dur="500" fill="hold"/>
                                        <p:tgtEl>
                                          <p:spTgt spid="67"/>
                                        </p:tgtEl>
                                        <p:attrNameLst>
                                          <p:attrName>ppt_y</p:attrName>
                                        </p:attrNameLst>
                                      </p:cBhvr>
                                      <p:tavLst>
                                        <p:tav tm="0">
                                          <p:val>
                                            <p:strVal val="#ppt_y"/>
                                          </p:val>
                                        </p:tav>
                                        <p:tav tm="100000">
                                          <p:val>
                                            <p:strVal val="#ppt_y"/>
                                          </p:val>
                                        </p:tav>
                                      </p:tavLst>
                                    </p:anim>
                                  </p:childTnLst>
                                </p:cTn>
                              </p:par>
                              <p:par>
                                <p:cTn id="90" presetID="2" presetClass="entr" presetSubtype="2" decel="100000" fill="hold" grpId="0" nodeType="withEffect">
                                  <p:stCondLst>
                                    <p:cond delay="0"/>
                                  </p:stCondLst>
                                  <p:childTnLst>
                                    <p:set>
                                      <p:cBhvr>
                                        <p:cTn id="91" dur="1" fill="hold">
                                          <p:stCondLst>
                                            <p:cond delay="0"/>
                                          </p:stCondLst>
                                        </p:cTn>
                                        <p:tgtEl>
                                          <p:spTgt spid="68"/>
                                        </p:tgtEl>
                                        <p:attrNameLst>
                                          <p:attrName>style.visibility</p:attrName>
                                        </p:attrNameLst>
                                      </p:cBhvr>
                                      <p:to>
                                        <p:strVal val="visible"/>
                                      </p:to>
                                    </p:set>
                                    <p:anim calcmode="lin" valueType="num">
                                      <p:cBhvr additive="base">
                                        <p:cTn id="92" dur="500" fill="hold"/>
                                        <p:tgtEl>
                                          <p:spTgt spid="68"/>
                                        </p:tgtEl>
                                        <p:attrNameLst>
                                          <p:attrName>ppt_x</p:attrName>
                                        </p:attrNameLst>
                                      </p:cBhvr>
                                      <p:tavLst>
                                        <p:tav tm="0">
                                          <p:val>
                                            <p:strVal val="1+#ppt_w/2"/>
                                          </p:val>
                                        </p:tav>
                                        <p:tav tm="100000">
                                          <p:val>
                                            <p:strVal val="#ppt_x"/>
                                          </p:val>
                                        </p:tav>
                                      </p:tavLst>
                                    </p:anim>
                                    <p:anim calcmode="lin" valueType="num">
                                      <p:cBhvr additive="base">
                                        <p:cTn id="93" dur="500" fill="hold"/>
                                        <p:tgtEl>
                                          <p:spTgt spid="68"/>
                                        </p:tgtEl>
                                        <p:attrNameLst>
                                          <p:attrName>ppt_y</p:attrName>
                                        </p:attrNameLst>
                                      </p:cBhvr>
                                      <p:tavLst>
                                        <p:tav tm="0">
                                          <p:val>
                                            <p:strVal val="#ppt_y"/>
                                          </p:val>
                                        </p:tav>
                                        <p:tav tm="100000">
                                          <p:val>
                                            <p:strVal val="#ppt_y"/>
                                          </p:val>
                                        </p:tav>
                                      </p:tavLst>
                                    </p:anim>
                                  </p:childTnLst>
                                </p:cTn>
                              </p:par>
                              <p:par>
                                <p:cTn id="94" presetID="2" presetClass="entr" presetSubtype="2" decel="100000" fill="hold" grpId="0" nodeType="withEffect">
                                  <p:stCondLst>
                                    <p:cond delay="0"/>
                                  </p:stCondLst>
                                  <p:childTnLst>
                                    <p:set>
                                      <p:cBhvr>
                                        <p:cTn id="95" dur="1" fill="hold">
                                          <p:stCondLst>
                                            <p:cond delay="0"/>
                                          </p:stCondLst>
                                        </p:cTn>
                                        <p:tgtEl>
                                          <p:spTgt spid="69"/>
                                        </p:tgtEl>
                                        <p:attrNameLst>
                                          <p:attrName>style.visibility</p:attrName>
                                        </p:attrNameLst>
                                      </p:cBhvr>
                                      <p:to>
                                        <p:strVal val="visible"/>
                                      </p:to>
                                    </p:set>
                                    <p:anim calcmode="lin" valueType="num">
                                      <p:cBhvr additive="base">
                                        <p:cTn id="96" dur="500" fill="hold"/>
                                        <p:tgtEl>
                                          <p:spTgt spid="69"/>
                                        </p:tgtEl>
                                        <p:attrNameLst>
                                          <p:attrName>ppt_x</p:attrName>
                                        </p:attrNameLst>
                                      </p:cBhvr>
                                      <p:tavLst>
                                        <p:tav tm="0">
                                          <p:val>
                                            <p:strVal val="1+#ppt_w/2"/>
                                          </p:val>
                                        </p:tav>
                                        <p:tav tm="100000">
                                          <p:val>
                                            <p:strVal val="#ppt_x"/>
                                          </p:val>
                                        </p:tav>
                                      </p:tavLst>
                                    </p:anim>
                                    <p:anim calcmode="lin" valueType="num">
                                      <p:cBhvr additive="base">
                                        <p:cTn id="97" dur="50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14" grpId="0"/>
      <p:bldP spid="15" grpId="0" build="p">
        <p:tmplLst>
          <p:tmpl lvl="1">
            <p:tnLst>
              <p:par>
                <p:cTn presetID="10"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22" grpId="0" build="p">
        <p:tmplLst>
          <p:tmpl lvl="1">
            <p:tnLst>
              <p:par>
                <p:cTn presetID="2" presetClass="entr" presetSubtype="2"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48" grpId="0" animBg="1"/>
      <p:bldP spid="45" grpId="0" animBg="1"/>
      <p:bldP spid="42" grpId="0" animBg="1"/>
      <p:bldP spid="38" grpId="0" build="p">
        <p:tmplLst>
          <p:tmpl lvl="1">
            <p:tnLst>
              <p:par>
                <p:cTn presetID="2" presetClass="entr" presetSubtype="2" decel="10000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61" grpId="0" animBg="1"/>
      <p:bldP spid="62" grpId="0">
        <p:tmplLst>
          <p:tmpl>
            <p:tnLst>
              <p:par>
                <p:cTn presetID="2" presetClass="entr" presetSubtype="2" decel="100000" fill="hold" nodeType="with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1+#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p:tmplLst>
          <p:tmpl>
            <p:tnLst>
              <p:par>
                <p:cTn presetID="2" presetClass="entr" presetSubtype="2" decel="10000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1+#ppt_w/2"/>
                          </p:val>
                        </p:tav>
                        <p:tav tm="100000">
                          <p:val>
                            <p:strVal val="#ppt_x"/>
                          </p:val>
                        </p:tav>
                      </p:tavLst>
                    </p:anim>
                    <p:anim calcmode="lin" valueType="num">
                      <p:cBhvr additive="base">
                        <p:cTn dur="500" fill="hold"/>
                        <p:tgtEl>
                          <p:spTgt spid="63"/>
                        </p:tgtEl>
                        <p:attrNameLst>
                          <p:attrName>ppt_y</p:attrName>
                        </p:attrNameLst>
                      </p:cBhvr>
                      <p:tavLst>
                        <p:tav tm="0">
                          <p:val>
                            <p:strVal val="#ppt_y"/>
                          </p:val>
                        </p:tav>
                        <p:tav tm="100000">
                          <p:val>
                            <p:strVal val="#ppt_y"/>
                          </p:val>
                        </p:tav>
                      </p:tavLst>
                    </p:anim>
                  </p:childTnLst>
                </p:cTn>
              </p:par>
            </p:tnLst>
          </p:tmpl>
        </p:tmplLst>
      </p:bldP>
      <p:bldP spid="64" grpId="0" animBg="1"/>
      <p:bldP spid="65" grpId="0">
        <p:tmplLst>
          <p:tmpl>
            <p:tnLst>
              <p:par>
                <p:cTn presetID="2" presetClass="entr" presetSubtype="2" decel="100000" fill="hold" nodeType="withEffect">
                  <p:stCondLst>
                    <p:cond delay="0"/>
                  </p:stCondLst>
                  <p:childTnLst>
                    <p:set>
                      <p:cBhvr>
                        <p:cTn dur="1" fill="hold">
                          <p:stCondLst>
                            <p:cond delay="0"/>
                          </p:stCondLst>
                        </p:cTn>
                        <p:tgtEl>
                          <p:spTgt spid="65"/>
                        </p:tgtEl>
                        <p:attrNameLst>
                          <p:attrName>style.visibility</p:attrName>
                        </p:attrNameLst>
                      </p:cBhvr>
                      <p:to>
                        <p:strVal val="visible"/>
                      </p:to>
                    </p:set>
                    <p:anim calcmode="lin" valueType="num">
                      <p:cBhvr additive="base">
                        <p:cTn dur="500" fill="hold"/>
                        <p:tgtEl>
                          <p:spTgt spid="65"/>
                        </p:tgtEl>
                        <p:attrNameLst>
                          <p:attrName>ppt_x</p:attrName>
                        </p:attrNameLst>
                      </p:cBhvr>
                      <p:tavLst>
                        <p:tav tm="0">
                          <p:val>
                            <p:strVal val="1+#ppt_w/2"/>
                          </p:val>
                        </p:tav>
                        <p:tav tm="100000">
                          <p:val>
                            <p:strVal val="#ppt_x"/>
                          </p:val>
                        </p:tav>
                      </p:tavLst>
                    </p:anim>
                    <p:anim calcmode="lin" valueType="num">
                      <p:cBhvr additive="base">
                        <p:cTn dur="500" fill="hold"/>
                        <p:tgtEl>
                          <p:spTgt spid="65"/>
                        </p:tgtEl>
                        <p:attrNameLst>
                          <p:attrName>ppt_y</p:attrName>
                        </p:attrNameLst>
                      </p:cBhvr>
                      <p:tavLst>
                        <p:tav tm="0">
                          <p:val>
                            <p:strVal val="#ppt_y"/>
                          </p:val>
                        </p:tav>
                        <p:tav tm="100000">
                          <p:val>
                            <p:strVal val="#ppt_y"/>
                          </p:val>
                        </p:tav>
                      </p:tavLst>
                    </p:anim>
                  </p:childTnLst>
                </p:cTn>
              </p:par>
            </p:tnLst>
          </p:tmpl>
        </p:tmplLst>
      </p:bldP>
      <p:bldP spid="66" grpId="0">
        <p:tmplLst>
          <p:tmpl>
            <p:tnLst>
              <p:par>
                <p:cTn presetID="2" presetClass="entr" presetSubtype="2" decel="10000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500" fill="hold"/>
                        <p:tgtEl>
                          <p:spTgt spid="66"/>
                        </p:tgtEl>
                        <p:attrNameLst>
                          <p:attrName>ppt_x</p:attrName>
                        </p:attrNameLst>
                      </p:cBhvr>
                      <p:tavLst>
                        <p:tav tm="0">
                          <p:val>
                            <p:strVal val="1+#ppt_w/2"/>
                          </p:val>
                        </p:tav>
                        <p:tav tm="100000">
                          <p:val>
                            <p:strVal val="#ppt_x"/>
                          </p:val>
                        </p:tav>
                      </p:tavLst>
                    </p:anim>
                    <p:anim calcmode="lin" valueType="num">
                      <p:cBhvr additive="base">
                        <p:cTn dur="500" fill="hold"/>
                        <p:tgtEl>
                          <p:spTgt spid="66"/>
                        </p:tgtEl>
                        <p:attrNameLst>
                          <p:attrName>ppt_y</p:attrName>
                        </p:attrNameLst>
                      </p:cBhvr>
                      <p:tavLst>
                        <p:tav tm="0">
                          <p:val>
                            <p:strVal val="#ppt_y"/>
                          </p:val>
                        </p:tav>
                        <p:tav tm="100000">
                          <p:val>
                            <p:strVal val="#ppt_y"/>
                          </p:val>
                        </p:tav>
                      </p:tavLst>
                    </p:anim>
                  </p:childTnLst>
                </p:cTn>
              </p:par>
            </p:tnLst>
          </p:tmpl>
        </p:tmplLst>
      </p:bldP>
      <p:bldP spid="21" grpId="0" animBg="1"/>
      <p:bldP spid="37" grpId="0" animBg="1"/>
      <p:bldP spid="40" grpId="0" animBg="1"/>
      <p:bldP spid="67" grpId="0" animBg="1"/>
      <p:bldP spid="68" grpId="0">
        <p:tmplLst>
          <p:tmpl>
            <p:tnLst>
              <p:par>
                <p:cTn presetID="2" presetClass="entr" presetSubtype="2" decel="100000" fill="hold" nodeType="withEffect">
                  <p:stCondLst>
                    <p:cond delay="0"/>
                  </p:stCondLst>
                  <p:childTnLst>
                    <p:set>
                      <p:cBhvr>
                        <p:cTn dur="1" fill="hold">
                          <p:stCondLst>
                            <p:cond delay="0"/>
                          </p:stCondLst>
                        </p:cTn>
                        <p:tgtEl>
                          <p:spTgt spid="68"/>
                        </p:tgtEl>
                        <p:attrNameLst>
                          <p:attrName>style.visibility</p:attrName>
                        </p:attrNameLst>
                      </p:cBhvr>
                      <p:to>
                        <p:strVal val="visible"/>
                      </p:to>
                    </p:set>
                    <p:anim calcmode="lin" valueType="num">
                      <p:cBhvr additive="base">
                        <p:cTn dur="500" fill="hold"/>
                        <p:tgtEl>
                          <p:spTgt spid="68"/>
                        </p:tgtEl>
                        <p:attrNameLst>
                          <p:attrName>ppt_x</p:attrName>
                        </p:attrNameLst>
                      </p:cBhvr>
                      <p:tavLst>
                        <p:tav tm="0">
                          <p:val>
                            <p:strVal val="1+#ppt_w/2"/>
                          </p:val>
                        </p:tav>
                        <p:tav tm="100000">
                          <p:val>
                            <p:strVal val="#ppt_x"/>
                          </p:val>
                        </p:tav>
                      </p:tavLst>
                    </p:anim>
                    <p:anim calcmode="lin" valueType="num">
                      <p:cBhvr additive="base">
                        <p:cTn dur="500" fill="hold"/>
                        <p:tgtEl>
                          <p:spTgt spid="68"/>
                        </p:tgtEl>
                        <p:attrNameLst>
                          <p:attrName>ppt_y</p:attrName>
                        </p:attrNameLst>
                      </p:cBhvr>
                      <p:tavLst>
                        <p:tav tm="0">
                          <p:val>
                            <p:strVal val="#ppt_y"/>
                          </p:val>
                        </p:tav>
                        <p:tav tm="100000">
                          <p:val>
                            <p:strVal val="#ppt_y"/>
                          </p:val>
                        </p:tav>
                      </p:tavLst>
                    </p:anim>
                  </p:childTnLst>
                </p:cTn>
              </p:par>
            </p:tnLst>
          </p:tmpl>
        </p:tmplLst>
      </p:bldP>
      <p:bldP spid="69" grpId="0">
        <p:tmplLst>
          <p:tmpl>
            <p:tnLst>
              <p:par>
                <p:cTn presetID="2" presetClass="entr" presetSubtype="2" decel="10000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fill="hold"/>
                        <p:tgtEl>
                          <p:spTgt spid="69"/>
                        </p:tgtEl>
                        <p:attrNameLst>
                          <p:attrName>ppt_x</p:attrName>
                        </p:attrNameLst>
                      </p:cBhvr>
                      <p:tavLst>
                        <p:tav tm="0">
                          <p:val>
                            <p:strVal val="1+#ppt_w/2"/>
                          </p:val>
                        </p:tav>
                        <p:tav tm="100000">
                          <p:val>
                            <p:strVal val="#ppt_x"/>
                          </p:val>
                        </p:tav>
                      </p:tavLst>
                    </p:anim>
                    <p:anim calcmode="lin" valueType="num">
                      <p:cBhvr additive="base">
                        <p:cTn dur="500" fill="hold"/>
                        <p:tgtEl>
                          <p:spTgt spid="69"/>
                        </p:tgtEl>
                        <p:attrNameLst>
                          <p:attrName>ppt_y</p:attrName>
                        </p:attrNameLst>
                      </p:cBhvr>
                      <p:tavLst>
                        <p:tav tm="0">
                          <p:val>
                            <p:strVal val="#ppt_y"/>
                          </p:val>
                        </p:tav>
                        <p:tav tm="100000">
                          <p:val>
                            <p:strVal val="#ppt_y"/>
                          </p:val>
                        </p:tav>
                      </p:tavLst>
                    </p:anim>
                  </p:childTnLst>
                </p:cTn>
              </p:par>
            </p:tnLst>
          </p:tmpl>
        </p:tmplLst>
      </p:bldP>
      <p:bldP spid="44"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Poin Square">
    <p:spTree>
      <p:nvGrpSpPr>
        <p:cNvPr id="1" name=""/>
        <p:cNvGrpSpPr/>
        <p:nvPr/>
      </p:nvGrpSpPr>
      <p:grpSpPr>
        <a:xfrm>
          <a:off x="0" y="0"/>
          <a:ext cx="0" cy="0"/>
          <a:chOff x="0" y="0"/>
          <a:chExt cx="0" cy="0"/>
        </a:xfrm>
      </p:grpSpPr>
      <p:pic>
        <p:nvPicPr>
          <p:cNvPr id="11" name="Picture 4">
            <a:extLst>
              <a:ext uri="{FF2B5EF4-FFF2-40B4-BE49-F238E27FC236}">
                <a16:creationId xmlns:a16="http://schemas.microsoft.com/office/drawing/2014/main" id="{F1E532C5-D060-480C-9873-F732756AB089}"/>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1585" y="-445"/>
            <a:ext cx="12193584" cy="685889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281143FA-09F9-48E1-B66C-0D44D997CF94}"/>
              </a:ext>
            </a:extLst>
          </p:cNvPr>
          <p:cNvSpPr/>
          <p:nvPr userDrawn="1"/>
        </p:nvSpPr>
        <p:spPr>
          <a:xfrm>
            <a:off x="0" y="0"/>
            <a:ext cx="12192000" cy="6858000"/>
          </a:xfrm>
          <a:prstGeom prst="rect">
            <a:avLst/>
          </a:prstGeom>
          <a:solidFill>
            <a:schemeClr val="bg1">
              <a:alpha val="9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D4F7DD61-EE2B-4226-A046-B9E000D145E1}"/>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771B6316-7874-4BDC-BD21-7CBCC88D0B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8C9F92-4BCC-4F3B-A2E9-9F22D98B042E}"/>
              </a:ext>
            </a:extLst>
          </p:cNvPr>
          <p:cNvSpPr>
            <a:spLocks noGrp="1"/>
          </p:cNvSpPr>
          <p:nvPr>
            <p:ph type="sldNum" sz="quarter" idx="12"/>
          </p:nvPr>
        </p:nvSpPr>
        <p:spPr/>
        <p:txBody>
          <a:bodyPr/>
          <a:lstStyle/>
          <a:p>
            <a:fld id="{4839939F-AE78-4021-9750-CF0C87105817}" type="slidenum">
              <a:rPr lang="en-US" smtClean="0"/>
              <a:t>‹#›</a:t>
            </a:fld>
            <a:endParaRPr lang="en-US"/>
          </a:p>
        </p:txBody>
      </p:sp>
      <p:grpSp>
        <p:nvGrpSpPr>
          <p:cNvPr id="10" name="Group 9">
            <a:extLst>
              <a:ext uri="{FF2B5EF4-FFF2-40B4-BE49-F238E27FC236}">
                <a16:creationId xmlns:a16="http://schemas.microsoft.com/office/drawing/2014/main" id="{76C9627A-7217-4176-94F0-6016BA4C5039}"/>
              </a:ext>
            </a:extLst>
          </p:cNvPr>
          <p:cNvGrpSpPr/>
          <p:nvPr userDrawn="1"/>
        </p:nvGrpSpPr>
        <p:grpSpPr>
          <a:xfrm>
            <a:off x="8583820" y="0"/>
            <a:ext cx="3608180" cy="4064000"/>
            <a:chOff x="8583820" y="0"/>
            <a:chExt cx="3608180" cy="4064000"/>
          </a:xfrm>
        </p:grpSpPr>
        <p:sp>
          <p:nvSpPr>
            <p:cNvPr id="7" name="Freeform: Shape 6">
              <a:extLst>
                <a:ext uri="{FF2B5EF4-FFF2-40B4-BE49-F238E27FC236}">
                  <a16:creationId xmlns:a16="http://schemas.microsoft.com/office/drawing/2014/main" id="{541960DF-7003-463A-B450-60BC231A55C5}"/>
                </a:ext>
              </a:extLst>
            </p:cNvPr>
            <p:cNvSpPr/>
            <p:nvPr userDrawn="1"/>
          </p:nvSpPr>
          <p:spPr>
            <a:xfrm>
              <a:off x="8583820" y="0"/>
              <a:ext cx="3608180" cy="4064000"/>
            </a:xfrm>
            <a:custGeom>
              <a:avLst/>
              <a:gdLst>
                <a:gd name="connsiteX0" fmla="*/ 0 w 3608180"/>
                <a:gd name="connsiteY0" fmla="*/ 0 h 4064000"/>
                <a:gd name="connsiteX1" fmla="*/ 3608180 w 3608180"/>
                <a:gd name="connsiteY1" fmla="*/ 0 h 4064000"/>
                <a:gd name="connsiteX2" fmla="*/ 3608180 w 3608180"/>
                <a:gd name="connsiteY2" fmla="*/ 4064000 h 4064000"/>
                <a:gd name="connsiteX3" fmla="*/ 3607224 w 3608180"/>
                <a:gd name="connsiteY3" fmla="*/ 4064000 h 4064000"/>
                <a:gd name="connsiteX4" fmla="*/ 3607224 w 3608180"/>
                <a:gd name="connsiteY4" fmla="*/ 3625736 h 4064000"/>
                <a:gd name="connsiteX5" fmla="*/ 2545087 w 3608180"/>
                <a:gd name="connsiteY5" fmla="*/ 1061621 h 4064000"/>
                <a:gd name="connsiteX6" fmla="*/ 160758 w 3608180"/>
                <a:gd name="connsiteY6" fmla="*/ 3984 h 4064000"/>
                <a:gd name="connsiteX7" fmla="*/ 0 w 3608180"/>
                <a:gd name="connsiteY7" fmla="*/ 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180" h="4064000">
                  <a:moveTo>
                    <a:pt x="0" y="0"/>
                  </a:moveTo>
                  <a:lnTo>
                    <a:pt x="3608180" y="0"/>
                  </a:lnTo>
                  <a:lnTo>
                    <a:pt x="3608180" y="4064000"/>
                  </a:lnTo>
                  <a:lnTo>
                    <a:pt x="3607224" y="4064000"/>
                  </a:lnTo>
                  <a:lnTo>
                    <a:pt x="3607224" y="3625736"/>
                  </a:lnTo>
                  <a:cubicBezTo>
                    <a:pt x="3607224" y="2664001"/>
                    <a:pt x="3225212" y="1741662"/>
                    <a:pt x="2545087" y="1061621"/>
                  </a:cubicBezTo>
                  <a:cubicBezTo>
                    <a:pt x="1907472" y="424083"/>
                    <a:pt x="1057151" y="48448"/>
                    <a:pt x="160758" y="3984"/>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Graphic 8">
              <a:extLst>
                <a:ext uri="{FF2B5EF4-FFF2-40B4-BE49-F238E27FC236}">
                  <a16:creationId xmlns:a16="http://schemas.microsoft.com/office/drawing/2014/main" id="{4E5797A5-71EA-435A-93B3-D323F6A4271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11255873" y="177800"/>
              <a:ext cx="814048" cy="814050"/>
            </a:xfrm>
            <a:prstGeom prst="rect">
              <a:avLst/>
            </a:prstGeom>
          </p:spPr>
        </p:pic>
      </p:grpSp>
      <p:sp>
        <p:nvSpPr>
          <p:cNvPr id="14" name="Title 1">
            <a:extLst>
              <a:ext uri="{FF2B5EF4-FFF2-40B4-BE49-F238E27FC236}">
                <a16:creationId xmlns:a16="http://schemas.microsoft.com/office/drawing/2014/main" id="{BFAAFCE0-8526-40DA-9EEB-725970D51C47}"/>
              </a:ext>
            </a:extLst>
          </p:cNvPr>
          <p:cNvSpPr>
            <a:spLocks noGrp="1"/>
          </p:cNvSpPr>
          <p:nvPr>
            <p:ph type="title" hasCustomPrompt="1"/>
          </p:nvPr>
        </p:nvSpPr>
        <p:spPr>
          <a:xfrm>
            <a:off x="632731" y="505767"/>
            <a:ext cx="10860769" cy="553998"/>
          </a:xfrm>
        </p:spPr>
        <p:txBody>
          <a:bodyPr lIns="0" tIns="0" rIns="0" bIns="0">
            <a:normAutofit/>
          </a:bodyPr>
          <a:lstStyle>
            <a:lvl1pPr>
              <a:defRPr sz="4000">
                <a:solidFill>
                  <a:schemeClr val="accent1"/>
                </a:solidFill>
              </a:defRPr>
            </a:lvl1pPr>
          </a:lstStyle>
          <a:p>
            <a:r>
              <a:rPr lang="en-US"/>
              <a:t>Slide 3 Poin dengan Gambar Square</a:t>
            </a:r>
          </a:p>
        </p:txBody>
      </p:sp>
      <p:sp>
        <p:nvSpPr>
          <p:cNvPr id="15" name="Text Placeholder 8">
            <a:extLst>
              <a:ext uri="{FF2B5EF4-FFF2-40B4-BE49-F238E27FC236}">
                <a16:creationId xmlns:a16="http://schemas.microsoft.com/office/drawing/2014/main" id="{5F599F16-EBFE-4565-8534-CD3612661F89}"/>
              </a:ext>
            </a:extLst>
          </p:cNvPr>
          <p:cNvSpPr>
            <a:spLocks noGrp="1"/>
          </p:cNvSpPr>
          <p:nvPr>
            <p:ph type="body" sz="quarter" idx="13" hasCustomPrompt="1"/>
          </p:nvPr>
        </p:nvSpPr>
        <p:spPr>
          <a:xfrm>
            <a:off x="632731" y="1133632"/>
            <a:ext cx="10860769" cy="387798"/>
          </a:xfrm>
        </p:spPr>
        <p:txBody>
          <a:bodyPr lIns="0" tIns="0" rIns="0" bIns="0">
            <a:normAutofit/>
          </a:bodyPr>
          <a:lstStyle>
            <a:lvl1pPr>
              <a:buNone/>
              <a:defRPr sz="2800"/>
            </a:lvl1pPr>
            <a:lvl2pPr>
              <a:buNone/>
              <a:defRPr/>
            </a:lvl2pPr>
            <a:lvl3pPr>
              <a:buNone/>
              <a:defRPr/>
            </a:lvl3pPr>
            <a:lvl4pPr>
              <a:buNone/>
              <a:defRPr/>
            </a:lvl4pPr>
            <a:lvl5pPr>
              <a:buNone/>
              <a:defRPr/>
            </a:lvl5pPr>
          </a:lstStyle>
          <a:p>
            <a:pPr lvl="0"/>
            <a:r>
              <a:rPr lang="en-US"/>
              <a:t>Poin – poin penting penelitian</a:t>
            </a:r>
          </a:p>
        </p:txBody>
      </p:sp>
      <p:sp>
        <p:nvSpPr>
          <p:cNvPr id="2" name="Graphic 16">
            <a:extLst>
              <a:ext uri="{FF2B5EF4-FFF2-40B4-BE49-F238E27FC236}">
                <a16:creationId xmlns:a16="http://schemas.microsoft.com/office/drawing/2014/main" id="{EE559955-155D-48D1-B7AC-B96632BBF988}"/>
              </a:ext>
            </a:extLst>
          </p:cNvPr>
          <p:cNvSpPr/>
          <p:nvPr/>
        </p:nvSpPr>
        <p:spPr>
          <a:xfrm>
            <a:off x="923237" y="2759928"/>
            <a:ext cx="2798135" cy="3433385"/>
          </a:xfrm>
          <a:custGeom>
            <a:avLst/>
            <a:gdLst>
              <a:gd name="connsiteX0" fmla="*/ 2797179 w 2798135"/>
              <a:gd name="connsiteY0" fmla="*/ 1385909 h 3433385"/>
              <a:gd name="connsiteX1" fmla="*/ 2391108 w 2798135"/>
              <a:gd name="connsiteY1" fmla="*/ 405610 h 3433385"/>
              <a:gd name="connsiteX2" fmla="*/ 1410786 w 2798135"/>
              <a:gd name="connsiteY2" fmla="*/ -445 h 3433385"/>
              <a:gd name="connsiteX3" fmla="*/ 208709 w 2798135"/>
              <a:gd name="connsiteY3" fmla="*/ -445 h 3433385"/>
              <a:gd name="connsiteX4" fmla="*/ 60456 w 2798135"/>
              <a:gd name="connsiteY4" fmla="*/ 60963 h 3433385"/>
              <a:gd name="connsiteX5" fmla="*/ -957 w 2798135"/>
              <a:gd name="connsiteY5" fmla="*/ 209225 h 3433385"/>
              <a:gd name="connsiteX6" fmla="*/ -957 w 2798135"/>
              <a:gd name="connsiteY6" fmla="*/ 3223386 h 3433385"/>
              <a:gd name="connsiteX7" fmla="*/ 208591 w 2798135"/>
              <a:gd name="connsiteY7" fmla="*/ 3432941 h 3433385"/>
              <a:gd name="connsiteX8" fmla="*/ 2587660 w 2798135"/>
              <a:gd name="connsiteY8" fmla="*/ 3432941 h 3433385"/>
              <a:gd name="connsiteX9" fmla="*/ 2797179 w 2798135"/>
              <a:gd name="connsiteY9" fmla="*/ 3223386 h 3433385"/>
              <a:gd name="connsiteX10" fmla="*/ 2797179 w 2798135"/>
              <a:gd name="connsiteY10" fmla="*/ 1385909 h 343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8135" h="3433385">
                <a:moveTo>
                  <a:pt x="2797179" y="1385909"/>
                </a:moveTo>
                <a:cubicBezTo>
                  <a:pt x="2797179" y="1018223"/>
                  <a:pt x="2651130" y="665599"/>
                  <a:pt x="2391108" y="405610"/>
                </a:cubicBezTo>
                <a:cubicBezTo>
                  <a:pt x="2131086" y="145620"/>
                  <a:pt x="1778541" y="-445"/>
                  <a:pt x="1410786" y="-445"/>
                </a:cubicBezTo>
                <a:lnTo>
                  <a:pt x="208709" y="-445"/>
                </a:lnTo>
                <a:cubicBezTo>
                  <a:pt x="153107" y="-445"/>
                  <a:pt x="99776" y="21644"/>
                  <a:pt x="60456" y="60963"/>
                </a:cubicBezTo>
                <a:cubicBezTo>
                  <a:pt x="21136" y="100282"/>
                  <a:pt x="-957" y="153616"/>
                  <a:pt x="-957" y="209225"/>
                </a:cubicBezTo>
                <a:cubicBezTo>
                  <a:pt x="-957" y="822780"/>
                  <a:pt x="-957" y="2609975"/>
                  <a:pt x="-957" y="3223386"/>
                </a:cubicBezTo>
                <a:cubicBezTo>
                  <a:pt x="-957" y="3339116"/>
                  <a:pt x="92864" y="3432941"/>
                  <a:pt x="208591" y="3432941"/>
                </a:cubicBezTo>
                <a:lnTo>
                  <a:pt x="2587660" y="3432941"/>
                </a:lnTo>
                <a:cubicBezTo>
                  <a:pt x="2703387" y="3432941"/>
                  <a:pt x="2797179" y="3339116"/>
                  <a:pt x="2797179" y="3223386"/>
                </a:cubicBezTo>
                <a:lnTo>
                  <a:pt x="2797179" y="1385909"/>
                </a:lnTo>
                <a:close/>
              </a:path>
            </a:pathLst>
          </a:custGeom>
          <a:solidFill>
            <a:schemeClr val="bg1">
              <a:lumMod val="95000"/>
            </a:schemeClr>
          </a:solidFill>
          <a:ln w="9674" cap="flat">
            <a:noFill/>
            <a:prstDash val="solid"/>
            <a:round/>
          </a:ln>
        </p:spPr>
        <p:txBody>
          <a:bodyPr rtlCol="0" anchor="ctr"/>
          <a:lstStyle/>
          <a:p>
            <a:endParaRPr lang="en-US"/>
          </a:p>
        </p:txBody>
      </p:sp>
      <p:sp>
        <p:nvSpPr>
          <p:cNvPr id="6" name="Graphic 25">
            <a:extLst>
              <a:ext uri="{FF2B5EF4-FFF2-40B4-BE49-F238E27FC236}">
                <a16:creationId xmlns:a16="http://schemas.microsoft.com/office/drawing/2014/main" id="{BBDF540D-681F-43FB-8F0C-36029C43E3A0}"/>
              </a:ext>
            </a:extLst>
          </p:cNvPr>
          <p:cNvSpPr/>
          <p:nvPr/>
        </p:nvSpPr>
        <p:spPr>
          <a:xfrm>
            <a:off x="4695827" y="2759928"/>
            <a:ext cx="2798135" cy="3433385"/>
          </a:xfrm>
          <a:custGeom>
            <a:avLst/>
            <a:gdLst>
              <a:gd name="connsiteX0" fmla="*/ 2797179 w 2798135"/>
              <a:gd name="connsiteY0" fmla="*/ 1385909 h 3433385"/>
              <a:gd name="connsiteX1" fmla="*/ 2391108 w 2798135"/>
              <a:gd name="connsiteY1" fmla="*/ 405610 h 3433385"/>
              <a:gd name="connsiteX2" fmla="*/ 1410786 w 2798135"/>
              <a:gd name="connsiteY2" fmla="*/ -445 h 3433385"/>
              <a:gd name="connsiteX3" fmla="*/ 208709 w 2798135"/>
              <a:gd name="connsiteY3" fmla="*/ -445 h 3433385"/>
              <a:gd name="connsiteX4" fmla="*/ 60456 w 2798135"/>
              <a:gd name="connsiteY4" fmla="*/ 60963 h 3433385"/>
              <a:gd name="connsiteX5" fmla="*/ -957 w 2798135"/>
              <a:gd name="connsiteY5" fmla="*/ 209225 h 3433385"/>
              <a:gd name="connsiteX6" fmla="*/ -957 w 2798135"/>
              <a:gd name="connsiteY6" fmla="*/ 3223386 h 3433385"/>
              <a:gd name="connsiteX7" fmla="*/ 208591 w 2798135"/>
              <a:gd name="connsiteY7" fmla="*/ 3432941 h 3433385"/>
              <a:gd name="connsiteX8" fmla="*/ 2587660 w 2798135"/>
              <a:gd name="connsiteY8" fmla="*/ 3432941 h 3433385"/>
              <a:gd name="connsiteX9" fmla="*/ 2797179 w 2798135"/>
              <a:gd name="connsiteY9" fmla="*/ 3223386 h 3433385"/>
              <a:gd name="connsiteX10" fmla="*/ 2797179 w 2798135"/>
              <a:gd name="connsiteY10" fmla="*/ 1385909 h 343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8135" h="3433385">
                <a:moveTo>
                  <a:pt x="2797179" y="1385909"/>
                </a:moveTo>
                <a:cubicBezTo>
                  <a:pt x="2797179" y="1018223"/>
                  <a:pt x="2651130" y="665599"/>
                  <a:pt x="2391108" y="405610"/>
                </a:cubicBezTo>
                <a:cubicBezTo>
                  <a:pt x="2131086" y="145620"/>
                  <a:pt x="1778541" y="-445"/>
                  <a:pt x="1410786" y="-445"/>
                </a:cubicBezTo>
                <a:lnTo>
                  <a:pt x="208709" y="-445"/>
                </a:lnTo>
                <a:cubicBezTo>
                  <a:pt x="153107" y="-445"/>
                  <a:pt x="99776" y="21644"/>
                  <a:pt x="60456" y="60963"/>
                </a:cubicBezTo>
                <a:cubicBezTo>
                  <a:pt x="21136" y="100282"/>
                  <a:pt x="-957" y="153616"/>
                  <a:pt x="-957" y="209225"/>
                </a:cubicBezTo>
                <a:cubicBezTo>
                  <a:pt x="-957" y="822780"/>
                  <a:pt x="-957" y="2609975"/>
                  <a:pt x="-957" y="3223386"/>
                </a:cubicBezTo>
                <a:cubicBezTo>
                  <a:pt x="-957" y="3339116"/>
                  <a:pt x="92864" y="3432941"/>
                  <a:pt x="208591" y="3432941"/>
                </a:cubicBezTo>
                <a:lnTo>
                  <a:pt x="2587660" y="3432941"/>
                </a:lnTo>
                <a:cubicBezTo>
                  <a:pt x="2703387" y="3432941"/>
                  <a:pt x="2797179" y="3339116"/>
                  <a:pt x="2797179" y="3223386"/>
                </a:cubicBezTo>
                <a:lnTo>
                  <a:pt x="2797179" y="1385909"/>
                </a:lnTo>
                <a:close/>
              </a:path>
            </a:pathLst>
          </a:custGeom>
          <a:solidFill>
            <a:schemeClr val="bg1">
              <a:lumMod val="95000"/>
            </a:schemeClr>
          </a:solidFill>
          <a:ln w="9674" cap="flat">
            <a:noFill/>
            <a:prstDash val="solid"/>
            <a:round/>
          </a:ln>
        </p:spPr>
        <p:txBody>
          <a:bodyPr rtlCol="0" anchor="ctr"/>
          <a:lstStyle/>
          <a:p>
            <a:endParaRPr lang="en-US"/>
          </a:p>
        </p:txBody>
      </p:sp>
      <p:sp>
        <p:nvSpPr>
          <p:cNvPr id="8" name="Graphic 29">
            <a:extLst>
              <a:ext uri="{FF2B5EF4-FFF2-40B4-BE49-F238E27FC236}">
                <a16:creationId xmlns:a16="http://schemas.microsoft.com/office/drawing/2014/main" id="{9D8609B7-4C0B-47E9-A119-302AF569BE05}"/>
              </a:ext>
            </a:extLst>
          </p:cNvPr>
          <p:cNvSpPr/>
          <p:nvPr/>
        </p:nvSpPr>
        <p:spPr>
          <a:xfrm>
            <a:off x="8468417" y="2759928"/>
            <a:ext cx="2798135" cy="3433385"/>
          </a:xfrm>
          <a:custGeom>
            <a:avLst/>
            <a:gdLst>
              <a:gd name="connsiteX0" fmla="*/ 2797179 w 2798135"/>
              <a:gd name="connsiteY0" fmla="*/ 1385909 h 3433385"/>
              <a:gd name="connsiteX1" fmla="*/ 2391108 w 2798135"/>
              <a:gd name="connsiteY1" fmla="*/ 405610 h 3433385"/>
              <a:gd name="connsiteX2" fmla="*/ 1410786 w 2798135"/>
              <a:gd name="connsiteY2" fmla="*/ -445 h 3433385"/>
              <a:gd name="connsiteX3" fmla="*/ 208709 w 2798135"/>
              <a:gd name="connsiteY3" fmla="*/ -445 h 3433385"/>
              <a:gd name="connsiteX4" fmla="*/ 60456 w 2798135"/>
              <a:gd name="connsiteY4" fmla="*/ 60963 h 3433385"/>
              <a:gd name="connsiteX5" fmla="*/ -957 w 2798135"/>
              <a:gd name="connsiteY5" fmla="*/ 209225 h 3433385"/>
              <a:gd name="connsiteX6" fmla="*/ -957 w 2798135"/>
              <a:gd name="connsiteY6" fmla="*/ 3223386 h 3433385"/>
              <a:gd name="connsiteX7" fmla="*/ 208591 w 2798135"/>
              <a:gd name="connsiteY7" fmla="*/ 3432941 h 3433385"/>
              <a:gd name="connsiteX8" fmla="*/ 2587660 w 2798135"/>
              <a:gd name="connsiteY8" fmla="*/ 3432941 h 3433385"/>
              <a:gd name="connsiteX9" fmla="*/ 2797179 w 2798135"/>
              <a:gd name="connsiteY9" fmla="*/ 3223386 h 3433385"/>
              <a:gd name="connsiteX10" fmla="*/ 2797179 w 2798135"/>
              <a:gd name="connsiteY10" fmla="*/ 1385909 h 343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98135" h="3433385">
                <a:moveTo>
                  <a:pt x="2797179" y="1385909"/>
                </a:moveTo>
                <a:cubicBezTo>
                  <a:pt x="2797179" y="1018223"/>
                  <a:pt x="2651130" y="665599"/>
                  <a:pt x="2391108" y="405610"/>
                </a:cubicBezTo>
                <a:cubicBezTo>
                  <a:pt x="2131086" y="145620"/>
                  <a:pt x="1778541" y="-445"/>
                  <a:pt x="1410786" y="-445"/>
                </a:cubicBezTo>
                <a:lnTo>
                  <a:pt x="208709" y="-445"/>
                </a:lnTo>
                <a:cubicBezTo>
                  <a:pt x="153107" y="-445"/>
                  <a:pt x="99776" y="21644"/>
                  <a:pt x="60456" y="60963"/>
                </a:cubicBezTo>
                <a:cubicBezTo>
                  <a:pt x="21136" y="100282"/>
                  <a:pt x="-957" y="153616"/>
                  <a:pt x="-957" y="209225"/>
                </a:cubicBezTo>
                <a:cubicBezTo>
                  <a:pt x="-957" y="822780"/>
                  <a:pt x="-957" y="2609975"/>
                  <a:pt x="-957" y="3223386"/>
                </a:cubicBezTo>
                <a:cubicBezTo>
                  <a:pt x="-957" y="3339116"/>
                  <a:pt x="92864" y="3432941"/>
                  <a:pt x="208591" y="3432941"/>
                </a:cubicBezTo>
                <a:lnTo>
                  <a:pt x="2587660" y="3432941"/>
                </a:lnTo>
                <a:cubicBezTo>
                  <a:pt x="2703387" y="3432941"/>
                  <a:pt x="2797179" y="3339116"/>
                  <a:pt x="2797179" y="3223386"/>
                </a:cubicBezTo>
                <a:lnTo>
                  <a:pt x="2797179" y="1385909"/>
                </a:lnTo>
                <a:close/>
              </a:path>
            </a:pathLst>
          </a:custGeom>
          <a:solidFill>
            <a:schemeClr val="bg1">
              <a:lumMod val="95000"/>
            </a:schemeClr>
          </a:solidFill>
          <a:ln w="9674" cap="flat">
            <a:noFill/>
            <a:prstDash val="solid"/>
            <a:round/>
          </a:ln>
        </p:spPr>
        <p:txBody>
          <a:bodyPr rtlCol="0" anchor="ctr"/>
          <a:lstStyle/>
          <a:p>
            <a:endParaRPr lang="en-US"/>
          </a:p>
        </p:txBody>
      </p:sp>
      <p:sp>
        <p:nvSpPr>
          <p:cNvPr id="20" name="Text Placeholder 8">
            <a:extLst>
              <a:ext uri="{FF2B5EF4-FFF2-40B4-BE49-F238E27FC236}">
                <a16:creationId xmlns:a16="http://schemas.microsoft.com/office/drawing/2014/main" id="{273AB3CA-145F-4DA6-ADFC-02310BB8F644}"/>
              </a:ext>
            </a:extLst>
          </p:cNvPr>
          <p:cNvSpPr>
            <a:spLocks noGrp="1"/>
          </p:cNvSpPr>
          <p:nvPr>
            <p:ph type="body" sz="quarter" idx="14" hasCustomPrompt="1"/>
          </p:nvPr>
        </p:nvSpPr>
        <p:spPr>
          <a:xfrm>
            <a:off x="1235205" y="3989056"/>
            <a:ext cx="2176411" cy="664797"/>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1</a:t>
            </a:r>
          </a:p>
        </p:txBody>
      </p:sp>
      <p:sp>
        <p:nvSpPr>
          <p:cNvPr id="21" name="Text Placeholder 8">
            <a:extLst>
              <a:ext uri="{FF2B5EF4-FFF2-40B4-BE49-F238E27FC236}">
                <a16:creationId xmlns:a16="http://schemas.microsoft.com/office/drawing/2014/main" id="{C59A6786-BC9B-48C1-A5A2-6E12C7A40088}"/>
              </a:ext>
            </a:extLst>
          </p:cNvPr>
          <p:cNvSpPr>
            <a:spLocks noGrp="1"/>
          </p:cNvSpPr>
          <p:nvPr>
            <p:ph type="body" sz="quarter" idx="15" hasCustomPrompt="1"/>
          </p:nvPr>
        </p:nvSpPr>
        <p:spPr>
          <a:xfrm>
            <a:off x="1235205" y="4824252"/>
            <a:ext cx="2176411"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1   (3 baris)</a:t>
            </a:r>
          </a:p>
        </p:txBody>
      </p:sp>
      <p:sp>
        <p:nvSpPr>
          <p:cNvPr id="25" name="Picture Placeholder 22">
            <a:extLst>
              <a:ext uri="{FF2B5EF4-FFF2-40B4-BE49-F238E27FC236}">
                <a16:creationId xmlns:a16="http://schemas.microsoft.com/office/drawing/2014/main" id="{24F3EA91-DE32-4ADB-96D4-D186C1409E27}"/>
              </a:ext>
            </a:extLst>
          </p:cNvPr>
          <p:cNvSpPr>
            <a:spLocks noGrp="1"/>
          </p:cNvSpPr>
          <p:nvPr>
            <p:ph type="pic" sz="quarter" idx="16"/>
          </p:nvPr>
        </p:nvSpPr>
        <p:spPr>
          <a:xfrm>
            <a:off x="1271850" y="1740889"/>
            <a:ext cx="2103120" cy="2103120"/>
          </a:xfrm>
          <a:prstGeom prst="ellipse">
            <a:avLst/>
          </a:prstGeom>
          <a:pattFill prst="pct5">
            <a:fgClr>
              <a:schemeClr val="accent1"/>
            </a:fgClr>
            <a:bgClr>
              <a:schemeClr val="bg1"/>
            </a:bgClr>
          </a:pattFill>
        </p:spPr>
        <p:txBody>
          <a:bodyPr anchor="ctr"/>
          <a:lstStyle>
            <a:lvl1pPr algn="ctr">
              <a:buNone/>
              <a:defRPr/>
            </a:lvl1pPr>
          </a:lstStyle>
          <a:p>
            <a:endParaRPr lang="en-US"/>
          </a:p>
        </p:txBody>
      </p:sp>
      <p:sp>
        <p:nvSpPr>
          <p:cNvPr id="27" name="Text Placeholder 8">
            <a:extLst>
              <a:ext uri="{FF2B5EF4-FFF2-40B4-BE49-F238E27FC236}">
                <a16:creationId xmlns:a16="http://schemas.microsoft.com/office/drawing/2014/main" id="{4403E213-6448-4254-B5EC-126F4D94268B}"/>
              </a:ext>
            </a:extLst>
          </p:cNvPr>
          <p:cNvSpPr>
            <a:spLocks noGrp="1"/>
          </p:cNvSpPr>
          <p:nvPr>
            <p:ph type="body" sz="quarter" idx="17" hasCustomPrompt="1"/>
          </p:nvPr>
        </p:nvSpPr>
        <p:spPr>
          <a:xfrm>
            <a:off x="5007795" y="3989056"/>
            <a:ext cx="2176411" cy="664797"/>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2</a:t>
            </a:r>
          </a:p>
        </p:txBody>
      </p:sp>
      <p:sp>
        <p:nvSpPr>
          <p:cNvPr id="28" name="Text Placeholder 8">
            <a:extLst>
              <a:ext uri="{FF2B5EF4-FFF2-40B4-BE49-F238E27FC236}">
                <a16:creationId xmlns:a16="http://schemas.microsoft.com/office/drawing/2014/main" id="{B6EEC0D8-1772-4B7F-B90A-55EA7DF5D92C}"/>
              </a:ext>
            </a:extLst>
          </p:cNvPr>
          <p:cNvSpPr>
            <a:spLocks noGrp="1"/>
          </p:cNvSpPr>
          <p:nvPr>
            <p:ph type="body" sz="quarter" idx="18" hasCustomPrompt="1"/>
          </p:nvPr>
        </p:nvSpPr>
        <p:spPr>
          <a:xfrm>
            <a:off x="5007795" y="4824252"/>
            <a:ext cx="2176411"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2   (3 baris)</a:t>
            </a:r>
          </a:p>
        </p:txBody>
      </p:sp>
      <p:sp>
        <p:nvSpPr>
          <p:cNvPr id="29" name="Picture Placeholder 22">
            <a:extLst>
              <a:ext uri="{FF2B5EF4-FFF2-40B4-BE49-F238E27FC236}">
                <a16:creationId xmlns:a16="http://schemas.microsoft.com/office/drawing/2014/main" id="{FA2AB681-3B0D-44DB-A649-A34A581D1273}"/>
              </a:ext>
            </a:extLst>
          </p:cNvPr>
          <p:cNvSpPr>
            <a:spLocks noGrp="1"/>
          </p:cNvSpPr>
          <p:nvPr>
            <p:ph type="pic" sz="quarter" idx="19"/>
          </p:nvPr>
        </p:nvSpPr>
        <p:spPr>
          <a:xfrm>
            <a:off x="5044440" y="1740889"/>
            <a:ext cx="2103120" cy="2103120"/>
          </a:xfrm>
          <a:prstGeom prst="ellipse">
            <a:avLst/>
          </a:prstGeom>
          <a:pattFill prst="pct5">
            <a:fgClr>
              <a:schemeClr val="accent1"/>
            </a:fgClr>
            <a:bgClr>
              <a:schemeClr val="bg1"/>
            </a:bgClr>
          </a:pattFill>
        </p:spPr>
        <p:txBody>
          <a:bodyPr anchor="ctr"/>
          <a:lstStyle>
            <a:lvl1pPr algn="ctr">
              <a:buNone/>
              <a:defRPr/>
            </a:lvl1pPr>
          </a:lstStyle>
          <a:p>
            <a:endParaRPr lang="en-US"/>
          </a:p>
        </p:txBody>
      </p:sp>
      <p:sp>
        <p:nvSpPr>
          <p:cNvPr id="31" name="Text Placeholder 8">
            <a:extLst>
              <a:ext uri="{FF2B5EF4-FFF2-40B4-BE49-F238E27FC236}">
                <a16:creationId xmlns:a16="http://schemas.microsoft.com/office/drawing/2014/main" id="{CC7D7C11-D45A-42E1-AF6D-7623C42E445A}"/>
              </a:ext>
            </a:extLst>
          </p:cNvPr>
          <p:cNvSpPr>
            <a:spLocks noGrp="1"/>
          </p:cNvSpPr>
          <p:nvPr>
            <p:ph type="body" sz="quarter" idx="20" hasCustomPrompt="1"/>
          </p:nvPr>
        </p:nvSpPr>
        <p:spPr>
          <a:xfrm>
            <a:off x="8780385" y="3989056"/>
            <a:ext cx="2176411" cy="664797"/>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3</a:t>
            </a:r>
          </a:p>
        </p:txBody>
      </p:sp>
      <p:sp>
        <p:nvSpPr>
          <p:cNvPr id="32" name="Text Placeholder 8">
            <a:extLst>
              <a:ext uri="{FF2B5EF4-FFF2-40B4-BE49-F238E27FC236}">
                <a16:creationId xmlns:a16="http://schemas.microsoft.com/office/drawing/2014/main" id="{A160C636-5BF1-4643-925F-ACB9E82CD417}"/>
              </a:ext>
            </a:extLst>
          </p:cNvPr>
          <p:cNvSpPr>
            <a:spLocks noGrp="1"/>
          </p:cNvSpPr>
          <p:nvPr>
            <p:ph type="body" sz="quarter" idx="21" hasCustomPrompt="1"/>
          </p:nvPr>
        </p:nvSpPr>
        <p:spPr>
          <a:xfrm>
            <a:off x="8780385" y="4824252"/>
            <a:ext cx="2176411"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3   (3 baris)</a:t>
            </a:r>
          </a:p>
        </p:txBody>
      </p:sp>
      <p:sp>
        <p:nvSpPr>
          <p:cNvPr id="33" name="Picture Placeholder 22">
            <a:extLst>
              <a:ext uri="{FF2B5EF4-FFF2-40B4-BE49-F238E27FC236}">
                <a16:creationId xmlns:a16="http://schemas.microsoft.com/office/drawing/2014/main" id="{254AA3C0-616E-4926-838E-10DED9F67C2E}"/>
              </a:ext>
            </a:extLst>
          </p:cNvPr>
          <p:cNvSpPr>
            <a:spLocks noGrp="1"/>
          </p:cNvSpPr>
          <p:nvPr>
            <p:ph type="pic" sz="quarter" idx="22"/>
          </p:nvPr>
        </p:nvSpPr>
        <p:spPr>
          <a:xfrm>
            <a:off x="8817030" y="1740889"/>
            <a:ext cx="2103120" cy="2103120"/>
          </a:xfrm>
          <a:prstGeom prst="ellipse">
            <a:avLst/>
          </a:prstGeom>
          <a:pattFill prst="pct5">
            <a:fgClr>
              <a:schemeClr val="accent1"/>
            </a:fgClr>
            <a:bgClr>
              <a:schemeClr val="bg1"/>
            </a:bgClr>
          </a:pattFill>
        </p:spPr>
        <p:txBody>
          <a:bodyPr anchor="ctr"/>
          <a:lstStyle>
            <a:lvl1pPr algn="ctr">
              <a:buNone/>
              <a:defRPr/>
            </a:lvl1pPr>
          </a:lstStyle>
          <a:p>
            <a:endParaRPr lang="en-US"/>
          </a:p>
        </p:txBody>
      </p:sp>
    </p:spTree>
    <p:extLst>
      <p:ext uri="{BB962C8B-B14F-4D97-AF65-F5344CB8AC3E}">
        <p14:creationId xmlns:p14="http://schemas.microsoft.com/office/powerpoint/2010/main" val="218486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xEl>
                                              <p:pRg st="0" end="0"/>
                                            </p:txEl>
                                          </p:spTgt>
                                        </p:tgtEl>
                                        <p:attrNameLst>
                                          <p:attrName>style.visibility</p:attrName>
                                        </p:attrNameLst>
                                      </p:cBhvr>
                                      <p:to>
                                        <p:strVal val="visible"/>
                                      </p:to>
                                    </p:set>
                                    <p:animEffect transition="in" filter="fade">
                                      <p:cBhvr>
                                        <p:cTn id="10" dur="500"/>
                                        <p:tgtEl>
                                          <p:spTgt spid="15">
                                            <p:txEl>
                                              <p:pRg st="0" end="0"/>
                                            </p:txEl>
                                          </p:spTgt>
                                        </p:tgtEl>
                                      </p:cBhvr>
                                    </p:animEffect>
                                  </p:childTnLst>
                                </p:cTn>
                              </p:par>
                              <p:par>
                                <p:cTn id="11" presetID="2" presetClass="entr" presetSubtype="2" fill="hold" nodeType="withEffect">
                                  <p:stCondLst>
                                    <p:cond delay="25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par>
                          <p:cTn id="15" fill="hold">
                            <p:stCondLst>
                              <p:cond delay="750"/>
                            </p:stCondLst>
                            <p:childTnLst>
                              <p:par>
                                <p:cTn id="16" presetID="2" presetClass="entr" presetSubtype="4" decel="10000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par>
                                <p:cTn id="20" presetID="10" presetClass="entr" presetSubtype="0" fill="hold" grpId="0" nodeType="withEffect">
                                  <p:stCondLst>
                                    <p:cond delay="25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0">
                                            <p:txEl>
                                              <p:pRg st="0" end="0"/>
                                            </p:txEl>
                                          </p:spTgt>
                                        </p:tgtEl>
                                        <p:attrNameLst>
                                          <p:attrName>style.visibility</p:attrName>
                                        </p:attrNameLst>
                                      </p:cBhvr>
                                      <p:to>
                                        <p:strVal val="visible"/>
                                      </p:to>
                                    </p:set>
                                    <p:animEffect transition="in" filter="fade">
                                      <p:cBhvr>
                                        <p:cTn id="25" dur="500"/>
                                        <p:tgtEl>
                                          <p:spTgt spid="20">
                                            <p:txEl>
                                              <p:pRg st="0" end="0"/>
                                            </p:txEl>
                                          </p:spTgt>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21">
                                            <p:txEl>
                                              <p:pRg st="0" end="0"/>
                                            </p:txEl>
                                          </p:spTgt>
                                        </p:tgtEl>
                                        <p:attrNameLst>
                                          <p:attrName>style.visibility</p:attrName>
                                        </p:attrNameLst>
                                      </p:cBhvr>
                                      <p:to>
                                        <p:strVal val="visible"/>
                                      </p:to>
                                    </p:set>
                                    <p:animEffect transition="in" filter="fade">
                                      <p:cBhvr>
                                        <p:cTn id="28" dur="500"/>
                                        <p:tgtEl>
                                          <p:spTgt spid="21">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decel="10000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10" presetClass="entr" presetSubtype="0" fill="hold" grpId="0" nodeType="withEffect">
                                  <p:stCondLst>
                                    <p:cond delay="25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27">
                                            <p:txEl>
                                              <p:pRg st="0" end="0"/>
                                            </p:txEl>
                                          </p:spTgt>
                                        </p:tgtEl>
                                        <p:attrNameLst>
                                          <p:attrName>style.visibility</p:attrName>
                                        </p:attrNameLst>
                                      </p:cBhvr>
                                      <p:to>
                                        <p:strVal val="visible"/>
                                      </p:to>
                                    </p:set>
                                    <p:animEffect transition="in" filter="fade">
                                      <p:cBhvr>
                                        <p:cTn id="40" dur="500"/>
                                        <p:tgtEl>
                                          <p:spTgt spid="27">
                                            <p:txEl>
                                              <p:pRg st="0" end="0"/>
                                            </p:txEl>
                                          </p:spTgt>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28">
                                            <p:txEl>
                                              <p:pRg st="0" end="0"/>
                                            </p:txEl>
                                          </p:spTgt>
                                        </p:tgtEl>
                                        <p:attrNameLst>
                                          <p:attrName>style.visibility</p:attrName>
                                        </p:attrNameLst>
                                      </p:cBhvr>
                                      <p:to>
                                        <p:strVal val="visible"/>
                                      </p:to>
                                    </p:set>
                                    <p:animEffect transition="in" filter="fade">
                                      <p:cBhvr>
                                        <p:cTn id="43" dur="500"/>
                                        <p:tgtEl>
                                          <p:spTgt spid="2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decel="10000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500" fill="hold"/>
                                        <p:tgtEl>
                                          <p:spTgt spid="8"/>
                                        </p:tgtEl>
                                        <p:attrNameLst>
                                          <p:attrName>ppt_x</p:attrName>
                                        </p:attrNameLst>
                                      </p:cBhvr>
                                      <p:tavLst>
                                        <p:tav tm="0">
                                          <p:val>
                                            <p:strVal val="#ppt_x"/>
                                          </p:val>
                                        </p:tav>
                                        <p:tav tm="100000">
                                          <p:val>
                                            <p:strVal val="#ppt_x"/>
                                          </p:val>
                                        </p:tav>
                                      </p:tavLst>
                                    </p:anim>
                                    <p:anim calcmode="lin" valueType="num">
                                      <p:cBhvr additive="base">
                                        <p:cTn id="49" dur="500" fill="hold"/>
                                        <p:tgtEl>
                                          <p:spTgt spid="8"/>
                                        </p:tgtEl>
                                        <p:attrNameLst>
                                          <p:attrName>ppt_y</p:attrName>
                                        </p:attrNameLst>
                                      </p:cBhvr>
                                      <p:tavLst>
                                        <p:tav tm="0">
                                          <p:val>
                                            <p:strVal val="1+#ppt_h/2"/>
                                          </p:val>
                                        </p:tav>
                                        <p:tav tm="100000">
                                          <p:val>
                                            <p:strVal val="#ppt_y"/>
                                          </p:val>
                                        </p:tav>
                                      </p:tavLst>
                                    </p:anim>
                                  </p:childTnLst>
                                </p:cTn>
                              </p:par>
                              <p:par>
                                <p:cTn id="50" presetID="10" presetClass="entr" presetSubtype="0" fill="hold" grpId="0" nodeType="withEffect">
                                  <p:stCondLst>
                                    <p:cond delay="25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31">
                                            <p:txEl>
                                              <p:pRg st="0" end="0"/>
                                            </p:txEl>
                                          </p:spTgt>
                                        </p:tgtEl>
                                        <p:attrNameLst>
                                          <p:attrName>style.visibility</p:attrName>
                                        </p:attrNameLst>
                                      </p:cBhvr>
                                      <p:to>
                                        <p:strVal val="visible"/>
                                      </p:to>
                                    </p:set>
                                    <p:animEffect transition="in" filter="fade">
                                      <p:cBhvr>
                                        <p:cTn id="55" dur="500"/>
                                        <p:tgtEl>
                                          <p:spTgt spid="31">
                                            <p:txEl>
                                              <p:pRg st="0" end="0"/>
                                            </p:txEl>
                                          </p:spTgt>
                                        </p:tgtEl>
                                      </p:cBhvr>
                                    </p:animEffect>
                                  </p:childTnLst>
                                </p:cTn>
                              </p:par>
                              <p:par>
                                <p:cTn id="56" presetID="10" presetClass="entr" presetSubtype="0" fill="hold" grpId="0" nodeType="withEffect">
                                  <p:stCondLst>
                                    <p:cond delay="750"/>
                                  </p:stCondLst>
                                  <p:childTnLst>
                                    <p:set>
                                      <p:cBhvr>
                                        <p:cTn id="57" dur="1" fill="hold">
                                          <p:stCondLst>
                                            <p:cond delay="0"/>
                                          </p:stCondLst>
                                        </p:cTn>
                                        <p:tgtEl>
                                          <p:spTgt spid="32">
                                            <p:txEl>
                                              <p:pRg st="0" end="0"/>
                                            </p:txEl>
                                          </p:spTgt>
                                        </p:tgtEl>
                                        <p:attrNameLst>
                                          <p:attrName>style.visibility</p:attrName>
                                        </p:attrNameLst>
                                      </p:cBhvr>
                                      <p:to>
                                        <p:strVal val="visible"/>
                                      </p:to>
                                    </p:set>
                                    <p:animEffect transition="in" filter="fade">
                                      <p:cBhvr>
                                        <p:cTn id="58" dur="500"/>
                                        <p:tgtEl>
                                          <p:spTgt spid="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2" grpId="0" animBg="1"/>
      <p:bldP spid="6" grpId="0" animBg="1"/>
      <p:bldP spid="8" grpId="0" animBg="1"/>
      <p:bldP spid="20" grpId="0" build="p">
        <p:tmplLst>
          <p:tmpl lvl="1">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withEffect">
                  <p:stCondLst>
                    <p:cond delay="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5" grpId="0" animBg="1"/>
      <p:bldP spid="27" grpId="0" build="p">
        <p:tmplLst>
          <p:tmpl lvl="1">
            <p:tnLst>
              <p:par>
                <p:cTn presetID="10" presetClass="entr" presetSubtype="0" fill="hold" nodeType="withEffect">
                  <p:stCondLst>
                    <p:cond delay="50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P spid="28" grpId="0" build="p">
        <p:tmplLst>
          <p:tmpl lvl="1">
            <p:tnLst>
              <p:par>
                <p:cTn presetID="10" presetClass="entr" presetSubtype="0" fill="hold" nodeType="withEffect">
                  <p:stCondLst>
                    <p:cond delay="75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9" grpId="0" animBg="1"/>
      <p:bldP spid="31" grpId="0" build="p">
        <p:tmplLst>
          <p:tmpl lvl="1">
            <p:tnLst>
              <p:par>
                <p:cTn presetID="10" presetClass="entr" presetSubtype="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p:tmplLst>
          <p:tmpl lvl="1">
            <p:tnLst>
              <p:par>
                <p:cTn presetID="10" presetClass="entr" presetSubtype="0" fill="hold" nodeType="withEffect">
                  <p:stCondLst>
                    <p:cond delay="75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Poin Square">
    <p:spTree>
      <p:nvGrpSpPr>
        <p:cNvPr id="1" name=""/>
        <p:cNvGrpSpPr/>
        <p:nvPr/>
      </p:nvGrpSpPr>
      <p:grpSpPr>
        <a:xfrm>
          <a:off x="0" y="0"/>
          <a:ext cx="0" cy="0"/>
          <a:chOff x="0" y="0"/>
          <a:chExt cx="0" cy="0"/>
        </a:xfrm>
      </p:grpSpPr>
      <p:pic>
        <p:nvPicPr>
          <p:cNvPr id="11" name="Picture 4">
            <a:extLst>
              <a:ext uri="{FF2B5EF4-FFF2-40B4-BE49-F238E27FC236}">
                <a16:creationId xmlns:a16="http://schemas.microsoft.com/office/drawing/2014/main" id="{F1E532C5-D060-480C-9873-F732756AB089}"/>
              </a:ext>
            </a:extLst>
          </p:cNvPr>
          <p:cNvPicPr>
            <a:picLocks noChangeAspect="1" noChangeArrowheads="1"/>
          </p:cNvPicPr>
          <p:nvPr userDrawn="1"/>
        </p:nvPicPr>
        <p:blipFill rotWithShape="1">
          <a:blip r:embed="rId2" cstate="print">
            <a:alphaModFix/>
            <a:extLst>
              <a:ext uri="{28A0092B-C50C-407E-A947-70E740481C1C}">
                <a14:useLocalDpi xmlns:a14="http://schemas.microsoft.com/office/drawing/2010/main"/>
              </a:ext>
            </a:extLst>
          </a:blip>
          <a:srcRect/>
          <a:stretch/>
        </p:blipFill>
        <p:spPr bwMode="auto">
          <a:xfrm>
            <a:off x="-1585" y="-445"/>
            <a:ext cx="12193584" cy="685889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281143FA-09F9-48E1-B66C-0D44D997CF94}"/>
              </a:ext>
            </a:extLst>
          </p:cNvPr>
          <p:cNvSpPr/>
          <p:nvPr userDrawn="1"/>
        </p:nvSpPr>
        <p:spPr>
          <a:xfrm>
            <a:off x="0" y="0"/>
            <a:ext cx="12192000" cy="6858000"/>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D4F7DD61-EE2B-4226-A046-B9E000D145E1}"/>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771B6316-7874-4BDC-BD21-7CBCC88D0B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8C9F92-4BCC-4F3B-A2E9-9F22D98B042E}"/>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2" name="Graphic 16">
            <a:extLst>
              <a:ext uri="{FF2B5EF4-FFF2-40B4-BE49-F238E27FC236}">
                <a16:creationId xmlns:a16="http://schemas.microsoft.com/office/drawing/2014/main" id="{EE559955-155D-48D1-B7AC-B96632BBF988}"/>
              </a:ext>
            </a:extLst>
          </p:cNvPr>
          <p:cNvSpPr/>
          <p:nvPr/>
        </p:nvSpPr>
        <p:spPr>
          <a:xfrm>
            <a:off x="808229" y="3013159"/>
            <a:ext cx="2447420" cy="3106755"/>
          </a:xfrm>
          <a:custGeom>
            <a:avLst/>
            <a:gdLst>
              <a:gd name="connsiteX0" fmla="*/ 2446464 w 2447420"/>
              <a:gd name="connsiteY0" fmla="*/ 1254020 h 3106755"/>
              <a:gd name="connsiteX1" fmla="*/ 2091289 w 2447420"/>
              <a:gd name="connsiteY1" fmla="*/ 366980 h 3106755"/>
              <a:gd name="connsiteX2" fmla="*/ 1233840 w 2447420"/>
              <a:gd name="connsiteY2" fmla="*/ -445 h 3106755"/>
              <a:gd name="connsiteX3" fmla="*/ 182429 w 2447420"/>
              <a:gd name="connsiteY3" fmla="*/ -445 h 3106755"/>
              <a:gd name="connsiteX4" fmla="*/ 52759 w 2447420"/>
              <a:gd name="connsiteY4" fmla="*/ 55121 h 3106755"/>
              <a:gd name="connsiteX5" fmla="*/ -957 w 2447420"/>
              <a:gd name="connsiteY5" fmla="*/ 189279 h 3106755"/>
              <a:gd name="connsiteX6" fmla="*/ -957 w 2447420"/>
              <a:gd name="connsiteY6" fmla="*/ 2916691 h 3106755"/>
              <a:gd name="connsiteX7" fmla="*/ 182327 w 2447420"/>
              <a:gd name="connsiteY7" fmla="*/ 3106311 h 3106755"/>
              <a:gd name="connsiteX8" fmla="*/ 2263206 w 2447420"/>
              <a:gd name="connsiteY8" fmla="*/ 3106311 h 3106755"/>
              <a:gd name="connsiteX9" fmla="*/ 2446464 w 2447420"/>
              <a:gd name="connsiteY9" fmla="*/ 2916691 h 3106755"/>
              <a:gd name="connsiteX10" fmla="*/ 2446464 w 2447420"/>
              <a:gd name="connsiteY10" fmla="*/ 1254020 h 310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7420" h="3106755">
                <a:moveTo>
                  <a:pt x="2446464" y="1254020"/>
                </a:moveTo>
                <a:cubicBezTo>
                  <a:pt x="2446464" y="921314"/>
                  <a:pt x="2318721" y="602236"/>
                  <a:pt x="2091289" y="366980"/>
                </a:cubicBezTo>
                <a:cubicBezTo>
                  <a:pt x="1863859" y="131724"/>
                  <a:pt x="1555501" y="-445"/>
                  <a:pt x="1233840" y="-445"/>
                </a:cubicBezTo>
                <a:lnTo>
                  <a:pt x="182429" y="-445"/>
                </a:lnTo>
                <a:cubicBezTo>
                  <a:pt x="133797" y="-445"/>
                  <a:pt x="87150" y="19542"/>
                  <a:pt x="52759" y="55121"/>
                </a:cubicBezTo>
                <a:cubicBezTo>
                  <a:pt x="18367" y="90699"/>
                  <a:pt x="-957" y="138960"/>
                  <a:pt x="-957" y="189279"/>
                </a:cubicBezTo>
                <a:cubicBezTo>
                  <a:pt x="-957" y="744464"/>
                  <a:pt x="-957" y="2361637"/>
                  <a:pt x="-957" y="2916691"/>
                </a:cubicBezTo>
                <a:cubicBezTo>
                  <a:pt x="-957" y="3021412"/>
                  <a:pt x="81104" y="3106311"/>
                  <a:pt x="182327" y="3106311"/>
                </a:cubicBezTo>
                <a:lnTo>
                  <a:pt x="2263206" y="3106311"/>
                </a:lnTo>
                <a:cubicBezTo>
                  <a:pt x="2364429" y="3106311"/>
                  <a:pt x="2446464" y="3021412"/>
                  <a:pt x="2446464" y="2916691"/>
                </a:cubicBezTo>
                <a:lnTo>
                  <a:pt x="2446464" y="1254020"/>
                </a:lnTo>
                <a:close/>
              </a:path>
            </a:pathLst>
          </a:custGeom>
          <a:solidFill>
            <a:schemeClr val="bg1">
              <a:lumMod val="95000"/>
            </a:schemeClr>
          </a:solidFill>
          <a:ln w="8457" cap="flat">
            <a:noFill/>
            <a:prstDash val="solid"/>
            <a:round/>
          </a:ln>
        </p:spPr>
        <p:txBody>
          <a:bodyPr rtlCol="0" anchor="ctr"/>
          <a:lstStyle/>
          <a:p>
            <a:endParaRPr lang="en-US"/>
          </a:p>
        </p:txBody>
      </p:sp>
      <p:sp>
        <p:nvSpPr>
          <p:cNvPr id="6" name="Graphic 43">
            <a:extLst>
              <a:ext uri="{FF2B5EF4-FFF2-40B4-BE49-F238E27FC236}">
                <a16:creationId xmlns:a16="http://schemas.microsoft.com/office/drawing/2014/main" id="{BAAC0D8B-EF50-496A-A438-A73FE18ADE46}"/>
              </a:ext>
            </a:extLst>
          </p:cNvPr>
          <p:cNvSpPr/>
          <p:nvPr/>
        </p:nvSpPr>
        <p:spPr>
          <a:xfrm>
            <a:off x="3516958" y="3013159"/>
            <a:ext cx="2447420" cy="3106755"/>
          </a:xfrm>
          <a:custGeom>
            <a:avLst/>
            <a:gdLst>
              <a:gd name="connsiteX0" fmla="*/ 2446464 w 2447420"/>
              <a:gd name="connsiteY0" fmla="*/ 1254020 h 3106755"/>
              <a:gd name="connsiteX1" fmla="*/ 2091289 w 2447420"/>
              <a:gd name="connsiteY1" fmla="*/ 366980 h 3106755"/>
              <a:gd name="connsiteX2" fmla="*/ 1233840 w 2447420"/>
              <a:gd name="connsiteY2" fmla="*/ -445 h 3106755"/>
              <a:gd name="connsiteX3" fmla="*/ 182429 w 2447420"/>
              <a:gd name="connsiteY3" fmla="*/ -445 h 3106755"/>
              <a:gd name="connsiteX4" fmla="*/ 52759 w 2447420"/>
              <a:gd name="connsiteY4" fmla="*/ 55121 h 3106755"/>
              <a:gd name="connsiteX5" fmla="*/ -957 w 2447420"/>
              <a:gd name="connsiteY5" fmla="*/ 189279 h 3106755"/>
              <a:gd name="connsiteX6" fmla="*/ -957 w 2447420"/>
              <a:gd name="connsiteY6" fmla="*/ 2916691 h 3106755"/>
              <a:gd name="connsiteX7" fmla="*/ 182327 w 2447420"/>
              <a:gd name="connsiteY7" fmla="*/ 3106311 h 3106755"/>
              <a:gd name="connsiteX8" fmla="*/ 2263206 w 2447420"/>
              <a:gd name="connsiteY8" fmla="*/ 3106311 h 3106755"/>
              <a:gd name="connsiteX9" fmla="*/ 2446464 w 2447420"/>
              <a:gd name="connsiteY9" fmla="*/ 2916691 h 3106755"/>
              <a:gd name="connsiteX10" fmla="*/ 2446464 w 2447420"/>
              <a:gd name="connsiteY10" fmla="*/ 1254020 h 310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7420" h="3106755">
                <a:moveTo>
                  <a:pt x="2446464" y="1254020"/>
                </a:moveTo>
                <a:cubicBezTo>
                  <a:pt x="2446464" y="921314"/>
                  <a:pt x="2318721" y="602236"/>
                  <a:pt x="2091289" y="366980"/>
                </a:cubicBezTo>
                <a:cubicBezTo>
                  <a:pt x="1863859" y="131724"/>
                  <a:pt x="1555501" y="-445"/>
                  <a:pt x="1233840" y="-445"/>
                </a:cubicBezTo>
                <a:lnTo>
                  <a:pt x="182429" y="-445"/>
                </a:lnTo>
                <a:cubicBezTo>
                  <a:pt x="133797" y="-445"/>
                  <a:pt x="87150" y="19542"/>
                  <a:pt x="52759" y="55121"/>
                </a:cubicBezTo>
                <a:cubicBezTo>
                  <a:pt x="18367" y="90699"/>
                  <a:pt x="-957" y="138960"/>
                  <a:pt x="-957" y="189279"/>
                </a:cubicBezTo>
                <a:cubicBezTo>
                  <a:pt x="-957" y="744464"/>
                  <a:pt x="-957" y="2361637"/>
                  <a:pt x="-957" y="2916691"/>
                </a:cubicBezTo>
                <a:cubicBezTo>
                  <a:pt x="-957" y="3021412"/>
                  <a:pt x="81104" y="3106311"/>
                  <a:pt x="182327" y="3106311"/>
                </a:cubicBezTo>
                <a:lnTo>
                  <a:pt x="2263206" y="3106311"/>
                </a:lnTo>
                <a:cubicBezTo>
                  <a:pt x="2364429" y="3106311"/>
                  <a:pt x="2446464" y="3021412"/>
                  <a:pt x="2446464" y="2916691"/>
                </a:cubicBezTo>
                <a:lnTo>
                  <a:pt x="2446464" y="1254020"/>
                </a:lnTo>
                <a:close/>
              </a:path>
            </a:pathLst>
          </a:custGeom>
          <a:solidFill>
            <a:schemeClr val="bg1">
              <a:lumMod val="95000"/>
            </a:schemeClr>
          </a:solidFill>
          <a:ln w="8457" cap="flat">
            <a:noFill/>
            <a:prstDash val="solid"/>
            <a:round/>
          </a:ln>
        </p:spPr>
        <p:txBody>
          <a:bodyPr rtlCol="0" anchor="ctr"/>
          <a:lstStyle/>
          <a:p>
            <a:endParaRPr lang="en-US"/>
          </a:p>
        </p:txBody>
      </p:sp>
      <p:sp>
        <p:nvSpPr>
          <p:cNvPr id="8" name="Graphic 47">
            <a:extLst>
              <a:ext uri="{FF2B5EF4-FFF2-40B4-BE49-F238E27FC236}">
                <a16:creationId xmlns:a16="http://schemas.microsoft.com/office/drawing/2014/main" id="{E87046CC-6AA9-465A-B513-797922FD945B}"/>
              </a:ext>
            </a:extLst>
          </p:cNvPr>
          <p:cNvSpPr/>
          <p:nvPr/>
        </p:nvSpPr>
        <p:spPr>
          <a:xfrm>
            <a:off x="6225687" y="3013159"/>
            <a:ext cx="2447420" cy="3106755"/>
          </a:xfrm>
          <a:custGeom>
            <a:avLst/>
            <a:gdLst>
              <a:gd name="connsiteX0" fmla="*/ 2446464 w 2447420"/>
              <a:gd name="connsiteY0" fmla="*/ 1254020 h 3106755"/>
              <a:gd name="connsiteX1" fmla="*/ 2091289 w 2447420"/>
              <a:gd name="connsiteY1" fmla="*/ 366980 h 3106755"/>
              <a:gd name="connsiteX2" fmla="*/ 1233840 w 2447420"/>
              <a:gd name="connsiteY2" fmla="*/ -445 h 3106755"/>
              <a:gd name="connsiteX3" fmla="*/ 182429 w 2447420"/>
              <a:gd name="connsiteY3" fmla="*/ -445 h 3106755"/>
              <a:gd name="connsiteX4" fmla="*/ 52759 w 2447420"/>
              <a:gd name="connsiteY4" fmla="*/ 55121 h 3106755"/>
              <a:gd name="connsiteX5" fmla="*/ -957 w 2447420"/>
              <a:gd name="connsiteY5" fmla="*/ 189279 h 3106755"/>
              <a:gd name="connsiteX6" fmla="*/ -957 w 2447420"/>
              <a:gd name="connsiteY6" fmla="*/ 2916691 h 3106755"/>
              <a:gd name="connsiteX7" fmla="*/ 182327 w 2447420"/>
              <a:gd name="connsiteY7" fmla="*/ 3106311 h 3106755"/>
              <a:gd name="connsiteX8" fmla="*/ 2263206 w 2447420"/>
              <a:gd name="connsiteY8" fmla="*/ 3106311 h 3106755"/>
              <a:gd name="connsiteX9" fmla="*/ 2446464 w 2447420"/>
              <a:gd name="connsiteY9" fmla="*/ 2916691 h 3106755"/>
              <a:gd name="connsiteX10" fmla="*/ 2446464 w 2447420"/>
              <a:gd name="connsiteY10" fmla="*/ 1254020 h 310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7420" h="3106755">
                <a:moveTo>
                  <a:pt x="2446464" y="1254020"/>
                </a:moveTo>
                <a:cubicBezTo>
                  <a:pt x="2446464" y="921314"/>
                  <a:pt x="2318721" y="602236"/>
                  <a:pt x="2091289" y="366980"/>
                </a:cubicBezTo>
                <a:cubicBezTo>
                  <a:pt x="1863859" y="131724"/>
                  <a:pt x="1555501" y="-445"/>
                  <a:pt x="1233840" y="-445"/>
                </a:cubicBezTo>
                <a:lnTo>
                  <a:pt x="182429" y="-445"/>
                </a:lnTo>
                <a:cubicBezTo>
                  <a:pt x="133797" y="-445"/>
                  <a:pt x="87150" y="19542"/>
                  <a:pt x="52759" y="55121"/>
                </a:cubicBezTo>
                <a:cubicBezTo>
                  <a:pt x="18367" y="90699"/>
                  <a:pt x="-957" y="138960"/>
                  <a:pt x="-957" y="189279"/>
                </a:cubicBezTo>
                <a:cubicBezTo>
                  <a:pt x="-957" y="744464"/>
                  <a:pt x="-957" y="2361637"/>
                  <a:pt x="-957" y="2916691"/>
                </a:cubicBezTo>
                <a:cubicBezTo>
                  <a:pt x="-957" y="3021412"/>
                  <a:pt x="81104" y="3106311"/>
                  <a:pt x="182327" y="3106311"/>
                </a:cubicBezTo>
                <a:lnTo>
                  <a:pt x="2263206" y="3106311"/>
                </a:lnTo>
                <a:cubicBezTo>
                  <a:pt x="2364429" y="3106311"/>
                  <a:pt x="2446464" y="3021412"/>
                  <a:pt x="2446464" y="2916691"/>
                </a:cubicBezTo>
                <a:lnTo>
                  <a:pt x="2446464" y="1254020"/>
                </a:lnTo>
                <a:close/>
              </a:path>
            </a:pathLst>
          </a:custGeom>
          <a:solidFill>
            <a:schemeClr val="bg1">
              <a:lumMod val="95000"/>
            </a:schemeClr>
          </a:solidFill>
          <a:ln w="8457" cap="flat">
            <a:noFill/>
            <a:prstDash val="solid"/>
            <a:round/>
          </a:ln>
        </p:spPr>
        <p:txBody>
          <a:bodyPr rtlCol="0" anchor="ctr"/>
          <a:lstStyle/>
          <a:p>
            <a:endParaRPr lang="en-US"/>
          </a:p>
        </p:txBody>
      </p:sp>
      <p:sp>
        <p:nvSpPr>
          <p:cNvPr id="10" name="Graphic 51">
            <a:extLst>
              <a:ext uri="{FF2B5EF4-FFF2-40B4-BE49-F238E27FC236}">
                <a16:creationId xmlns:a16="http://schemas.microsoft.com/office/drawing/2014/main" id="{772AC93C-7EDE-4CC4-87A8-3755F0782F7A}"/>
              </a:ext>
            </a:extLst>
          </p:cNvPr>
          <p:cNvSpPr/>
          <p:nvPr/>
        </p:nvSpPr>
        <p:spPr>
          <a:xfrm>
            <a:off x="8934417" y="3013159"/>
            <a:ext cx="2447420" cy="3106755"/>
          </a:xfrm>
          <a:custGeom>
            <a:avLst/>
            <a:gdLst>
              <a:gd name="connsiteX0" fmla="*/ 2446464 w 2447420"/>
              <a:gd name="connsiteY0" fmla="*/ 1254020 h 3106755"/>
              <a:gd name="connsiteX1" fmla="*/ 2091289 w 2447420"/>
              <a:gd name="connsiteY1" fmla="*/ 366980 h 3106755"/>
              <a:gd name="connsiteX2" fmla="*/ 1233840 w 2447420"/>
              <a:gd name="connsiteY2" fmla="*/ -445 h 3106755"/>
              <a:gd name="connsiteX3" fmla="*/ 182429 w 2447420"/>
              <a:gd name="connsiteY3" fmla="*/ -445 h 3106755"/>
              <a:gd name="connsiteX4" fmla="*/ 52759 w 2447420"/>
              <a:gd name="connsiteY4" fmla="*/ 55121 h 3106755"/>
              <a:gd name="connsiteX5" fmla="*/ -957 w 2447420"/>
              <a:gd name="connsiteY5" fmla="*/ 189279 h 3106755"/>
              <a:gd name="connsiteX6" fmla="*/ -957 w 2447420"/>
              <a:gd name="connsiteY6" fmla="*/ 2916691 h 3106755"/>
              <a:gd name="connsiteX7" fmla="*/ 182327 w 2447420"/>
              <a:gd name="connsiteY7" fmla="*/ 3106311 h 3106755"/>
              <a:gd name="connsiteX8" fmla="*/ 2263206 w 2447420"/>
              <a:gd name="connsiteY8" fmla="*/ 3106311 h 3106755"/>
              <a:gd name="connsiteX9" fmla="*/ 2446464 w 2447420"/>
              <a:gd name="connsiteY9" fmla="*/ 2916691 h 3106755"/>
              <a:gd name="connsiteX10" fmla="*/ 2446464 w 2447420"/>
              <a:gd name="connsiteY10" fmla="*/ 1254020 h 310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7420" h="3106755">
                <a:moveTo>
                  <a:pt x="2446464" y="1254020"/>
                </a:moveTo>
                <a:cubicBezTo>
                  <a:pt x="2446464" y="921314"/>
                  <a:pt x="2318721" y="602236"/>
                  <a:pt x="2091289" y="366980"/>
                </a:cubicBezTo>
                <a:cubicBezTo>
                  <a:pt x="1863859" y="131724"/>
                  <a:pt x="1555501" y="-445"/>
                  <a:pt x="1233840" y="-445"/>
                </a:cubicBezTo>
                <a:lnTo>
                  <a:pt x="182429" y="-445"/>
                </a:lnTo>
                <a:cubicBezTo>
                  <a:pt x="133797" y="-445"/>
                  <a:pt x="87150" y="19542"/>
                  <a:pt x="52759" y="55121"/>
                </a:cubicBezTo>
                <a:cubicBezTo>
                  <a:pt x="18367" y="90699"/>
                  <a:pt x="-957" y="138960"/>
                  <a:pt x="-957" y="189279"/>
                </a:cubicBezTo>
                <a:cubicBezTo>
                  <a:pt x="-957" y="744464"/>
                  <a:pt x="-957" y="2361637"/>
                  <a:pt x="-957" y="2916691"/>
                </a:cubicBezTo>
                <a:cubicBezTo>
                  <a:pt x="-957" y="3021412"/>
                  <a:pt x="81104" y="3106311"/>
                  <a:pt x="182327" y="3106311"/>
                </a:cubicBezTo>
                <a:lnTo>
                  <a:pt x="2263206" y="3106311"/>
                </a:lnTo>
                <a:cubicBezTo>
                  <a:pt x="2364429" y="3106311"/>
                  <a:pt x="2446464" y="3021412"/>
                  <a:pt x="2446464" y="2916691"/>
                </a:cubicBezTo>
                <a:lnTo>
                  <a:pt x="2446464" y="1254020"/>
                </a:lnTo>
                <a:close/>
              </a:path>
            </a:pathLst>
          </a:custGeom>
          <a:solidFill>
            <a:schemeClr val="bg1">
              <a:lumMod val="95000"/>
            </a:schemeClr>
          </a:solidFill>
          <a:ln w="8457" cap="flat">
            <a:noFill/>
            <a:prstDash val="solid"/>
            <a:round/>
          </a:ln>
        </p:spPr>
        <p:txBody>
          <a:bodyPr rtlCol="0" anchor="ctr"/>
          <a:lstStyle/>
          <a:p>
            <a:endParaRPr lang="en-US"/>
          </a:p>
        </p:txBody>
      </p:sp>
      <p:sp>
        <p:nvSpPr>
          <p:cNvPr id="20" name="Text Placeholder 8">
            <a:extLst>
              <a:ext uri="{FF2B5EF4-FFF2-40B4-BE49-F238E27FC236}">
                <a16:creationId xmlns:a16="http://schemas.microsoft.com/office/drawing/2014/main" id="{273AB3CA-145F-4DA6-ADFC-02310BB8F644}"/>
              </a:ext>
            </a:extLst>
          </p:cNvPr>
          <p:cNvSpPr>
            <a:spLocks noGrp="1"/>
          </p:cNvSpPr>
          <p:nvPr>
            <p:ph type="body" sz="quarter" idx="14" hasCustomPrompt="1"/>
          </p:nvPr>
        </p:nvSpPr>
        <p:spPr>
          <a:xfrm>
            <a:off x="1081093" y="3935469"/>
            <a:ext cx="1903626" cy="581472"/>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1</a:t>
            </a:r>
          </a:p>
        </p:txBody>
      </p:sp>
      <p:sp>
        <p:nvSpPr>
          <p:cNvPr id="21" name="Text Placeholder 8">
            <a:extLst>
              <a:ext uri="{FF2B5EF4-FFF2-40B4-BE49-F238E27FC236}">
                <a16:creationId xmlns:a16="http://schemas.microsoft.com/office/drawing/2014/main" id="{C59A6786-BC9B-48C1-A5A2-6E12C7A40088}"/>
              </a:ext>
            </a:extLst>
          </p:cNvPr>
          <p:cNvSpPr>
            <a:spLocks noGrp="1"/>
          </p:cNvSpPr>
          <p:nvPr>
            <p:ph type="body" sz="quarter" idx="15" hasCustomPrompt="1"/>
          </p:nvPr>
        </p:nvSpPr>
        <p:spPr>
          <a:xfrm>
            <a:off x="1081095" y="4791496"/>
            <a:ext cx="1903622"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1   (3 baris)</a:t>
            </a:r>
          </a:p>
        </p:txBody>
      </p:sp>
      <p:sp>
        <p:nvSpPr>
          <p:cNvPr id="25" name="Picture Placeholder 22">
            <a:extLst>
              <a:ext uri="{FF2B5EF4-FFF2-40B4-BE49-F238E27FC236}">
                <a16:creationId xmlns:a16="http://schemas.microsoft.com/office/drawing/2014/main" id="{24F3EA91-DE32-4ADB-96D4-D186C1409E27}"/>
              </a:ext>
            </a:extLst>
          </p:cNvPr>
          <p:cNvSpPr>
            <a:spLocks noGrp="1"/>
          </p:cNvSpPr>
          <p:nvPr>
            <p:ph type="pic" sz="quarter" idx="16"/>
          </p:nvPr>
        </p:nvSpPr>
        <p:spPr>
          <a:xfrm>
            <a:off x="1113147" y="1777440"/>
            <a:ext cx="1839518" cy="1839518"/>
          </a:xfrm>
          <a:prstGeom prst="ellipse">
            <a:avLst/>
          </a:prstGeom>
          <a:pattFill prst="pct5">
            <a:fgClr>
              <a:schemeClr val="accent1"/>
            </a:fgClr>
            <a:bgClr>
              <a:schemeClr val="bg1"/>
            </a:bgClr>
          </a:pattFill>
        </p:spPr>
        <p:txBody>
          <a:bodyPr anchor="ctr"/>
          <a:lstStyle>
            <a:lvl1pPr algn="ctr">
              <a:buNone/>
              <a:defRPr/>
            </a:lvl1pPr>
          </a:lstStyle>
          <a:p>
            <a:endParaRPr lang="en-US"/>
          </a:p>
        </p:txBody>
      </p:sp>
      <p:sp>
        <p:nvSpPr>
          <p:cNvPr id="45" name="Text Placeholder 8">
            <a:extLst>
              <a:ext uri="{FF2B5EF4-FFF2-40B4-BE49-F238E27FC236}">
                <a16:creationId xmlns:a16="http://schemas.microsoft.com/office/drawing/2014/main" id="{43C3A99A-850E-476B-8C25-A850D35BFF2E}"/>
              </a:ext>
            </a:extLst>
          </p:cNvPr>
          <p:cNvSpPr>
            <a:spLocks noGrp="1"/>
          </p:cNvSpPr>
          <p:nvPr>
            <p:ph type="body" sz="quarter" idx="17" hasCustomPrompt="1"/>
          </p:nvPr>
        </p:nvSpPr>
        <p:spPr>
          <a:xfrm>
            <a:off x="3789822" y="3935469"/>
            <a:ext cx="1903626" cy="581472"/>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2</a:t>
            </a:r>
          </a:p>
        </p:txBody>
      </p:sp>
      <p:sp>
        <p:nvSpPr>
          <p:cNvPr id="46" name="Text Placeholder 8">
            <a:extLst>
              <a:ext uri="{FF2B5EF4-FFF2-40B4-BE49-F238E27FC236}">
                <a16:creationId xmlns:a16="http://schemas.microsoft.com/office/drawing/2014/main" id="{93D83AF1-17C6-420C-9F09-6CD811D12B59}"/>
              </a:ext>
            </a:extLst>
          </p:cNvPr>
          <p:cNvSpPr>
            <a:spLocks noGrp="1"/>
          </p:cNvSpPr>
          <p:nvPr>
            <p:ph type="body" sz="quarter" idx="18" hasCustomPrompt="1"/>
          </p:nvPr>
        </p:nvSpPr>
        <p:spPr>
          <a:xfrm>
            <a:off x="3789824" y="4791496"/>
            <a:ext cx="1903622"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2   (3 baris)</a:t>
            </a:r>
          </a:p>
        </p:txBody>
      </p:sp>
      <p:sp>
        <p:nvSpPr>
          <p:cNvPr id="47" name="Picture Placeholder 22">
            <a:extLst>
              <a:ext uri="{FF2B5EF4-FFF2-40B4-BE49-F238E27FC236}">
                <a16:creationId xmlns:a16="http://schemas.microsoft.com/office/drawing/2014/main" id="{195B20D3-7709-4347-8C1A-EDDCF94E6815}"/>
              </a:ext>
            </a:extLst>
          </p:cNvPr>
          <p:cNvSpPr>
            <a:spLocks noGrp="1"/>
          </p:cNvSpPr>
          <p:nvPr>
            <p:ph type="pic" sz="quarter" idx="19"/>
          </p:nvPr>
        </p:nvSpPr>
        <p:spPr>
          <a:xfrm>
            <a:off x="3821876" y="1777440"/>
            <a:ext cx="1839518" cy="1839518"/>
          </a:xfrm>
          <a:prstGeom prst="ellipse">
            <a:avLst/>
          </a:prstGeom>
          <a:pattFill prst="pct5">
            <a:fgClr>
              <a:schemeClr val="accent1"/>
            </a:fgClr>
            <a:bgClr>
              <a:schemeClr val="bg1"/>
            </a:bgClr>
          </a:pattFill>
        </p:spPr>
        <p:txBody>
          <a:bodyPr anchor="ctr"/>
          <a:lstStyle>
            <a:lvl1pPr algn="ctr">
              <a:buNone/>
              <a:defRPr/>
            </a:lvl1pPr>
          </a:lstStyle>
          <a:p>
            <a:endParaRPr lang="en-US"/>
          </a:p>
        </p:txBody>
      </p:sp>
      <p:sp>
        <p:nvSpPr>
          <p:cNvPr id="49" name="Text Placeholder 8">
            <a:extLst>
              <a:ext uri="{FF2B5EF4-FFF2-40B4-BE49-F238E27FC236}">
                <a16:creationId xmlns:a16="http://schemas.microsoft.com/office/drawing/2014/main" id="{FC43E9F9-ACF5-4568-B07C-118066F05A1C}"/>
              </a:ext>
            </a:extLst>
          </p:cNvPr>
          <p:cNvSpPr>
            <a:spLocks noGrp="1"/>
          </p:cNvSpPr>
          <p:nvPr>
            <p:ph type="body" sz="quarter" idx="20" hasCustomPrompt="1"/>
          </p:nvPr>
        </p:nvSpPr>
        <p:spPr>
          <a:xfrm>
            <a:off x="6498551" y="3935469"/>
            <a:ext cx="1903626" cy="581472"/>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3</a:t>
            </a:r>
          </a:p>
        </p:txBody>
      </p:sp>
      <p:sp>
        <p:nvSpPr>
          <p:cNvPr id="50" name="Text Placeholder 8">
            <a:extLst>
              <a:ext uri="{FF2B5EF4-FFF2-40B4-BE49-F238E27FC236}">
                <a16:creationId xmlns:a16="http://schemas.microsoft.com/office/drawing/2014/main" id="{6A1BFF88-6B4D-4C24-919C-20EB0A92A6A9}"/>
              </a:ext>
            </a:extLst>
          </p:cNvPr>
          <p:cNvSpPr>
            <a:spLocks noGrp="1"/>
          </p:cNvSpPr>
          <p:nvPr>
            <p:ph type="body" sz="quarter" idx="21" hasCustomPrompt="1"/>
          </p:nvPr>
        </p:nvSpPr>
        <p:spPr>
          <a:xfrm>
            <a:off x="6498553" y="4791496"/>
            <a:ext cx="1903622"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3   (3 baris)</a:t>
            </a:r>
          </a:p>
        </p:txBody>
      </p:sp>
      <p:sp>
        <p:nvSpPr>
          <p:cNvPr id="51" name="Picture Placeholder 22">
            <a:extLst>
              <a:ext uri="{FF2B5EF4-FFF2-40B4-BE49-F238E27FC236}">
                <a16:creationId xmlns:a16="http://schemas.microsoft.com/office/drawing/2014/main" id="{6E2C58C7-8A99-43AA-AAB1-6EEEE088E451}"/>
              </a:ext>
            </a:extLst>
          </p:cNvPr>
          <p:cNvSpPr>
            <a:spLocks noGrp="1"/>
          </p:cNvSpPr>
          <p:nvPr>
            <p:ph type="pic" sz="quarter" idx="22"/>
          </p:nvPr>
        </p:nvSpPr>
        <p:spPr>
          <a:xfrm>
            <a:off x="6530605" y="1777440"/>
            <a:ext cx="1839518" cy="1839518"/>
          </a:xfrm>
          <a:prstGeom prst="ellipse">
            <a:avLst/>
          </a:prstGeom>
          <a:pattFill prst="pct5">
            <a:fgClr>
              <a:schemeClr val="accent1"/>
            </a:fgClr>
            <a:bgClr>
              <a:schemeClr val="bg1"/>
            </a:bgClr>
          </a:pattFill>
        </p:spPr>
        <p:txBody>
          <a:bodyPr anchor="ctr"/>
          <a:lstStyle>
            <a:lvl1pPr algn="ctr">
              <a:buNone/>
              <a:defRPr/>
            </a:lvl1pPr>
          </a:lstStyle>
          <a:p>
            <a:endParaRPr lang="en-US"/>
          </a:p>
        </p:txBody>
      </p:sp>
      <p:sp>
        <p:nvSpPr>
          <p:cNvPr id="53" name="Text Placeholder 8">
            <a:extLst>
              <a:ext uri="{FF2B5EF4-FFF2-40B4-BE49-F238E27FC236}">
                <a16:creationId xmlns:a16="http://schemas.microsoft.com/office/drawing/2014/main" id="{80624AF8-8B21-47B1-BE05-7BCC6932A787}"/>
              </a:ext>
            </a:extLst>
          </p:cNvPr>
          <p:cNvSpPr>
            <a:spLocks noGrp="1"/>
          </p:cNvSpPr>
          <p:nvPr>
            <p:ph type="body" sz="quarter" idx="23" hasCustomPrompt="1"/>
          </p:nvPr>
        </p:nvSpPr>
        <p:spPr>
          <a:xfrm>
            <a:off x="9207281" y="3935469"/>
            <a:ext cx="1903626" cy="581472"/>
          </a:xfrm>
        </p:spPr>
        <p:txBody>
          <a:bodyPr lIns="0" tIns="0" rIns="0" bIns="0">
            <a:normAutofit/>
          </a:bodyPr>
          <a:lstStyle>
            <a:lvl1pPr marL="0" indent="0">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4</a:t>
            </a:r>
          </a:p>
        </p:txBody>
      </p:sp>
      <p:sp>
        <p:nvSpPr>
          <p:cNvPr id="54" name="Text Placeholder 8">
            <a:extLst>
              <a:ext uri="{FF2B5EF4-FFF2-40B4-BE49-F238E27FC236}">
                <a16:creationId xmlns:a16="http://schemas.microsoft.com/office/drawing/2014/main" id="{235B04DE-7B0F-4206-863D-80E1D886ED72}"/>
              </a:ext>
            </a:extLst>
          </p:cNvPr>
          <p:cNvSpPr>
            <a:spLocks noGrp="1"/>
          </p:cNvSpPr>
          <p:nvPr>
            <p:ph type="body" sz="quarter" idx="24" hasCustomPrompt="1"/>
          </p:nvPr>
        </p:nvSpPr>
        <p:spPr>
          <a:xfrm>
            <a:off x="9207283" y="4791496"/>
            <a:ext cx="1903622" cy="997196"/>
          </a:xfrm>
        </p:spPr>
        <p:txBody>
          <a:bodyPr lIns="0" tIns="0" rIns="0" bIns="0">
            <a:normAutofit/>
          </a:bodyPr>
          <a:lstStyle>
            <a:lvl1pPr marL="0" indent="0">
              <a:buNone/>
              <a:defRPr sz="2400"/>
            </a:lvl1pPr>
            <a:lvl2pPr>
              <a:buNone/>
              <a:defRPr/>
            </a:lvl2pPr>
            <a:lvl3pPr>
              <a:buNone/>
              <a:defRPr/>
            </a:lvl3pPr>
            <a:lvl4pPr>
              <a:buNone/>
              <a:defRPr/>
            </a:lvl4pPr>
            <a:lvl5pPr>
              <a:buNone/>
              <a:defRPr/>
            </a:lvl5pPr>
          </a:lstStyle>
          <a:p>
            <a:pPr lvl="0"/>
            <a:r>
              <a:rPr lang="en-US"/>
              <a:t>Penjelasan singkat Poin 4   (3 baris)</a:t>
            </a:r>
          </a:p>
        </p:txBody>
      </p:sp>
      <p:sp>
        <p:nvSpPr>
          <p:cNvPr id="55" name="Picture Placeholder 22">
            <a:extLst>
              <a:ext uri="{FF2B5EF4-FFF2-40B4-BE49-F238E27FC236}">
                <a16:creationId xmlns:a16="http://schemas.microsoft.com/office/drawing/2014/main" id="{50737BB2-787C-419B-9C83-63AB8452AA7A}"/>
              </a:ext>
            </a:extLst>
          </p:cNvPr>
          <p:cNvSpPr>
            <a:spLocks noGrp="1"/>
          </p:cNvSpPr>
          <p:nvPr>
            <p:ph type="pic" sz="quarter" idx="25"/>
          </p:nvPr>
        </p:nvSpPr>
        <p:spPr>
          <a:xfrm>
            <a:off x="9239335" y="1777440"/>
            <a:ext cx="1839518" cy="1839518"/>
          </a:xfrm>
          <a:prstGeom prst="ellipse">
            <a:avLst/>
          </a:prstGeom>
          <a:pattFill prst="pct5">
            <a:fgClr>
              <a:schemeClr val="accent1"/>
            </a:fgClr>
            <a:bgClr>
              <a:schemeClr val="bg1"/>
            </a:bgClr>
          </a:pattFill>
        </p:spPr>
        <p:txBody>
          <a:bodyPr anchor="ctr"/>
          <a:lstStyle>
            <a:lvl1pPr algn="ctr">
              <a:buNone/>
              <a:defRPr/>
            </a:lvl1pPr>
          </a:lstStyle>
          <a:p>
            <a:endParaRPr lang="en-US"/>
          </a:p>
        </p:txBody>
      </p:sp>
      <p:grpSp>
        <p:nvGrpSpPr>
          <p:cNvPr id="27" name="Group 26">
            <a:extLst>
              <a:ext uri="{FF2B5EF4-FFF2-40B4-BE49-F238E27FC236}">
                <a16:creationId xmlns:a16="http://schemas.microsoft.com/office/drawing/2014/main" id="{5B934A76-F701-4B95-9A8D-A50D5F91F949}"/>
              </a:ext>
            </a:extLst>
          </p:cNvPr>
          <p:cNvGrpSpPr/>
          <p:nvPr userDrawn="1"/>
        </p:nvGrpSpPr>
        <p:grpSpPr>
          <a:xfrm>
            <a:off x="8583820" y="0"/>
            <a:ext cx="3608180" cy="4064000"/>
            <a:chOff x="8583820" y="0"/>
            <a:chExt cx="3608180" cy="4064000"/>
          </a:xfrm>
        </p:grpSpPr>
        <p:sp>
          <p:nvSpPr>
            <p:cNvPr id="28" name="Freeform: Shape 27">
              <a:extLst>
                <a:ext uri="{FF2B5EF4-FFF2-40B4-BE49-F238E27FC236}">
                  <a16:creationId xmlns:a16="http://schemas.microsoft.com/office/drawing/2014/main" id="{8A28E97C-AE68-4F5A-A70C-E32F2CD87891}"/>
                </a:ext>
              </a:extLst>
            </p:cNvPr>
            <p:cNvSpPr/>
            <p:nvPr userDrawn="1"/>
          </p:nvSpPr>
          <p:spPr>
            <a:xfrm>
              <a:off x="8583820" y="0"/>
              <a:ext cx="3608180" cy="4064000"/>
            </a:xfrm>
            <a:custGeom>
              <a:avLst/>
              <a:gdLst>
                <a:gd name="connsiteX0" fmla="*/ 0 w 3608180"/>
                <a:gd name="connsiteY0" fmla="*/ 0 h 4064000"/>
                <a:gd name="connsiteX1" fmla="*/ 3608180 w 3608180"/>
                <a:gd name="connsiteY1" fmla="*/ 0 h 4064000"/>
                <a:gd name="connsiteX2" fmla="*/ 3608180 w 3608180"/>
                <a:gd name="connsiteY2" fmla="*/ 4064000 h 4064000"/>
                <a:gd name="connsiteX3" fmla="*/ 3607224 w 3608180"/>
                <a:gd name="connsiteY3" fmla="*/ 4064000 h 4064000"/>
                <a:gd name="connsiteX4" fmla="*/ 3607224 w 3608180"/>
                <a:gd name="connsiteY4" fmla="*/ 3625736 h 4064000"/>
                <a:gd name="connsiteX5" fmla="*/ 2545087 w 3608180"/>
                <a:gd name="connsiteY5" fmla="*/ 1061621 h 4064000"/>
                <a:gd name="connsiteX6" fmla="*/ 160758 w 3608180"/>
                <a:gd name="connsiteY6" fmla="*/ 3984 h 4064000"/>
                <a:gd name="connsiteX7" fmla="*/ 0 w 3608180"/>
                <a:gd name="connsiteY7" fmla="*/ 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08180" h="4064000">
                  <a:moveTo>
                    <a:pt x="0" y="0"/>
                  </a:moveTo>
                  <a:lnTo>
                    <a:pt x="3608180" y="0"/>
                  </a:lnTo>
                  <a:lnTo>
                    <a:pt x="3608180" y="4064000"/>
                  </a:lnTo>
                  <a:lnTo>
                    <a:pt x="3607224" y="4064000"/>
                  </a:lnTo>
                  <a:lnTo>
                    <a:pt x="3607224" y="3625736"/>
                  </a:lnTo>
                  <a:cubicBezTo>
                    <a:pt x="3607224" y="2664001"/>
                    <a:pt x="3225212" y="1741662"/>
                    <a:pt x="2545087" y="1061621"/>
                  </a:cubicBezTo>
                  <a:cubicBezTo>
                    <a:pt x="1907472" y="424083"/>
                    <a:pt x="1057151" y="48448"/>
                    <a:pt x="160758" y="3984"/>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9" name="Graphic 28">
              <a:extLst>
                <a:ext uri="{FF2B5EF4-FFF2-40B4-BE49-F238E27FC236}">
                  <a16:creationId xmlns:a16="http://schemas.microsoft.com/office/drawing/2014/main" id="{2F33450D-25FE-4D3F-90F5-AA7697F1BE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11255873" y="177800"/>
              <a:ext cx="814048" cy="814050"/>
            </a:xfrm>
            <a:prstGeom prst="rect">
              <a:avLst/>
            </a:prstGeom>
          </p:spPr>
        </p:pic>
      </p:grpSp>
      <p:sp>
        <p:nvSpPr>
          <p:cNvPr id="30" name="Title 1">
            <a:extLst>
              <a:ext uri="{FF2B5EF4-FFF2-40B4-BE49-F238E27FC236}">
                <a16:creationId xmlns:a16="http://schemas.microsoft.com/office/drawing/2014/main" id="{9DFBEF6E-1A0B-4F54-900A-27A858A8DAFA}"/>
              </a:ext>
            </a:extLst>
          </p:cNvPr>
          <p:cNvSpPr>
            <a:spLocks noGrp="1"/>
          </p:cNvSpPr>
          <p:nvPr>
            <p:ph type="title" hasCustomPrompt="1"/>
          </p:nvPr>
        </p:nvSpPr>
        <p:spPr>
          <a:xfrm>
            <a:off x="632731" y="505767"/>
            <a:ext cx="10860769" cy="553998"/>
          </a:xfrm>
        </p:spPr>
        <p:txBody>
          <a:bodyPr lIns="0" tIns="0" rIns="0" bIns="0">
            <a:normAutofit/>
          </a:bodyPr>
          <a:lstStyle>
            <a:lvl1pPr>
              <a:defRPr sz="4000">
                <a:solidFill>
                  <a:schemeClr val="accent1"/>
                </a:solidFill>
              </a:defRPr>
            </a:lvl1pPr>
          </a:lstStyle>
          <a:p>
            <a:r>
              <a:rPr lang="en-US"/>
              <a:t>Slide 3 Poin dengan Gambar Square</a:t>
            </a:r>
          </a:p>
        </p:txBody>
      </p:sp>
      <p:sp>
        <p:nvSpPr>
          <p:cNvPr id="31" name="Text Placeholder 8">
            <a:extLst>
              <a:ext uri="{FF2B5EF4-FFF2-40B4-BE49-F238E27FC236}">
                <a16:creationId xmlns:a16="http://schemas.microsoft.com/office/drawing/2014/main" id="{53A0CE12-E6F3-43EB-B17C-EEAEC46DB794}"/>
              </a:ext>
            </a:extLst>
          </p:cNvPr>
          <p:cNvSpPr>
            <a:spLocks noGrp="1"/>
          </p:cNvSpPr>
          <p:nvPr>
            <p:ph type="body" sz="quarter" idx="13" hasCustomPrompt="1"/>
          </p:nvPr>
        </p:nvSpPr>
        <p:spPr>
          <a:xfrm>
            <a:off x="632731" y="1133632"/>
            <a:ext cx="10860769" cy="387798"/>
          </a:xfrm>
        </p:spPr>
        <p:txBody>
          <a:bodyPr lIns="0" tIns="0" rIns="0" bIns="0">
            <a:normAutofit/>
          </a:bodyPr>
          <a:lstStyle>
            <a:lvl1pPr>
              <a:buNone/>
              <a:defRPr sz="2800"/>
            </a:lvl1pPr>
            <a:lvl2pPr>
              <a:buNone/>
              <a:defRPr/>
            </a:lvl2pPr>
            <a:lvl3pPr>
              <a:buNone/>
              <a:defRPr/>
            </a:lvl3pPr>
            <a:lvl4pPr>
              <a:buNone/>
              <a:defRPr/>
            </a:lvl4pPr>
            <a:lvl5pPr>
              <a:buNone/>
              <a:defRPr/>
            </a:lvl5pPr>
          </a:lstStyle>
          <a:p>
            <a:pPr lvl="0"/>
            <a:r>
              <a:rPr lang="en-US"/>
              <a:t>Poin – poin penting penelitian</a:t>
            </a:r>
          </a:p>
        </p:txBody>
      </p:sp>
    </p:spTree>
    <p:extLst>
      <p:ext uri="{BB962C8B-B14F-4D97-AF65-F5344CB8AC3E}">
        <p14:creationId xmlns:p14="http://schemas.microsoft.com/office/powerpoint/2010/main" val="285274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xEl>
                                              <p:pRg st="0" end="0"/>
                                            </p:txEl>
                                          </p:spTgt>
                                        </p:tgtEl>
                                        <p:attrNameLst>
                                          <p:attrName>style.visibility</p:attrName>
                                        </p:attrNameLst>
                                      </p:cBhvr>
                                      <p:to>
                                        <p:strVal val="visible"/>
                                      </p:to>
                                    </p:set>
                                    <p:animEffect transition="in" filter="fade">
                                      <p:cBhvr>
                                        <p:cTn id="10" dur="500"/>
                                        <p:tgtEl>
                                          <p:spTgt spid="31">
                                            <p:txEl>
                                              <p:pRg st="0" end="0"/>
                                            </p:txEl>
                                          </p:spTgt>
                                        </p:tgtEl>
                                      </p:cBhvr>
                                    </p:animEffect>
                                  </p:childTnLst>
                                </p:cTn>
                              </p:par>
                              <p:par>
                                <p:cTn id="11" presetID="2" presetClass="entr" presetSubtype="2" fill="hold" nodeType="withEffect">
                                  <p:stCondLst>
                                    <p:cond delay="25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1+#ppt_w/2"/>
                                          </p:val>
                                        </p:tav>
                                        <p:tav tm="100000">
                                          <p:val>
                                            <p:strVal val="#ppt_x"/>
                                          </p:val>
                                        </p:tav>
                                      </p:tavLst>
                                    </p:anim>
                                    <p:anim calcmode="lin" valueType="num">
                                      <p:cBhvr additive="base">
                                        <p:cTn id="14" dur="500" fill="hold"/>
                                        <p:tgtEl>
                                          <p:spTgt spid="27"/>
                                        </p:tgtEl>
                                        <p:attrNameLst>
                                          <p:attrName>ppt_y</p:attrName>
                                        </p:attrNameLst>
                                      </p:cBhvr>
                                      <p:tavLst>
                                        <p:tav tm="0">
                                          <p:val>
                                            <p:strVal val="#ppt_y"/>
                                          </p:val>
                                        </p:tav>
                                        <p:tav tm="100000">
                                          <p:val>
                                            <p:strVal val="#ppt_y"/>
                                          </p:val>
                                        </p:tav>
                                      </p:tavLst>
                                    </p:anim>
                                  </p:childTnLst>
                                </p:cTn>
                              </p:par>
                            </p:childTnLst>
                          </p:cTn>
                        </p:par>
                        <p:par>
                          <p:cTn id="15" fill="hold">
                            <p:stCondLst>
                              <p:cond delay="750"/>
                            </p:stCondLst>
                            <p:childTnLst>
                              <p:par>
                                <p:cTn id="16" presetID="2" presetClass="entr" presetSubtype="4" decel="10000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par>
                                <p:cTn id="20" presetID="10" presetClass="entr" presetSubtype="0" fill="hold" grpId="0" nodeType="withEffect">
                                  <p:stCondLst>
                                    <p:cond delay="25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20">
                                            <p:txEl>
                                              <p:pRg st="0" end="0"/>
                                            </p:txEl>
                                          </p:spTgt>
                                        </p:tgtEl>
                                        <p:attrNameLst>
                                          <p:attrName>style.visibility</p:attrName>
                                        </p:attrNameLst>
                                      </p:cBhvr>
                                      <p:to>
                                        <p:strVal val="visible"/>
                                      </p:to>
                                    </p:set>
                                    <p:animEffect transition="in" filter="fade">
                                      <p:cBhvr>
                                        <p:cTn id="25" dur="500"/>
                                        <p:tgtEl>
                                          <p:spTgt spid="20">
                                            <p:txEl>
                                              <p:pRg st="0" end="0"/>
                                            </p:txEl>
                                          </p:spTgt>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21">
                                            <p:txEl>
                                              <p:pRg st="0" end="0"/>
                                            </p:txEl>
                                          </p:spTgt>
                                        </p:tgtEl>
                                        <p:attrNameLst>
                                          <p:attrName>style.visibility</p:attrName>
                                        </p:attrNameLst>
                                      </p:cBhvr>
                                      <p:to>
                                        <p:strVal val="visible"/>
                                      </p:to>
                                    </p:set>
                                    <p:animEffect transition="in" filter="fade">
                                      <p:cBhvr>
                                        <p:cTn id="28" dur="500"/>
                                        <p:tgtEl>
                                          <p:spTgt spid="21">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decel="10000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par>
                                <p:cTn id="35" presetID="10" presetClass="entr" presetSubtype="0" fill="hold" grpId="0" nodeType="withEffect">
                                  <p:stCondLst>
                                    <p:cond delay="25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45">
                                            <p:txEl>
                                              <p:pRg st="0" end="0"/>
                                            </p:txEl>
                                          </p:spTgt>
                                        </p:tgtEl>
                                        <p:attrNameLst>
                                          <p:attrName>style.visibility</p:attrName>
                                        </p:attrNameLst>
                                      </p:cBhvr>
                                      <p:to>
                                        <p:strVal val="visible"/>
                                      </p:to>
                                    </p:set>
                                    <p:animEffect transition="in" filter="fade">
                                      <p:cBhvr>
                                        <p:cTn id="40" dur="500"/>
                                        <p:tgtEl>
                                          <p:spTgt spid="45">
                                            <p:txEl>
                                              <p:pRg st="0" end="0"/>
                                            </p:txEl>
                                          </p:spTgt>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46">
                                            <p:txEl>
                                              <p:pRg st="0" end="0"/>
                                            </p:txEl>
                                          </p:spTgt>
                                        </p:tgtEl>
                                        <p:attrNameLst>
                                          <p:attrName>style.visibility</p:attrName>
                                        </p:attrNameLst>
                                      </p:cBhvr>
                                      <p:to>
                                        <p:strVal val="visible"/>
                                      </p:to>
                                    </p:set>
                                    <p:animEffect transition="in" filter="fade">
                                      <p:cBhvr>
                                        <p:cTn id="43" dur="500"/>
                                        <p:tgtEl>
                                          <p:spTgt spid="4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decel="10000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500" fill="hold"/>
                                        <p:tgtEl>
                                          <p:spTgt spid="8"/>
                                        </p:tgtEl>
                                        <p:attrNameLst>
                                          <p:attrName>ppt_x</p:attrName>
                                        </p:attrNameLst>
                                      </p:cBhvr>
                                      <p:tavLst>
                                        <p:tav tm="0">
                                          <p:val>
                                            <p:strVal val="#ppt_x"/>
                                          </p:val>
                                        </p:tav>
                                        <p:tav tm="100000">
                                          <p:val>
                                            <p:strVal val="#ppt_x"/>
                                          </p:val>
                                        </p:tav>
                                      </p:tavLst>
                                    </p:anim>
                                    <p:anim calcmode="lin" valueType="num">
                                      <p:cBhvr additive="base">
                                        <p:cTn id="49" dur="500" fill="hold"/>
                                        <p:tgtEl>
                                          <p:spTgt spid="8"/>
                                        </p:tgtEl>
                                        <p:attrNameLst>
                                          <p:attrName>ppt_y</p:attrName>
                                        </p:attrNameLst>
                                      </p:cBhvr>
                                      <p:tavLst>
                                        <p:tav tm="0">
                                          <p:val>
                                            <p:strVal val="1+#ppt_h/2"/>
                                          </p:val>
                                        </p:tav>
                                        <p:tav tm="100000">
                                          <p:val>
                                            <p:strVal val="#ppt_y"/>
                                          </p:val>
                                        </p:tav>
                                      </p:tavLst>
                                    </p:anim>
                                  </p:childTnLst>
                                </p:cTn>
                              </p:par>
                              <p:par>
                                <p:cTn id="50" presetID="10" presetClass="entr" presetSubtype="0" fill="hold" grpId="0" nodeType="withEffect">
                                  <p:stCondLst>
                                    <p:cond delay="25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49">
                                            <p:txEl>
                                              <p:pRg st="0" end="0"/>
                                            </p:txEl>
                                          </p:spTgt>
                                        </p:tgtEl>
                                        <p:attrNameLst>
                                          <p:attrName>style.visibility</p:attrName>
                                        </p:attrNameLst>
                                      </p:cBhvr>
                                      <p:to>
                                        <p:strVal val="visible"/>
                                      </p:to>
                                    </p:set>
                                    <p:animEffect transition="in" filter="fade">
                                      <p:cBhvr>
                                        <p:cTn id="55" dur="500"/>
                                        <p:tgtEl>
                                          <p:spTgt spid="49">
                                            <p:txEl>
                                              <p:pRg st="0" end="0"/>
                                            </p:txEl>
                                          </p:spTgt>
                                        </p:tgtEl>
                                      </p:cBhvr>
                                    </p:animEffect>
                                  </p:childTnLst>
                                </p:cTn>
                              </p:par>
                              <p:par>
                                <p:cTn id="56" presetID="10" presetClass="entr" presetSubtype="0" fill="hold" grpId="0" nodeType="withEffect">
                                  <p:stCondLst>
                                    <p:cond delay="750"/>
                                  </p:stCondLst>
                                  <p:childTnLst>
                                    <p:set>
                                      <p:cBhvr>
                                        <p:cTn id="57" dur="1" fill="hold">
                                          <p:stCondLst>
                                            <p:cond delay="0"/>
                                          </p:stCondLst>
                                        </p:cTn>
                                        <p:tgtEl>
                                          <p:spTgt spid="50">
                                            <p:txEl>
                                              <p:pRg st="0" end="0"/>
                                            </p:txEl>
                                          </p:spTgt>
                                        </p:tgtEl>
                                        <p:attrNameLst>
                                          <p:attrName>style.visibility</p:attrName>
                                        </p:attrNameLst>
                                      </p:cBhvr>
                                      <p:to>
                                        <p:strVal val="visible"/>
                                      </p:to>
                                    </p:set>
                                    <p:animEffect transition="in" filter="fade">
                                      <p:cBhvr>
                                        <p:cTn id="58" dur="500"/>
                                        <p:tgtEl>
                                          <p:spTgt spid="50">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decel="10000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additive="base">
                                        <p:cTn id="63" dur="500" fill="hold"/>
                                        <p:tgtEl>
                                          <p:spTgt spid="10"/>
                                        </p:tgtEl>
                                        <p:attrNameLst>
                                          <p:attrName>ppt_x</p:attrName>
                                        </p:attrNameLst>
                                      </p:cBhvr>
                                      <p:tavLst>
                                        <p:tav tm="0">
                                          <p:val>
                                            <p:strVal val="#ppt_x"/>
                                          </p:val>
                                        </p:tav>
                                        <p:tav tm="100000">
                                          <p:val>
                                            <p:strVal val="#ppt_x"/>
                                          </p:val>
                                        </p:tav>
                                      </p:tavLst>
                                    </p:anim>
                                    <p:anim calcmode="lin" valueType="num">
                                      <p:cBhvr additive="base">
                                        <p:cTn id="64" dur="500" fill="hold"/>
                                        <p:tgtEl>
                                          <p:spTgt spid="10"/>
                                        </p:tgtEl>
                                        <p:attrNameLst>
                                          <p:attrName>ppt_y</p:attrName>
                                        </p:attrNameLst>
                                      </p:cBhvr>
                                      <p:tavLst>
                                        <p:tav tm="0">
                                          <p:val>
                                            <p:strVal val="1+#ppt_h/2"/>
                                          </p:val>
                                        </p:tav>
                                        <p:tav tm="100000">
                                          <p:val>
                                            <p:strVal val="#ppt_y"/>
                                          </p:val>
                                        </p:tav>
                                      </p:tavLst>
                                    </p:anim>
                                  </p:childTnLst>
                                </p:cTn>
                              </p:par>
                              <p:par>
                                <p:cTn id="65" presetID="10" presetClass="entr" presetSubtype="0" fill="hold" grpId="0" nodeType="withEffect">
                                  <p:stCondLst>
                                    <p:cond delay="25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500"/>
                                        <p:tgtEl>
                                          <p:spTgt spid="55"/>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53">
                                            <p:txEl>
                                              <p:pRg st="0" end="0"/>
                                            </p:txEl>
                                          </p:spTgt>
                                        </p:tgtEl>
                                        <p:attrNameLst>
                                          <p:attrName>style.visibility</p:attrName>
                                        </p:attrNameLst>
                                      </p:cBhvr>
                                      <p:to>
                                        <p:strVal val="visible"/>
                                      </p:to>
                                    </p:set>
                                    <p:animEffect transition="in" filter="fade">
                                      <p:cBhvr>
                                        <p:cTn id="70" dur="500"/>
                                        <p:tgtEl>
                                          <p:spTgt spid="53">
                                            <p:txEl>
                                              <p:pRg st="0" end="0"/>
                                            </p:txEl>
                                          </p:spTgt>
                                        </p:tgtEl>
                                      </p:cBhvr>
                                    </p:animEffect>
                                  </p:childTnLst>
                                </p:cTn>
                              </p:par>
                              <p:par>
                                <p:cTn id="71" presetID="10" presetClass="entr" presetSubtype="0" fill="hold" grpId="0" nodeType="withEffect">
                                  <p:stCondLst>
                                    <p:cond delay="750"/>
                                  </p:stCondLst>
                                  <p:childTnLst>
                                    <p:set>
                                      <p:cBhvr>
                                        <p:cTn id="72" dur="1" fill="hold">
                                          <p:stCondLst>
                                            <p:cond delay="0"/>
                                          </p:stCondLst>
                                        </p:cTn>
                                        <p:tgtEl>
                                          <p:spTgt spid="54">
                                            <p:txEl>
                                              <p:pRg st="0" end="0"/>
                                            </p:txEl>
                                          </p:spTgt>
                                        </p:tgtEl>
                                        <p:attrNameLst>
                                          <p:attrName>style.visibility</p:attrName>
                                        </p:attrNameLst>
                                      </p:cBhvr>
                                      <p:to>
                                        <p:strVal val="visible"/>
                                      </p:to>
                                    </p:set>
                                    <p:animEffect transition="in" filter="fade">
                                      <p:cBhvr>
                                        <p:cTn id="73"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animBg="1"/>
      <p:bldP spid="10" grpId="0" animBg="1"/>
      <p:bldP spid="20" grpId="0" build="p">
        <p:tmplLst>
          <p:tmpl lvl="1">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withEffect">
                  <p:stCondLst>
                    <p:cond delay="75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5" grpId="0" animBg="1"/>
      <p:bldP spid="45" grpId="0" build="p">
        <p:tmplLst>
          <p:tmpl lvl="1">
            <p:tnLst>
              <p:par>
                <p:cTn presetID="10" presetClass="entr" presetSubtype="0" fill="hold" nodeType="withEffect">
                  <p:stCondLst>
                    <p:cond delay="50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P spid="46" grpId="0" build="p">
        <p:tmplLst>
          <p:tmpl lvl="1">
            <p:tnLst>
              <p:par>
                <p:cTn presetID="10" presetClass="entr" presetSubtype="0" fill="hold" nodeType="withEffect">
                  <p:stCondLst>
                    <p:cond delay="75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7" grpId="0" animBg="1"/>
      <p:bldP spid="49" grpId="0" build="p">
        <p:tmplLst>
          <p:tmpl lvl="1">
            <p:tnLst>
              <p:par>
                <p:cTn presetID="10" presetClass="entr" presetSubtype="0" fill="hold" nodeType="withEffect">
                  <p:stCondLst>
                    <p:cond delay="50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build="p">
        <p:tmplLst>
          <p:tmpl lvl="1">
            <p:tnLst>
              <p:par>
                <p:cTn presetID="10" presetClass="entr" presetSubtype="0" fill="hold" nodeType="withEffect">
                  <p:stCondLst>
                    <p:cond delay="75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Lst>
      </p:bldP>
      <p:bldP spid="51" grpId="0" animBg="1"/>
      <p:bldP spid="53" grpId="0" build="p">
        <p:tmplLst>
          <p:tmpl lvl="1">
            <p:tnLst>
              <p:par>
                <p:cTn presetID="10" presetClass="entr" presetSubtype="0" fill="hold" nodeType="withEffect">
                  <p:stCondLst>
                    <p:cond delay="500"/>
                  </p:stCondLst>
                  <p:childTnLst>
                    <p:set>
                      <p:cBhvr>
                        <p:cTn dur="1" fill="hold">
                          <p:stCondLst>
                            <p:cond delay="0"/>
                          </p:stCondLst>
                        </p:cTn>
                        <p:tgtEl>
                          <p:spTgt spid="53"/>
                        </p:tgtEl>
                        <p:attrNameLst>
                          <p:attrName>style.visibility</p:attrName>
                        </p:attrNameLst>
                      </p:cBhvr>
                      <p:to>
                        <p:strVal val="visible"/>
                      </p:to>
                    </p:set>
                    <p:animEffect transition="in" filter="fade">
                      <p:cBhvr>
                        <p:cTn dur="500"/>
                        <p:tgtEl>
                          <p:spTgt spid="53"/>
                        </p:tgtEl>
                      </p:cBhvr>
                    </p:animEffect>
                  </p:childTnLst>
                </p:cTn>
              </p:par>
            </p:tnLst>
          </p:tmpl>
        </p:tmplLst>
      </p:bldP>
      <p:bldP spid="54" grpId="0" build="p">
        <p:tmplLst>
          <p:tmpl lvl="1">
            <p:tnLst>
              <p:par>
                <p:cTn presetID="10" presetClass="entr" presetSubtype="0" fill="hold" nodeType="withEffect">
                  <p:stCondLst>
                    <p:cond delay="75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P spid="55" grpId="0" animBg="1"/>
      <p:bldP spid="30" grpId="0"/>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 Poin ">
    <p:spTree>
      <p:nvGrpSpPr>
        <p:cNvPr id="1" name=""/>
        <p:cNvGrpSpPr/>
        <p:nvPr/>
      </p:nvGrpSpPr>
      <p:grpSpPr>
        <a:xfrm>
          <a:off x="0" y="0"/>
          <a:ext cx="0" cy="0"/>
          <a:chOff x="0" y="0"/>
          <a:chExt cx="0" cy="0"/>
        </a:xfrm>
      </p:grpSpPr>
      <p:pic>
        <p:nvPicPr>
          <p:cNvPr id="52" name="Picture 6" descr="Geometrical Illustration">
            <a:extLst>
              <a:ext uri="{FF2B5EF4-FFF2-40B4-BE49-F238E27FC236}">
                <a16:creationId xmlns:a16="http://schemas.microsoft.com/office/drawing/2014/main" id="{CE87C9F7-F09A-4B44-A3A7-1E5CDC2951C7}"/>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53">
            <a:extLst>
              <a:ext uri="{FF2B5EF4-FFF2-40B4-BE49-F238E27FC236}">
                <a16:creationId xmlns:a16="http://schemas.microsoft.com/office/drawing/2014/main" id="{1802D8B2-1AA5-4581-8A50-0FA3ED7FF722}"/>
              </a:ext>
            </a:extLst>
          </p:cNvPr>
          <p:cNvSpPr/>
          <p:nvPr userDrawn="1"/>
        </p:nvSpPr>
        <p:spPr>
          <a:xfrm flipV="1">
            <a:off x="0" y="0"/>
            <a:ext cx="12192000" cy="6858000"/>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59DEF9DB-5FDF-405A-B062-869536DC44D5}"/>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B2F840F0-3C48-4972-A71C-AE7E488A8F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C7EAE6-AE0C-47A1-9991-5D4729B7D17A}"/>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43" name="Freeform: Shape 42">
            <a:extLst>
              <a:ext uri="{FF2B5EF4-FFF2-40B4-BE49-F238E27FC236}">
                <a16:creationId xmlns:a16="http://schemas.microsoft.com/office/drawing/2014/main" id="{30337991-3323-457F-B13A-9664DC615126}"/>
              </a:ext>
            </a:extLst>
          </p:cNvPr>
          <p:cNvSpPr/>
          <p:nvPr userDrawn="1"/>
        </p:nvSpPr>
        <p:spPr>
          <a:xfrm rot="10800000">
            <a:off x="895352" y="1835021"/>
            <a:ext cx="1801906" cy="1977166"/>
          </a:xfrm>
          <a:custGeom>
            <a:avLst/>
            <a:gdLst>
              <a:gd name="connsiteX0" fmla="*/ 900953 w 1801906"/>
              <a:gd name="connsiteY0" fmla="*/ 1977166 h 1977166"/>
              <a:gd name="connsiteX1" fmla="*/ 0 w 1801906"/>
              <a:gd name="connsiteY1" fmla="*/ 1076213 h 1977166"/>
              <a:gd name="connsiteX2" fmla="*/ 719379 w 1801906"/>
              <a:gd name="connsiteY2" fmla="*/ 193564 h 1977166"/>
              <a:gd name="connsiteX3" fmla="*/ 759742 w 1801906"/>
              <a:gd name="connsiteY3" fmla="*/ 187404 h 1977166"/>
              <a:gd name="connsiteX4" fmla="*/ 900953 w 1801906"/>
              <a:gd name="connsiteY4" fmla="*/ 0 h 1977166"/>
              <a:gd name="connsiteX5" fmla="*/ 1042164 w 1801906"/>
              <a:gd name="connsiteY5" fmla="*/ 187404 h 1977166"/>
              <a:gd name="connsiteX6" fmla="*/ 1082527 w 1801906"/>
              <a:gd name="connsiteY6" fmla="*/ 193564 h 1977166"/>
              <a:gd name="connsiteX7" fmla="*/ 1801906 w 1801906"/>
              <a:gd name="connsiteY7" fmla="*/ 1076213 h 1977166"/>
              <a:gd name="connsiteX8" fmla="*/ 900953 w 1801906"/>
              <a:gd name="connsiteY8" fmla="*/ 1977166 h 197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1906" h="1977166">
                <a:moveTo>
                  <a:pt x="900953" y="1977166"/>
                </a:moveTo>
                <a:cubicBezTo>
                  <a:pt x="403370" y="1977166"/>
                  <a:pt x="0" y="1573796"/>
                  <a:pt x="0" y="1076213"/>
                </a:cubicBezTo>
                <a:cubicBezTo>
                  <a:pt x="0" y="640828"/>
                  <a:pt x="308830" y="277575"/>
                  <a:pt x="719379" y="193564"/>
                </a:cubicBezTo>
                <a:lnTo>
                  <a:pt x="759742" y="187404"/>
                </a:lnTo>
                <a:lnTo>
                  <a:pt x="900953" y="0"/>
                </a:lnTo>
                <a:lnTo>
                  <a:pt x="1042164" y="187404"/>
                </a:lnTo>
                <a:lnTo>
                  <a:pt x="1082527" y="193564"/>
                </a:lnTo>
                <a:cubicBezTo>
                  <a:pt x="1493076" y="277575"/>
                  <a:pt x="1801906" y="640828"/>
                  <a:pt x="1801906" y="1076213"/>
                </a:cubicBezTo>
                <a:cubicBezTo>
                  <a:pt x="1801906" y="1573796"/>
                  <a:pt x="1398536" y="1977166"/>
                  <a:pt x="900953" y="197716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28DA9E21-C290-491A-B7AC-1C8289290B15}"/>
              </a:ext>
            </a:extLst>
          </p:cNvPr>
          <p:cNvSpPr/>
          <p:nvPr userDrawn="1"/>
        </p:nvSpPr>
        <p:spPr>
          <a:xfrm rot="10800000">
            <a:off x="1087646" y="2027316"/>
            <a:ext cx="1417318" cy="14173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EC2D1388-B94D-4414-BC31-A71677FB3B7A}"/>
              </a:ext>
            </a:extLst>
          </p:cNvPr>
          <p:cNvSpPr>
            <a:spLocks noGrp="1"/>
          </p:cNvSpPr>
          <p:nvPr userDrawn="1">
            <p:ph type="title" hasCustomPrompt="1"/>
          </p:nvPr>
        </p:nvSpPr>
        <p:spPr>
          <a:xfrm>
            <a:off x="632731" y="505767"/>
            <a:ext cx="10860769" cy="553998"/>
          </a:xfrm>
        </p:spPr>
        <p:txBody>
          <a:bodyPr lIns="0" tIns="0" rIns="0" bIns="0">
            <a:normAutofit/>
          </a:bodyPr>
          <a:lstStyle>
            <a:lvl1pPr algn="ctr">
              <a:defRPr sz="4000">
                <a:solidFill>
                  <a:schemeClr val="accent1"/>
                </a:solidFill>
              </a:defRPr>
            </a:lvl1pPr>
          </a:lstStyle>
          <a:p>
            <a:r>
              <a:rPr lang="en-US"/>
              <a:t>Slide 5 Poin dengan Icon</a:t>
            </a:r>
          </a:p>
        </p:txBody>
      </p:sp>
      <p:sp>
        <p:nvSpPr>
          <p:cNvPr id="14" name="Text Placeholder 8">
            <a:extLst>
              <a:ext uri="{FF2B5EF4-FFF2-40B4-BE49-F238E27FC236}">
                <a16:creationId xmlns:a16="http://schemas.microsoft.com/office/drawing/2014/main" id="{FFB77787-3CE1-4FB9-B7F3-E513278C84FD}"/>
              </a:ext>
            </a:extLst>
          </p:cNvPr>
          <p:cNvSpPr>
            <a:spLocks noGrp="1"/>
          </p:cNvSpPr>
          <p:nvPr userDrawn="1">
            <p:ph type="body" sz="quarter" idx="13" hasCustomPrompt="1"/>
          </p:nvPr>
        </p:nvSpPr>
        <p:spPr>
          <a:xfrm>
            <a:off x="632731" y="1133632"/>
            <a:ext cx="10860769" cy="387798"/>
          </a:xfrm>
        </p:spPr>
        <p:txBody>
          <a:bodyPr lIns="0" tIns="0" rIns="0" bIns="0">
            <a:normAutofit/>
          </a:bodyPr>
          <a:lstStyle>
            <a:lvl1pPr algn="ctr">
              <a:buNone/>
              <a:defRPr sz="2800"/>
            </a:lvl1pPr>
            <a:lvl2pPr>
              <a:buNone/>
              <a:defRPr/>
            </a:lvl2pPr>
            <a:lvl3pPr>
              <a:buNone/>
              <a:defRPr/>
            </a:lvl3pPr>
            <a:lvl4pPr>
              <a:buNone/>
              <a:defRPr/>
            </a:lvl4pPr>
            <a:lvl5pPr>
              <a:buNone/>
              <a:defRPr/>
            </a:lvl5pPr>
          </a:lstStyle>
          <a:p>
            <a:pPr lvl="0"/>
            <a:r>
              <a:rPr lang="en-US"/>
              <a:t>Poin – poin penting penelitian</a:t>
            </a:r>
          </a:p>
        </p:txBody>
      </p:sp>
      <p:sp>
        <p:nvSpPr>
          <p:cNvPr id="15" name="Text Placeholder 8">
            <a:extLst>
              <a:ext uri="{FF2B5EF4-FFF2-40B4-BE49-F238E27FC236}">
                <a16:creationId xmlns:a16="http://schemas.microsoft.com/office/drawing/2014/main" id="{D8349E53-29A0-4191-8E8E-2884602E8B6B}"/>
              </a:ext>
            </a:extLst>
          </p:cNvPr>
          <p:cNvSpPr>
            <a:spLocks noGrp="1"/>
          </p:cNvSpPr>
          <p:nvPr userDrawn="1">
            <p:ph type="body" sz="quarter" idx="14" hasCustomPrompt="1"/>
          </p:nvPr>
        </p:nvSpPr>
        <p:spPr>
          <a:xfrm>
            <a:off x="895350" y="3935469"/>
            <a:ext cx="1801908" cy="581472"/>
          </a:xfrm>
        </p:spPr>
        <p:txBody>
          <a:bodyPr lIns="0" tIns="0" rIns="0" bIns="0">
            <a:normAutofit/>
          </a:bodyPr>
          <a:lstStyle>
            <a:lvl1pPr marL="0" indent="0" algn="ctr">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1</a:t>
            </a:r>
          </a:p>
        </p:txBody>
      </p:sp>
      <p:sp>
        <p:nvSpPr>
          <p:cNvPr id="16" name="Text Placeholder 8">
            <a:extLst>
              <a:ext uri="{FF2B5EF4-FFF2-40B4-BE49-F238E27FC236}">
                <a16:creationId xmlns:a16="http://schemas.microsoft.com/office/drawing/2014/main" id="{678C7A0A-4AF8-41AF-AFA6-02A1EAD64270}"/>
              </a:ext>
            </a:extLst>
          </p:cNvPr>
          <p:cNvSpPr>
            <a:spLocks noGrp="1"/>
          </p:cNvSpPr>
          <p:nvPr userDrawn="1">
            <p:ph type="body" sz="quarter" idx="15" hasCustomPrompt="1"/>
          </p:nvPr>
        </p:nvSpPr>
        <p:spPr>
          <a:xfrm>
            <a:off x="895352" y="4791496"/>
            <a:ext cx="1801904" cy="997196"/>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Penjelasan singkat Poin 1   (3 baris)</a:t>
            </a:r>
          </a:p>
        </p:txBody>
      </p:sp>
      <p:sp>
        <p:nvSpPr>
          <p:cNvPr id="45" name="Freeform: Shape 44">
            <a:extLst>
              <a:ext uri="{FF2B5EF4-FFF2-40B4-BE49-F238E27FC236}">
                <a16:creationId xmlns:a16="http://schemas.microsoft.com/office/drawing/2014/main" id="{E1F55BD6-418F-4CB3-A9CC-888948D6639A}"/>
              </a:ext>
            </a:extLst>
          </p:cNvPr>
          <p:cNvSpPr/>
          <p:nvPr userDrawn="1"/>
        </p:nvSpPr>
        <p:spPr>
          <a:xfrm rot="10800000">
            <a:off x="3035262" y="1835021"/>
            <a:ext cx="1801906" cy="1977166"/>
          </a:xfrm>
          <a:custGeom>
            <a:avLst/>
            <a:gdLst>
              <a:gd name="connsiteX0" fmla="*/ 900953 w 1801906"/>
              <a:gd name="connsiteY0" fmla="*/ 1977166 h 1977166"/>
              <a:gd name="connsiteX1" fmla="*/ 0 w 1801906"/>
              <a:gd name="connsiteY1" fmla="*/ 1076213 h 1977166"/>
              <a:gd name="connsiteX2" fmla="*/ 719379 w 1801906"/>
              <a:gd name="connsiteY2" fmla="*/ 193564 h 1977166"/>
              <a:gd name="connsiteX3" fmla="*/ 759742 w 1801906"/>
              <a:gd name="connsiteY3" fmla="*/ 187404 h 1977166"/>
              <a:gd name="connsiteX4" fmla="*/ 900953 w 1801906"/>
              <a:gd name="connsiteY4" fmla="*/ 0 h 1977166"/>
              <a:gd name="connsiteX5" fmla="*/ 1042164 w 1801906"/>
              <a:gd name="connsiteY5" fmla="*/ 187404 h 1977166"/>
              <a:gd name="connsiteX6" fmla="*/ 1082526 w 1801906"/>
              <a:gd name="connsiteY6" fmla="*/ 193564 h 1977166"/>
              <a:gd name="connsiteX7" fmla="*/ 1801906 w 1801906"/>
              <a:gd name="connsiteY7" fmla="*/ 1076213 h 1977166"/>
              <a:gd name="connsiteX8" fmla="*/ 900953 w 1801906"/>
              <a:gd name="connsiteY8" fmla="*/ 1977166 h 197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1906" h="1977166">
                <a:moveTo>
                  <a:pt x="900953" y="1977166"/>
                </a:moveTo>
                <a:cubicBezTo>
                  <a:pt x="403370" y="1977166"/>
                  <a:pt x="0" y="1573796"/>
                  <a:pt x="0" y="1076213"/>
                </a:cubicBezTo>
                <a:cubicBezTo>
                  <a:pt x="0" y="640828"/>
                  <a:pt x="308830" y="277575"/>
                  <a:pt x="719379" y="193564"/>
                </a:cubicBezTo>
                <a:lnTo>
                  <a:pt x="759742" y="187404"/>
                </a:lnTo>
                <a:lnTo>
                  <a:pt x="900953" y="0"/>
                </a:lnTo>
                <a:lnTo>
                  <a:pt x="1042164" y="187404"/>
                </a:lnTo>
                <a:lnTo>
                  <a:pt x="1082526" y="193564"/>
                </a:lnTo>
                <a:cubicBezTo>
                  <a:pt x="1493076" y="277575"/>
                  <a:pt x="1801906" y="640828"/>
                  <a:pt x="1801906" y="1076213"/>
                </a:cubicBezTo>
                <a:cubicBezTo>
                  <a:pt x="1801906" y="1573796"/>
                  <a:pt x="1398536" y="1977166"/>
                  <a:pt x="900953" y="197716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C9E01259-5874-48DE-87A2-D4238E485456}"/>
              </a:ext>
            </a:extLst>
          </p:cNvPr>
          <p:cNvSpPr/>
          <p:nvPr userDrawn="1"/>
        </p:nvSpPr>
        <p:spPr>
          <a:xfrm rot="10800000">
            <a:off x="3227556" y="2027316"/>
            <a:ext cx="1417318" cy="14173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AD7D12FE-0D80-4072-9DC2-EFF4C8649511}"/>
              </a:ext>
            </a:extLst>
          </p:cNvPr>
          <p:cNvSpPr/>
          <p:nvPr userDrawn="1"/>
        </p:nvSpPr>
        <p:spPr>
          <a:xfrm rot="10800000">
            <a:off x="5175172" y="1835021"/>
            <a:ext cx="1801906" cy="1977166"/>
          </a:xfrm>
          <a:custGeom>
            <a:avLst/>
            <a:gdLst>
              <a:gd name="connsiteX0" fmla="*/ 900953 w 1801906"/>
              <a:gd name="connsiteY0" fmla="*/ 1977166 h 1977166"/>
              <a:gd name="connsiteX1" fmla="*/ 0 w 1801906"/>
              <a:gd name="connsiteY1" fmla="*/ 1076213 h 1977166"/>
              <a:gd name="connsiteX2" fmla="*/ 719379 w 1801906"/>
              <a:gd name="connsiteY2" fmla="*/ 193564 h 1977166"/>
              <a:gd name="connsiteX3" fmla="*/ 759742 w 1801906"/>
              <a:gd name="connsiteY3" fmla="*/ 187404 h 1977166"/>
              <a:gd name="connsiteX4" fmla="*/ 900953 w 1801906"/>
              <a:gd name="connsiteY4" fmla="*/ 0 h 1977166"/>
              <a:gd name="connsiteX5" fmla="*/ 1042164 w 1801906"/>
              <a:gd name="connsiteY5" fmla="*/ 187404 h 1977166"/>
              <a:gd name="connsiteX6" fmla="*/ 1082526 w 1801906"/>
              <a:gd name="connsiteY6" fmla="*/ 193564 h 1977166"/>
              <a:gd name="connsiteX7" fmla="*/ 1801906 w 1801906"/>
              <a:gd name="connsiteY7" fmla="*/ 1076213 h 1977166"/>
              <a:gd name="connsiteX8" fmla="*/ 900953 w 1801906"/>
              <a:gd name="connsiteY8" fmla="*/ 1977166 h 197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1906" h="1977166">
                <a:moveTo>
                  <a:pt x="900953" y="1977166"/>
                </a:moveTo>
                <a:cubicBezTo>
                  <a:pt x="403370" y="1977166"/>
                  <a:pt x="0" y="1573796"/>
                  <a:pt x="0" y="1076213"/>
                </a:cubicBezTo>
                <a:cubicBezTo>
                  <a:pt x="0" y="640828"/>
                  <a:pt x="308830" y="277575"/>
                  <a:pt x="719379" y="193564"/>
                </a:cubicBezTo>
                <a:lnTo>
                  <a:pt x="759742" y="187404"/>
                </a:lnTo>
                <a:lnTo>
                  <a:pt x="900953" y="0"/>
                </a:lnTo>
                <a:lnTo>
                  <a:pt x="1042164" y="187404"/>
                </a:lnTo>
                <a:lnTo>
                  <a:pt x="1082526" y="193564"/>
                </a:lnTo>
                <a:cubicBezTo>
                  <a:pt x="1493076" y="277575"/>
                  <a:pt x="1801906" y="640828"/>
                  <a:pt x="1801906" y="1076213"/>
                </a:cubicBezTo>
                <a:cubicBezTo>
                  <a:pt x="1801906" y="1573796"/>
                  <a:pt x="1398536" y="1977166"/>
                  <a:pt x="900953" y="197716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Oval 23">
            <a:extLst>
              <a:ext uri="{FF2B5EF4-FFF2-40B4-BE49-F238E27FC236}">
                <a16:creationId xmlns:a16="http://schemas.microsoft.com/office/drawing/2014/main" id="{AD10D337-9AEC-43D1-B660-2359992C8F2D}"/>
              </a:ext>
            </a:extLst>
          </p:cNvPr>
          <p:cNvSpPr/>
          <p:nvPr userDrawn="1"/>
        </p:nvSpPr>
        <p:spPr>
          <a:xfrm rot="10800000">
            <a:off x="5367466" y="2027316"/>
            <a:ext cx="1417318" cy="14173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F8736F-E2FD-4302-BC71-BF9F04F19C01}"/>
              </a:ext>
            </a:extLst>
          </p:cNvPr>
          <p:cNvSpPr/>
          <p:nvPr userDrawn="1"/>
        </p:nvSpPr>
        <p:spPr>
          <a:xfrm rot="10800000">
            <a:off x="7315082" y="1835021"/>
            <a:ext cx="1801906" cy="1977166"/>
          </a:xfrm>
          <a:custGeom>
            <a:avLst/>
            <a:gdLst>
              <a:gd name="connsiteX0" fmla="*/ 900953 w 1801906"/>
              <a:gd name="connsiteY0" fmla="*/ 1977166 h 1977166"/>
              <a:gd name="connsiteX1" fmla="*/ 0 w 1801906"/>
              <a:gd name="connsiteY1" fmla="*/ 1076213 h 1977166"/>
              <a:gd name="connsiteX2" fmla="*/ 719379 w 1801906"/>
              <a:gd name="connsiteY2" fmla="*/ 193564 h 1977166"/>
              <a:gd name="connsiteX3" fmla="*/ 759742 w 1801906"/>
              <a:gd name="connsiteY3" fmla="*/ 187404 h 1977166"/>
              <a:gd name="connsiteX4" fmla="*/ 900953 w 1801906"/>
              <a:gd name="connsiteY4" fmla="*/ 0 h 1977166"/>
              <a:gd name="connsiteX5" fmla="*/ 1042164 w 1801906"/>
              <a:gd name="connsiteY5" fmla="*/ 187404 h 1977166"/>
              <a:gd name="connsiteX6" fmla="*/ 1082527 w 1801906"/>
              <a:gd name="connsiteY6" fmla="*/ 193564 h 1977166"/>
              <a:gd name="connsiteX7" fmla="*/ 1801906 w 1801906"/>
              <a:gd name="connsiteY7" fmla="*/ 1076213 h 1977166"/>
              <a:gd name="connsiteX8" fmla="*/ 900953 w 1801906"/>
              <a:gd name="connsiteY8" fmla="*/ 1977166 h 197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1906" h="1977166">
                <a:moveTo>
                  <a:pt x="900953" y="1977166"/>
                </a:moveTo>
                <a:cubicBezTo>
                  <a:pt x="403370" y="1977166"/>
                  <a:pt x="0" y="1573796"/>
                  <a:pt x="0" y="1076213"/>
                </a:cubicBezTo>
                <a:cubicBezTo>
                  <a:pt x="0" y="640828"/>
                  <a:pt x="308830" y="277575"/>
                  <a:pt x="719379" y="193564"/>
                </a:cubicBezTo>
                <a:lnTo>
                  <a:pt x="759742" y="187404"/>
                </a:lnTo>
                <a:lnTo>
                  <a:pt x="900953" y="0"/>
                </a:lnTo>
                <a:lnTo>
                  <a:pt x="1042164" y="187404"/>
                </a:lnTo>
                <a:lnTo>
                  <a:pt x="1082527" y="193564"/>
                </a:lnTo>
                <a:cubicBezTo>
                  <a:pt x="1493076" y="277575"/>
                  <a:pt x="1801906" y="640828"/>
                  <a:pt x="1801906" y="1076213"/>
                </a:cubicBezTo>
                <a:cubicBezTo>
                  <a:pt x="1801906" y="1573796"/>
                  <a:pt x="1398536" y="1977166"/>
                  <a:pt x="900953" y="197716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Oval 27">
            <a:extLst>
              <a:ext uri="{FF2B5EF4-FFF2-40B4-BE49-F238E27FC236}">
                <a16:creationId xmlns:a16="http://schemas.microsoft.com/office/drawing/2014/main" id="{A70C49D6-5F8E-4336-9BE1-C9ABA56D951C}"/>
              </a:ext>
            </a:extLst>
          </p:cNvPr>
          <p:cNvSpPr/>
          <p:nvPr userDrawn="1"/>
        </p:nvSpPr>
        <p:spPr>
          <a:xfrm rot="10800000">
            <a:off x="7507376" y="2027316"/>
            <a:ext cx="1417318" cy="14173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BCEC29C-9916-4C13-AD1C-461563AAB47C}"/>
              </a:ext>
            </a:extLst>
          </p:cNvPr>
          <p:cNvSpPr/>
          <p:nvPr userDrawn="1"/>
        </p:nvSpPr>
        <p:spPr>
          <a:xfrm rot="10800000">
            <a:off x="9454993" y="1835021"/>
            <a:ext cx="1801906" cy="1977166"/>
          </a:xfrm>
          <a:custGeom>
            <a:avLst/>
            <a:gdLst>
              <a:gd name="connsiteX0" fmla="*/ 900953 w 1801906"/>
              <a:gd name="connsiteY0" fmla="*/ 1977166 h 1977166"/>
              <a:gd name="connsiteX1" fmla="*/ 0 w 1801906"/>
              <a:gd name="connsiteY1" fmla="*/ 1076213 h 1977166"/>
              <a:gd name="connsiteX2" fmla="*/ 719379 w 1801906"/>
              <a:gd name="connsiteY2" fmla="*/ 193564 h 1977166"/>
              <a:gd name="connsiteX3" fmla="*/ 759742 w 1801906"/>
              <a:gd name="connsiteY3" fmla="*/ 187404 h 1977166"/>
              <a:gd name="connsiteX4" fmla="*/ 900953 w 1801906"/>
              <a:gd name="connsiteY4" fmla="*/ 0 h 1977166"/>
              <a:gd name="connsiteX5" fmla="*/ 1042164 w 1801906"/>
              <a:gd name="connsiteY5" fmla="*/ 187404 h 1977166"/>
              <a:gd name="connsiteX6" fmla="*/ 1082527 w 1801906"/>
              <a:gd name="connsiteY6" fmla="*/ 193564 h 1977166"/>
              <a:gd name="connsiteX7" fmla="*/ 1801906 w 1801906"/>
              <a:gd name="connsiteY7" fmla="*/ 1076213 h 1977166"/>
              <a:gd name="connsiteX8" fmla="*/ 900953 w 1801906"/>
              <a:gd name="connsiteY8" fmla="*/ 1977166 h 197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1906" h="1977166">
                <a:moveTo>
                  <a:pt x="900953" y="1977166"/>
                </a:moveTo>
                <a:cubicBezTo>
                  <a:pt x="403370" y="1977166"/>
                  <a:pt x="0" y="1573796"/>
                  <a:pt x="0" y="1076213"/>
                </a:cubicBezTo>
                <a:cubicBezTo>
                  <a:pt x="0" y="640828"/>
                  <a:pt x="308830" y="277575"/>
                  <a:pt x="719379" y="193564"/>
                </a:cubicBezTo>
                <a:lnTo>
                  <a:pt x="759742" y="187404"/>
                </a:lnTo>
                <a:lnTo>
                  <a:pt x="900953" y="0"/>
                </a:lnTo>
                <a:lnTo>
                  <a:pt x="1042164" y="187404"/>
                </a:lnTo>
                <a:lnTo>
                  <a:pt x="1082527" y="193564"/>
                </a:lnTo>
                <a:cubicBezTo>
                  <a:pt x="1493076" y="277575"/>
                  <a:pt x="1801906" y="640828"/>
                  <a:pt x="1801906" y="1076213"/>
                </a:cubicBezTo>
                <a:cubicBezTo>
                  <a:pt x="1801906" y="1573796"/>
                  <a:pt x="1398536" y="1977166"/>
                  <a:pt x="900953" y="1977166"/>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B4852F5-0088-4353-9533-1F66E545F19C}"/>
              </a:ext>
            </a:extLst>
          </p:cNvPr>
          <p:cNvSpPr/>
          <p:nvPr userDrawn="1"/>
        </p:nvSpPr>
        <p:spPr>
          <a:xfrm rot="10800000">
            <a:off x="9647287" y="2027316"/>
            <a:ext cx="1417318" cy="14173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8">
            <a:extLst>
              <a:ext uri="{FF2B5EF4-FFF2-40B4-BE49-F238E27FC236}">
                <a16:creationId xmlns:a16="http://schemas.microsoft.com/office/drawing/2014/main" id="{0296FC31-2DA3-43FC-9E87-20D78AE7170F}"/>
              </a:ext>
            </a:extLst>
          </p:cNvPr>
          <p:cNvSpPr>
            <a:spLocks noGrp="1"/>
          </p:cNvSpPr>
          <p:nvPr userDrawn="1">
            <p:ph type="body" sz="quarter" idx="16" hasCustomPrompt="1"/>
          </p:nvPr>
        </p:nvSpPr>
        <p:spPr>
          <a:xfrm>
            <a:off x="3035262" y="3935469"/>
            <a:ext cx="1801906" cy="581472"/>
          </a:xfrm>
        </p:spPr>
        <p:txBody>
          <a:bodyPr lIns="0" tIns="0" rIns="0" bIns="0">
            <a:normAutofit/>
          </a:bodyPr>
          <a:lstStyle>
            <a:lvl1pPr marL="0" indent="0" algn="ctr">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2</a:t>
            </a:r>
          </a:p>
        </p:txBody>
      </p:sp>
      <p:sp>
        <p:nvSpPr>
          <p:cNvPr id="34" name="Text Placeholder 8">
            <a:extLst>
              <a:ext uri="{FF2B5EF4-FFF2-40B4-BE49-F238E27FC236}">
                <a16:creationId xmlns:a16="http://schemas.microsoft.com/office/drawing/2014/main" id="{926791FE-6C8E-495B-A166-59B8BF03F09B}"/>
              </a:ext>
            </a:extLst>
          </p:cNvPr>
          <p:cNvSpPr>
            <a:spLocks noGrp="1"/>
          </p:cNvSpPr>
          <p:nvPr userDrawn="1">
            <p:ph type="body" sz="quarter" idx="17" hasCustomPrompt="1"/>
          </p:nvPr>
        </p:nvSpPr>
        <p:spPr>
          <a:xfrm>
            <a:off x="3035264" y="4791496"/>
            <a:ext cx="1801902" cy="997196"/>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Penjelasan singkat Poin 2   (3 baris)</a:t>
            </a:r>
          </a:p>
        </p:txBody>
      </p:sp>
      <p:sp>
        <p:nvSpPr>
          <p:cNvPr id="35" name="Text Placeholder 8">
            <a:extLst>
              <a:ext uri="{FF2B5EF4-FFF2-40B4-BE49-F238E27FC236}">
                <a16:creationId xmlns:a16="http://schemas.microsoft.com/office/drawing/2014/main" id="{AA13506C-EF69-46A5-A4CE-7209B59CEF33}"/>
              </a:ext>
            </a:extLst>
          </p:cNvPr>
          <p:cNvSpPr>
            <a:spLocks noGrp="1"/>
          </p:cNvSpPr>
          <p:nvPr userDrawn="1">
            <p:ph type="body" sz="quarter" idx="18" hasCustomPrompt="1"/>
          </p:nvPr>
        </p:nvSpPr>
        <p:spPr>
          <a:xfrm>
            <a:off x="5173128" y="3935469"/>
            <a:ext cx="1801906" cy="581472"/>
          </a:xfrm>
        </p:spPr>
        <p:txBody>
          <a:bodyPr lIns="0" tIns="0" rIns="0" bIns="0">
            <a:normAutofit/>
          </a:bodyPr>
          <a:lstStyle>
            <a:lvl1pPr marL="0" indent="0" algn="ctr">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3</a:t>
            </a:r>
          </a:p>
        </p:txBody>
      </p:sp>
      <p:sp>
        <p:nvSpPr>
          <p:cNvPr id="36" name="Text Placeholder 8">
            <a:extLst>
              <a:ext uri="{FF2B5EF4-FFF2-40B4-BE49-F238E27FC236}">
                <a16:creationId xmlns:a16="http://schemas.microsoft.com/office/drawing/2014/main" id="{FB6491D7-E4C5-42FD-8F91-1C005D056FB4}"/>
              </a:ext>
            </a:extLst>
          </p:cNvPr>
          <p:cNvSpPr>
            <a:spLocks noGrp="1"/>
          </p:cNvSpPr>
          <p:nvPr userDrawn="1">
            <p:ph type="body" sz="quarter" idx="19" hasCustomPrompt="1"/>
          </p:nvPr>
        </p:nvSpPr>
        <p:spPr>
          <a:xfrm>
            <a:off x="5173130" y="4791496"/>
            <a:ext cx="1801902" cy="997196"/>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Penjelasan singkat Poin 3   (3 baris)</a:t>
            </a:r>
          </a:p>
        </p:txBody>
      </p:sp>
      <p:sp>
        <p:nvSpPr>
          <p:cNvPr id="37" name="Text Placeholder 8">
            <a:extLst>
              <a:ext uri="{FF2B5EF4-FFF2-40B4-BE49-F238E27FC236}">
                <a16:creationId xmlns:a16="http://schemas.microsoft.com/office/drawing/2014/main" id="{958FA4E4-9712-4AB2-A6FF-B8A319B083CB}"/>
              </a:ext>
            </a:extLst>
          </p:cNvPr>
          <p:cNvSpPr>
            <a:spLocks noGrp="1"/>
          </p:cNvSpPr>
          <p:nvPr userDrawn="1">
            <p:ph type="body" sz="quarter" idx="20" hasCustomPrompt="1"/>
          </p:nvPr>
        </p:nvSpPr>
        <p:spPr>
          <a:xfrm>
            <a:off x="7310994" y="3935469"/>
            <a:ext cx="1801906" cy="581472"/>
          </a:xfrm>
        </p:spPr>
        <p:txBody>
          <a:bodyPr lIns="0" tIns="0" rIns="0" bIns="0">
            <a:normAutofit/>
          </a:bodyPr>
          <a:lstStyle>
            <a:lvl1pPr marL="0" indent="0" algn="ctr">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4</a:t>
            </a:r>
          </a:p>
        </p:txBody>
      </p:sp>
      <p:sp>
        <p:nvSpPr>
          <p:cNvPr id="38" name="Text Placeholder 8">
            <a:extLst>
              <a:ext uri="{FF2B5EF4-FFF2-40B4-BE49-F238E27FC236}">
                <a16:creationId xmlns:a16="http://schemas.microsoft.com/office/drawing/2014/main" id="{19A84BE4-FA23-4406-9297-271877B8B55B}"/>
              </a:ext>
            </a:extLst>
          </p:cNvPr>
          <p:cNvSpPr>
            <a:spLocks noGrp="1"/>
          </p:cNvSpPr>
          <p:nvPr userDrawn="1">
            <p:ph type="body" sz="quarter" idx="21" hasCustomPrompt="1"/>
          </p:nvPr>
        </p:nvSpPr>
        <p:spPr>
          <a:xfrm>
            <a:off x="7310996" y="4791496"/>
            <a:ext cx="1801902" cy="997196"/>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Penjelasan singkat Poin 4   (3 baris)</a:t>
            </a:r>
          </a:p>
        </p:txBody>
      </p:sp>
      <p:sp>
        <p:nvSpPr>
          <p:cNvPr id="39" name="Text Placeholder 8">
            <a:extLst>
              <a:ext uri="{FF2B5EF4-FFF2-40B4-BE49-F238E27FC236}">
                <a16:creationId xmlns:a16="http://schemas.microsoft.com/office/drawing/2014/main" id="{1C5FA125-4455-4F6F-A3EE-39C0A190D562}"/>
              </a:ext>
            </a:extLst>
          </p:cNvPr>
          <p:cNvSpPr>
            <a:spLocks noGrp="1"/>
          </p:cNvSpPr>
          <p:nvPr userDrawn="1">
            <p:ph type="body" sz="quarter" idx="22" hasCustomPrompt="1"/>
          </p:nvPr>
        </p:nvSpPr>
        <p:spPr>
          <a:xfrm>
            <a:off x="9454993" y="3935469"/>
            <a:ext cx="1801906" cy="581472"/>
          </a:xfrm>
        </p:spPr>
        <p:txBody>
          <a:bodyPr lIns="0" tIns="0" rIns="0" bIns="0">
            <a:normAutofit/>
          </a:bodyPr>
          <a:lstStyle>
            <a:lvl1pPr marL="0" indent="0" algn="ctr">
              <a:buNone/>
              <a:defRPr sz="2400" b="1">
                <a:latin typeface="Open Sans" panose="020B0606030504020204" pitchFamily="34" charset="0"/>
                <a:ea typeface="Open Sans" panose="020B0606030504020204" pitchFamily="34" charset="0"/>
                <a:cs typeface="Open Sans" panose="020B0606030504020204" pitchFamily="34" charset="0"/>
              </a:defRPr>
            </a:lvl1pPr>
            <a:lvl2pPr>
              <a:buNone/>
              <a:defRPr/>
            </a:lvl2pPr>
            <a:lvl3pPr>
              <a:buNone/>
              <a:defRPr/>
            </a:lvl3pPr>
            <a:lvl4pPr>
              <a:buNone/>
              <a:defRPr/>
            </a:lvl4pPr>
            <a:lvl5pPr>
              <a:buNone/>
              <a:defRPr/>
            </a:lvl5pPr>
          </a:lstStyle>
          <a:p>
            <a:pPr lvl="0"/>
            <a:r>
              <a:rPr lang="en-US"/>
              <a:t>Sub Judul Poin 5</a:t>
            </a:r>
          </a:p>
        </p:txBody>
      </p:sp>
      <p:sp>
        <p:nvSpPr>
          <p:cNvPr id="40" name="Text Placeholder 8">
            <a:extLst>
              <a:ext uri="{FF2B5EF4-FFF2-40B4-BE49-F238E27FC236}">
                <a16:creationId xmlns:a16="http://schemas.microsoft.com/office/drawing/2014/main" id="{CB25FAFE-E66B-47B3-B8BF-F5F8F9574CC2}"/>
              </a:ext>
            </a:extLst>
          </p:cNvPr>
          <p:cNvSpPr>
            <a:spLocks noGrp="1"/>
          </p:cNvSpPr>
          <p:nvPr userDrawn="1">
            <p:ph type="body" sz="quarter" idx="23" hasCustomPrompt="1"/>
          </p:nvPr>
        </p:nvSpPr>
        <p:spPr>
          <a:xfrm>
            <a:off x="9454995" y="4791496"/>
            <a:ext cx="1801902" cy="997196"/>
          </a:xfrm>
        </p:spPr>
        <p:txBody>
          <a:bodyPr lIns="0" tIns="0" rIns="0" bIns="0">
            <a:normAutofit/>
          </a:bodyPr>
          <a:lstStyle>
            <a:lvl1pPr marL="0" indent="0" algn="ctr">
              <a:buNone/>
              <a:defRPr sz="2000"/>
            </a:lvl1pPr>
            <a:lvl2pPr>
              <a:buNone/>
              <a:defRPr/>
            </a:lvl2pPr>
            <a:lvl3pPr>
              <a:buNone/>
              <a:defRPr/>
            </a:lvl3pPr>
            <a:lvl4pPr>
              <a:buNone/>
              <a:defRPr/>
            </a:lvl4pPr>
            <a:lvl5pPr>
              <a:buNone/>
              <a:defRPr/>
            </a:lvl5pPr>
          </a:lstStyle>
          <a:p>
            <a:pPr lvl="0"/>
            <a:r>
              <a:rPr lang="en-US"/>
              <a:t>Penjelasan singkat Poin 5   (3 baris)</a:t>
            </a:r>
          </a:p>
        </p:txBody>
      </p:sp>
      <p:sp>
        <p:nvSpPr>
          <p:cNvPr id="41" name="Picture Placeholder 34">
            <a:extLst>
              <a:ext uri="{FF2B5EF4-FFF2-40B4-BE49-F238E27FC236}">
                <a16:creationId xmlns:a16="http://schemas.microsoft.com/office/drawing/2014/main" id="{E019B27E-E05F-4359-92DC-4B94467C4309}"/>
              </a:ext>
            </a:extLst>
          </p:cNvPr>
          <p:cNvSpPr>
            <a:spLocks noGrp="1"/>
          </p:cNvSpPr>
          <p:nvPr userDrawn="1">
            <p:ph type="pic" sz="quarter" idx="26" hasCustomPrompt="1"/>
          </p:nvPr>
        </p:nvSpPr>
        <p:spPr>
          <a:xfrm>
            <a:off x="1194995" y="2139766"/>
            <a:ext cx="1202618" cy="1192418"/>
          </a:xfrm>
          <a:prstGeom prst="ellipse">
            <a:avLst/>
          </a:prstGeom>
        </p:spPr>
        <p:txBody>
          <a:bodyPr anchor="ctr"/>
          <a:lstStyle>
            <a:lvl1pPr algn="ctr">
              <a:buNone/>
              <a:defRPr/>
            </a:lvl1pPr>
          </a:lstStyle>
          <a:p>
            <a:r>
              <a:rPr lang="en-US"/>
              <a:t>icon</a:t>
            </a:r>
          </a:p>
        </p:txBody>
      </p:sp>
      <p:sp>
        <p:nvSpPr>
          <p:cNvPr id="47" name="Picture Placeholder 34">
            <a:extLst>
              <a:ext uri="{FF2B5EF4-FFF2-40B4-BE49-F238E27FC236}">
                <a16:creationId xmlns:a16="http://schemas.microsoft.com/office/drawing/2014/main" id="{6CB1E173-D144-4D1B-A867-B8B1464C8A54}"/>
              </a:ext>
            </a:extLst>
          </p:cNvPr>
          <p:cNvSpPr>
            <a:spLocks noGrp="1"/>
          </p:cNvSpPr>
          <p:nvPr>
            <p:ph type="pic" sz="quarter" idx="27" hasCustomPrompt="1"/>
          </p:nvPr>
        </p:nvSpPr>
        <p:spPr>
          <a:xfrm>
            <a:off x="3334905" y="2139766"/>
            <a:ext cx="1202618" cy="1192418"/>
          </a:xfrm>
          <a:prstGeom prst="ellipse">
            <a:avLst/>
          </a:prstGeom>
        </p:spPr>
        <p:txBody>
          <a:bodyPr anchor="ctr"/>
          <a:lstStyle>
            <a:lvl1pPr algn="ctr">
              <a:buNone/>
              <a:defRPr/>
            </a:lvl1pPr>
          </a:lstStyle>
          <a:p>
            <a:r>
              <a:rPr lang="en-US"/>
              <a:t>icon</a:t>
            </a:r>
          </a:p>
        </p:txBody>
      </p:sp>
      <p:sp>
        <p:nvSpPr>
          <p:cNvPr id="48" name="Picture Placeholder 34">
            <a:extLst>
              <a:ext uri="{FF2B5EF4-FFF2-40B4-BE49-F238E27FC236}">
                <a16:creationId xmlns:a16="http://schemas.microsoft.com/office/drawing/2014/main" id="{F8A8A1B2-28DC-4D1D-82A4-51AD1751ECEB}"/>
              </a:ext>
            </a:extLst>
          </p:cNvPr>
          <p:cNvSpPr>
            <a:spLocks noGrp="1"/>
          </p:cNvSpPr>
          <p:nvPr>
            <p:ph type="pic" sz="quarter" idx="28" hasCustomPrompt="1"/>
          </p:nvPr>
        </p:nvSpPr>
        <p:spPr>
          <a:xfrm>
            <a:off x="5472772" y="2139766"/>
            <a:ext cx="1202618" cy="1192418"/>
          </a:xfrm>
          <a:prstGeom prst="ellipse">
            <a:avLst/>
          </a:prstGeom>
        </p:spPr>
        <p:txBody>
          <a:bodyPr anchor="ctr"/>
          <a:lstStyle>
            <a:lvl1pPr algn="ctr">
              <a:buNone/>
              <a:defRPr/>
            </a:lvl1pPr>
          </a:lstStyle>
          <a:p>
            <a:r>
              <a:rPr lang="en-US"/>
              <a:t>icon</a:t>
            </a:r>
          </a:p>
        </p:txBody>
      </p:sp>
      <p:sp>
        <p:nvSpPr>
          <p:cNvPr id="49" name="Picture Placeholder 34">
            <a:extLst>
              <a:ext uri="{FF2B5EF4-FFF2-40B4-BE49-F238E27FC236}">
                <a16:creationId xmlns:a16="http://schemas.microsoft.com/office/drawing/2014/main" id="{7F1909A1-FB03-4E9E-A815-CFC11CBAC9B8}"/>
              </a:ext>
            </a:extLst>
          </p:cNvPr>
          <p:cNvSpPr>
            <a:spLocks noGrp="1"/>
          </p:cNvSpPr>
          <p:nvPr>
            <p:ph type="pic" sz="quarter" idx="29" hasCustomPrompt="1"/>
          </p:nvPr>
        </p:nvSpPr>
        <p:spPr>
          <a:xfrm>
            <a:off x="7614726" y="2139766"/>
            <a:ext cx="1202618" cy="1192418"/>
          </a:xfrm>
          <a:prstGeom prst="ellipse">
            <a:avLst/>
          </a:prstGeom>
        </p:spPr>
        <p:txBody>
          <a:bodyPr anchor="ctr"/>
          <a:lstStyle>
            <a:lvl1pPr algn="ctr">
              <a:buNone/>
              <a:defRPr/>
            </a:lvl1pPr>
          </a:lstStyle>
          <a:p>
            <a:r>
              <a:rPr lang="en-US"/>
              <a:t>icon</a:t>
            </a:r>
          </a:p>
        </p:txBody>
      </p:sp>
      <p:sp>
        <p:nvSpPr>
          <p:cNvPr id="50" name="Picture Placeholder 34">
            <a:extLst>
              <a:ext uri="{FF2B5EF4-FFF2-40B4-BE49-F238E27FC236}">
                <a16:creationId xmlns:a16="http://schemas.microsoft.com/office/drawing/2014/main" id="{F55F0FAC-8768-4F2D-9F10-19FB00977FAD}"/>
              </a:ext>
            </a:extLst>
          </p:cNvPr>
          <p:cNvSpPr>
            <a:spLocks noGrp="1"/>
          </p:cNvSpPr>
          <p:nvPr>
            <p:ph type="pic" sz="quarter" idx="30" hasCustomPrompt="1"/>
          </p:nvPr>
        </p:nvSpPr>
        <p:spPr>
          <a:xfrm>
            <a:off x="9754637" y="2139766"/>
            <a:ext cx="1202618" cy="1192418"/>
          </a:xfrm>
          <a:prstGeom prst="ellipse">
            <a:avLst/>
          </a:prstGeom>
        </p:spPr>
        <p:txBody>
          <a:bodyPr anchor="ctr"/>
          <a:lstStyle>
            <a:lvl1pPr algn="ctr">
              <a:buNone/>
              <a:defRPr/>
            </a:lvl1pPr>
          </a:lstStyle>
          <a:p>
            <a:r>
              <a:rPr lang="en-US"/>
              <a:t>icon</a:t>
            </a:r>
          </a:p>
        </p:txBody>
      </p:sp>
      <p:sp>
        <p:nvSpPr>
          <p:cNvPr id="58" name="Freeform: Shape 57">
            <a:extLst>
              <a:ext uri="{FF2B5EF4-FFF2-40B4-BE49-F238E27FC236}">
                <a16:creationId xmlns:a16="http://schemas.microsoft.com/office/drawing/2014/main" id="{88A9E767-206C-41E5-9077-7F9B92F76ECB}"/>
              </a:ext>
            </a:extLst>
          </p:cNvPr>
          <p:cNvSpPr/>
          <p:nvPr userDrawn="1"/>
        </p:nvSpPr>
        <p:spPr>
          <a:xfrm flipV="1">
            <a:off x="-4332" y="-361914"/>
            <a:ext cx="12546952" cy="4338921"/>
          </a:xfrm>
          <a:custGeom>
            <a:avLst/>
            <a:gdLst>
              <a:gd name="connsiteX0" fmla="*/ 6273476 w 12546952"/>
              <a:gd name="connsiteY0" fmla="*/ 0 h 4338921"/>
              <a:gd name="connsiteX1" fmla="*/ 12450556 w 12546952"/>
              <a:gd name="connsiteY1" fmla="*/ 4094441 h 4338921"/>
              <a:gd name="connsiteX2" fmla="*/ 12546952 w 12546952"/>
              <a:gd name="connsiteY2" fmla="*/ 4338921 h 4338921"/>
              <a:gd name="connsiteX3" fmla="*/ 0 w 12546952"/>
              <a:gd name="connsiteY3" fmla="*/ 4338921 h 4338921"/>
              <a:gd name="connsiteX4" fmla="*/ 96396 w 12546952"/>
              <a:gd name="connsiteY4" fmla="*/ 4094441 h 4338921"/>
              <a:gd name="connsiteX5" fmla="*/ 6273476 w 12546952"/>
              <a:gd name="connsiteY5" fmla="*/ 0 h 433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6952" h="4338921">
                <a:moveTo>
                  <a:pt x="6273476" y="0"/>
                </a:moveTo>
                <a:cubicBezTo>
                  <a:pt x="9050325" y="0"/>
                  <a:pt x="11432848" y="1688310"/>
                  <a:pt x="12450556" y="4094441"/>
                </a:cubicBezTo>
                <a:lnTo>
                  <a:pt x="12546952" y="4338921"/>
                </a:lnTo>
                <a:lnTo>
                  <a:pt x="0" y="4338921"/>
                </a:lnTo>
                <a:lnTo>
                  <a:pt x="96396" y="4094441"/>
                </a:lnTo>
                <a:cubicBezTo>
                  <a:pt x="1114105" y="1688310"/>
                  <a:pt x="3496628" y="0"/>
                  <a:pt x="6273476" y="0"/>
                </a:cubicBezTo>
                <a:close/>
              </a:path>
            </a:pathLst>
          </a:custGeom>
          <a:noFill/>
          <a:ln w="19050">
            <a:solidFill>
              <a:schemeClr val="accent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60" name="Freeform: Shape 59">
            <a:extLst>
              <a:ext uri="{FF2B5EF4-FFF2-40B4-BE49-F238E27FC236}">
                <a16:creationId xmlns:a16="http://schemas.microsoft.com/office/drawing/2014/main" id="{440FFB8A-D8E7-436F-92C6-594FC22D55D0}"/>
              </a:ext>
            </a:extLst>
          </p:cNvPr>
          <p:cNvSpPr/>
          <p:nvPr userDrawn="1"/>
        </p:nvSpPr>
        <p:spPr>
          <a:xfrm flipV="1">
            <a:off x="1361505" y="-361915"/>
            <a:ext cx="9815281" cy="3081623"/>
          </a:xfrm>
          <a:custGeom>
            <a:avLst/>
            <a:gdLst>
              <a:gd name="connsiteX0" fmla="*/ 4907640 w 9815281"/>
              <a:gd name="connsiteY0" fmla="*/ 0 h 3081623"/>
              <a:gd name="connsiteX1" fmla="*/ 9696870 w 9815281"/>
              <a:gd name="connsiteY1" fmla="*/ 2850429 h 3081623"/>
              <a:gd name="connsiteX2" fmla="*/ 9815281 w 9815281"/>
              <a:gd name="connsiteY2" fmla="*/ 3081623 h 3081623"/>
              <a:gd name="connsiteX3" fmla="*/ 0 w 9815281"/>
              <a:gd name="connsiteY3" fmla="*/ 3081623 h 3081623"/>
              <a:gd name="connsiteX4" fmla="*/ 118410 w 9815281"/>
              <a:gd name="connsiteY4" fmla="*/ 2850429 h 3081623"/>
              <a:gd name="connsiteX5" fmla="*/ 4907640 w 9815281"/>
              <a:gd name="connsiteY5" fmla="*/ 0 h 3081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15281" h="3081623">
                <a:moveTo>
                  <a:pt x="4907640" y="0"/>
                </a:moveTo>
                <a:cubicBezTo>
                  <a:pt x="6975693" y="0"/>
                  <a:pt x="8774545" y="1152585"/>
                  <a:pt x="9696870" y="2850429"/>
                </a:cubicBezTo>
                <a:lnTo>
                  <a:pt x="9815281" y="3081623"/>
                </a:lnTo>
                <a:lnTo>
                  <a:pt x="0" y="3081623"/>
                </a:lnTo>
                <a:lnTo>
                  <a:pt x="118410" y="2850429"/>
                </a:lnTo>
                <a:cubicBezTo>
                  <a:pt x="1040735" y="1152585"/>
                  <a:pt x="2839588" y="0"/>
                  <a:pt x="4907640" y="0"/>
                </a:cubicBezTo>
                <a:close/>
              </a:path>
            </a:pathLst>
          </a:custGeom>
          <a:noFill/>
          <a:ln w="19050">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62" name="Freeform: Shape 61">
            <a:extLst>
              <a:ext uri="{FF2B5EF4-FFF2-40B4-BE49-F238E27FC236}">
                <a16:creationId xmlns:a16="http://schemas.microsoft.com/office/drawing/2014/main" id="{A0209B2D-D90A-4CCC-9B02-0B176DC031E8}"/>
              </a:ext>
            </a:extLst>
          </p:cNvPr>
          <p:cNvSpPr/>
          <p:nvPr userDrawn="1"/>
        </p:nvSpPr>
        <p:spPr>
          <a:xfrm flipV="1">
            <a:off x="2755997" y="-361914"/>
            <a:ext cx="7026294" cy="1869751"/>
          </a:xfrm>
          <a:custGeom>
            <a:avLst/>
            <a:gdLst>
              <a:gd name="connsiteX0" fmla="*/ 3513147 w 7026294"/>
              <a:gd name="connsiteY0" fmla="*/ 0 h 1869751"/>
              <a:gd name="connsiteX1" fmla="*/ 7024655 w 7026294"/>
              <a:gd name="connsiteY1" fmla="*/ 1867053 h 1869751"/>
              <a:gd name="connsiteX2" fmla="*/ 7026294 w 7026294"/>
              <a:gd name="connsiteY2" fmla="*/ 1869751 h 1869751"/>
              <a:gd name="connsiteX3" fmla="*/ 0 w 7026294"/>
              <a:gd name="connsiteY3" fmla="*/ 1869751 h 1869751"/>
              <a:gd name="connsiteX4" fmla="*/ 1639 w 7026294"/>
              <a:gd name="connsiteY4" fmla="*/ 1867053 h 1869751"/>
              <a:gd name="connsiteX5" fmla="*/ 3513147 w 7026294"/>
              <a:gd name="connsiteY5" fmla="*/ 0 h 186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26294" h="1869751">
                <a:moveTo>
                  <a:pt x="3513147" y="0"/>
                </a:moveTo>
                <a:cubicBezTo>
                  <a:pt x="4974884" y="0"/>
                  <a:pt x="6263643" y="740607"/>
                  <a:pt x="7024655" y="1867053"/>
                </a:cubicBezTo>
                <a:lnTo>
                  <a:pt x="7026294" y="1869751"/>
                </a:lnTo>
                <a:lnTo>
                  <a:pt x="0" y="1869751"/>
                </a:lnTo>
                <a:lnTo>
                  <a:pt x="1639" y="1867053"/>
                </a:lnTo>
                <a:cubicBezTo>
                  <a:pt x="762652" y="740607"/>
                  <a:pt x="2051410" y="0"/>
                  <a:pt x="3513147" y="0"/>
                </a:cubicBezTo>
                <a:close/>
              </a:path>
            </a:pathLst>
          </a:custGeom>
          <a:noFill/>
          <a:ln w="19050">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44" name="Freeform: Shape 43">
            <a:extLst>
              <a:ext uri="{FF2B5EF4-FFF2-40B4-BE49-F238E27FC236}">
                <a16:creationId xmlns:a16="http://schemas.microsoft.com/office/drawing/2014/main" id="{458D281B-A55D-4403-BF17-38AC68002B52}"/>
              </a:ext>
            </a:extLst>
          </p:cNvPr>
          <p:cNvSpPr/>
          <p:nvPr/>
        </p:nvSpPr>
        <p:spPr>
          <a:xfrm rot="16200000">
            <a:off x="5897573" y="6282842"/>
            <a:ext cx="390316" cy="760001"/>
          </a:xfrm>
          <a:custGeom>
            <a:avLst/>
            <a:gdLst>
              <a:gd name="connsiteX0" fmla="*/ 390316 w 390316"/>
              <a:gd name="connsiteY0" fmla="*/ 380000 h 760001"/>
              <a:gd name="connsiteX1" fmla="*/ 355918 w 390316"/>
              <a:gd name="connsiteY1" fmla="*/ 454812 h 760001"/>
              <a:gd name="connsiteX2" fmla="*/ 12831 w 390316"/>
              <a:gd name="connsiteY2" fmla="*/ 748998 h 760001"/>
              <a:gd name="connsiteX3" fmla="*/ 0 w 390316"/>
              <a:gd name="connsiteY3" fmla="*/ 760001 h 760001"/>
              <a:gd name="connsiteX4" fmla="*/ 0 w 390316"/>
              <a:gd name="connsiteY4" fmla="*/ 0 h 760001"/>
              <a:gd name="connsiteX5" fmla="*/ 12831 w 390316"/>
              <a:gd name="connsiteY5" fmla="*/ 11002 h 760001"/>
              <a:gd name="connsiteX6" fmla="*/ 355918 w 390316"/>
              <a:gd name="connsiteY6" fmla="*/ 305188 h 760001"/>
              <a:gd name="connsiteX7" fmla="*/ 390316 w 390316"/>
              <a:gd name="connsiteY7" fmla="*/ 380000 h 7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0316" h="760001">
                <a:moveTo>
                  <a:pt x="390316" y="380000"/>
                </a:moveTo>
                <a:cubicBezTo>
                  <a:pt x="390316" y="408761"/>
                  <a:pt x="377750" y="436089"/>
                  <a:pt x="355918" y="454812"/>
                </a:cubicBezTo>
                <a:cubicBezTo>
                  <a:pt x="275186" y="524038"/>
                  <a:pt x="147602" y="633437"/>
                  <a:pt x="12831" y="748998"/>
                </a:cubicBezTo>
                <a:lnTo>
                  <a:pt x="0" y="760001"/>
                </a:lnTo>
                <a:lnTo>
                  <a:pt x="0" y="0"/>
                </a:lnTo>
                <a:lnTo>
                  <a:pt x="12831" y="11002"/>
                </a:lnTo>
                <a:cubicBezTo>
                  <a:pt x="147602" y="126564"/>
                  <a:pt x="275186" y="235963"/>
                  <a:pt x="355918" y="305188"/>
                </a:cubicBezTo>
                <a:cubicBezTo>
                  <a:pt x="377750" y="323911"/>
                  <a:pt x="390316" y="351239"/>
                  <a:pt x="390316" y="380000"/>
                </a:cubicBezTo>
                <a:close/>
              </a:path>
            </a:pathLst>
          </a:custGeom>
          <a:solidFill>
            <a:schemeClr val="accent1"/>
          </a:solidFill>
          <a:ln w="43"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120876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xEl>
                                              <p:pRg st="0" end="0"/>
                                            </p:txEl>
                                          </p:spTgt>
                                        </p:tgtEl>
                                        <p:attrNameLst>
                                          <p:attrName>style.visibility</p:attrName>
                                        </p:attrNameLst>
                                      </p:cBhvr>
                                      <p:to>
                                        <p:strVal val="visible"/>
                                      </p:to>
                                    </p:set>
                                    <p:animEffect transition="in" filter="fade">
                                      <p:cBhvr>
                                        <p:cTn id="10" dur="500"/>
                                        <p:tgtEl>
                                          <p:spTgt spid="14">
                                            <p:txEl>
                                              <p:pRg st="0" end="0"/>
                                            </p:txEl>
                                          </p:spTgt>
                                        </p:tgtEl>
                                      </p:cBhvr>
                                    </p:animEffect>
                                  </p:childTnLst>
                                </p:cTn>
                              </p:par>
                              <p:par>
                                <p:cTn id="11" presetID="2" presetClass="entr" presetSubtype="4" decel="100000" fill="hold" grpId="0" nodeType="withEffect">
                                  <p:stCondLst>
                                    <p:cond delay="25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par>
                                <p:cTn id="15" presetID="2" presetClass="entr" presetSubtype="1" decel="100000" fill="hold" grpId="0" nodeType="withEffect">
                                  <p:stCondLst>
                                    <p:cond delay="50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500" fill="hold"/>
                                        <p:tgtEl>
                                          <p:spTgt spid="62"/>
                                        </p:tgtEl>
                                        <p:attrNameLst>
                                          <p:attrName>ppt_x</p:attrName>
                                        </p:attrNameLst>
                                      </p:cBhvr>
                                      <p:tavLst>
                                        <p:tav tm="0">
                                          <p:val>
                                            <p:strVal val="#ppt_x"/>
                                          </p:val>
                                        </p:tav>
                                        <p:tav tm="100000">
                                          <p:val>
                                            <p:strVal val="#ppt_x"/>
                                          </p:val>
                                        </p:tav>
                                      </p:tavLst>
                                    </p:anim>
                                    <p:anim calcmode="lin" valueType="num">
                                      <p:cBhvr additive="base">
                                        <p:cTn id="18" dur="500" fill="hold"/>
                                        <p:tgtEl>
                                          <p:spTgt spid="62"/>
                                        </p:tgtEl>
                                        <p:attrNameLst>
                                          <p:attrName>ppt_y</p:attrName>
                                        </p:attrNameLst>
                                      </p:cBhvr>
                                      <p:tavLst>
                                        <p:tav tm="0">
                                          <p:val>
                                            <p:strVal val="0-#ppt_h/2"/>
                                          </p:val>
                                        </p:tav>
                                        <p:tav tm="100000">
                                          <p:val>
                                            <p:strVal val="#ppt_y"/>
                                          </p:val>
                                        </p:tav>
                                      </p:tavLst>
                                    </p:anim>
                                  </p:childTnLst>
                                </p:cTn>
                              </p:par>
                              <p:par>
                                <p:cTn id="19" presetID="2" presetClass="entr" presetSubtype="1" decel="100000" fill="hold" grpId="0" nodeType="withEffect">
                                  <p:stCondLst>
                                    <p:cond delay="750"/>
                                  </p:stCondLst>
                                  <p:childTnLst>
                                    <p:set>
                                      <p:cBhvr>
                                        <p:cTn id="20" dur="1" fill="hold">
                                          <p:stCondLst>
                                            <p:cond delay="0"/>
                                          </p:stCondLst>
                                        </p:cTn>
                                        <p:tgtEl>
                                          <p:spTgt spid="60"/>
                                        </p:tgtEl>
                                        <p:attrNameLst>
                                          <p:attrName>style.visibility</p:attrName>
                                        </p:attrNameLst>
                                      </p:cBhvr>
                                      <p:to>
                                        <p:strVal val="visible"/>
                                      </p:to>
                                    </p:set>
                                    <p:anim calcmode="lin" valueType="num">
                                      <p:cBhvr additive="base">
                                        <p:cTn id="21" dur="500" fill="hold"/>
                                        <p:tgtEl>
                                          <p:spTgt spid="60"/>
                                        </p:tgtEl>
                                        <p:attrNameLst>
                                          <p:attrName>ppt_x</p:attrName>
                                        </p:attrNameLst>
                                      </p:cBhvr>
                                      <p:tavLst>
                                        <p:tav tm="0">
                                          <p:val>
                                            <p:strVal val="#ppt_x"/>
                                          </p:val>
                                        </p:tav>
                                        <p:tav tm="100000">
                                          <p:val>
                                            <p:strVal val="#ppt_x"/>
                                          </p:val>
                                        </p:tav>
                                      </p:tavLst>
                                    </p:anim>
                                    <p:anim calcmode="lin" valueType="num">
                                      <p:cBhvr additive="base">
                                        <p:cTn id="22" dur="500" fill="hold"/>
                                        <p:tgtEl>
                                          <p:spTgt spid="60"/>
                                        </p:tgtEl>
                                        <p:attrNameLst>
                                          <p:attrName>ppt_y</p:attrName>
                                        </p:attrNameLst>
                                      </p:cBhvr>
                                      <p:tavLst>
                                        <p:tav tm="0">
                                          <p:val>
                                            <p:strVal val="0-#ppt_h/2"/>
                                          </p:val>
                                        </p:tav>
                                        <p:tav tm="100000">
                                          <p:val>
                                            <p:strVal val="#ppt_y"/>
                                          </p:val>
                                        </p:tav>
                                      </p:tavLst>
                                    </p:anim>
                                  </p:childTnLst>
                                </p:cTn>
                              </p:par>
                              <p:par>
                                <p:cTn id="23" presetID="2" presetClass="entr" presetSubtype="1" decel="100000" fill="hold" grpId="0" nodeType="withEffect">
                                  <p:stCondLst>
                                    <p:cond delay="1000"/>
                                  </p:stCondLst>
                                  <p:childTnLst>
                                    <p:set>
                                      <p:cBhvr>
                                        <p:cTn id="24" dur="1" fill="hold">
                                          <p:stCondLst>
                                            <p:cond delay="0"/>
                                          </p:stCondLst>
                                        </p:cTn>
                                        <p:tgtEl>
                                          <p:spTgt spid="58"/>
                                        </p:tgtEl>
                                        <p:attrNameLst>
                                          <p:attrName>style.visibility</p:attrName>
                                        </p:attrNameLst>
                                      </p:cBhvr>
                                      <p:to>
                                        <p:strVal val="visible"/>
                                      </p:to>
                                    </p:set>
                                    <p:anim calcmode="lin" valueType="num">
                                      <p:cBhvr additive="base">
                                        <p:cTn id="25" dur="500" fill="hold"/>
                                        <p:tgtEl>
                                          <p:spTgt spid="58"/>
                                        </p:tgtEl>
                                        <p:attrNameLst>
                                          <p:attrName>ppt_x</p:attrName>
                                        </p:attrNameLst>
                                      </p:cBhvr>
                                      <p:tavLst>
                                        <p:tav tm="0">
                                          <p:val>
                                            <p:strVal val="#ppt_x"/>
                                          </p:val>
                                        </p:tav>
                                        <p:tav tm="100000">
                                          <p:val>
                                            <p:strVal val="#ppt_x"/>
                                          </p:val>
                                        </p:tav>
                                      </p:tavLst>
                                    </p:anim>
                                    <p:anim calcmode="lin" valueType="num">
                                      <p:cBhvr additive="base">
                                        <p:cTn id="26" dur="500" fill="hold"/>
                                        <p:tgtEl>
                                          <p:spTgt spid="58"/>
                                        </p:tgtEl>
                                        <p:attrNameLst>
                                          <p:attrName>ppt_y</p:attrName>
                                        </p:attrNameLst>
                                      </p:cBhvr>
                                      <p:tavLst>
                                        <p:tav tm="0">
                                          <p:val>
                                            <p:strVal val="0-#ppt_h/2"/>
                                          </p:val>
                                        </p:tav>
                                        <p:tav tm="100000">
                                          <p:val>
                                            <p:strVal val="#ppt_y"/>
                                          </p:val>
                                        </p:tav>
                                      </p:tavLst>
                                    </p:anim>
                                  </p:childTnLst>
                                </p:cTn>
                              </p:par>
                              <p:par>
                                <p:cTn id="27" presetID="42" presetClass="entr" presetSubtype="0" fill="hold" grpId="0" nodeType="withEffect">
                                  <p:stCondLst>
                                    <p:cond delay="100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500"/>
                                        <p:tgtEl>
                                          <p:spTgt spid="43"/>
                                        </p:tgtEl>
                                      </p:cBhvr>
                                    </p:animEffect>
                                    <p:anim calcmode="lin" valueType="num">
                                      <p:cBhvr>
                                        <p:cTn id="30" dur="500" fill="hold"/>
                                        <p:tgtEl>
                                          <p:spTgt spid="43"/>
                                        </p:tgtEl>
                                        <p:attrNameLst>
                                          <p:attrName>ppt_x</p:attrName>
                                        </p:attrNameLst>
                                      </p:cBhvr>
                                      <p:tavLst>
                                        <p:tav tm="0">
                                          <p:val>
                                            <p:strVal val="#ppt_x"/>
                                          </p:val>
                                        </p:tav>
                                        <p:tav tm="100000">
                                          <p:val>
                                            <p:strVal val="#ppt_x"/>
                                          </p:val>
                                        </p:tav>
                                      </p:tavLst>
                                    </p:anim>
                                    <p:anim calcmode="lin" valueType="num">
                                      <p:cBhvr>
                                        <p:cTn id="31" dur="500" fill="hold"/>
                                        <p:tgtEl>
                                          <p:spTgt spid="43"/>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10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anim calcmode="lin" valueType="num">
                                      <p:cBhvr>
                                        <p:cTn id="35" dur="500" fill="hold"/>
                                        <p:tgtEl>
                                          <p:spTgt spid="11"/>
                                        </p:tgtEl>
                                        <p:attrNameLst>
                                          <p:attrName>ppt_x</p:attrName>
                                        </p:attrNameLst>
                                      </p:cBhvr>
                                      <p:tavLst>
                                        <p:tav tm="0">
                                          <p:val>
                                            <p:strVal val="#ppt_x"/>
                                          </p:val>
                                        </p:tav>
                                        <p:tav tm="100000">
                                          <p:val>
                                            <p:strVal val="#ppt_x"/>
                                          </p:val>
                                        </p:tav>
                                      </p:tavLst>
                                    </p:anim>
                                    <p:anim calcmode="lin" valueType="num">
                                      <p:cBhvr>
                                        <p:cTn id="36" dur="5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100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anim calcmode="lin" valueType="num">
                                      <p:cBhvr>
                                        <p:cTn id="40" dur="500" fill="hold"/>
                                        <p:tgtEl>
                                          <p:spTgt spid="41"/>
                                        </p:tgtEl>
                                        <p:attrNameLst>
                                          <p:attrName>ppt_x</p:attrName>
                                        </p:attrNameLst>
                                      </p:cBhvr>
                                      <p:tavLst>
                                        <p:tav tm="0">
                                          <p:val>
                                            <p:strVal val="#ppt_x"/>
                                          </p:val>
                                        </p:tav>
                                        <p:tav tm="100000">
                                          <p:val>
                                            <p:strVal val="#ppt_x"/>
                                          </p:val>
                                        </p:tav>
                                      </p:tavLst>
                                    </p:anim>
                                    <p:anim calcmode="lin" valueType="num">
                                      <p:cBhvr>
                                        <p:cTn id="41" dur="500" fill="hold"/>
                                        <p:tgtEl>
                                          <p:spTgt spid="41"/>
                                        </p:tgtEl>
                                        <p:attrNameLst>
                                          <p:attrName>ppt_y</p:attrName>
                                        </p:attrNameLst>
                                      </p:cBhvr>
                                      <p:tavLst>
                                        <p:tav tm="0">
                                          <p:val>
                                            <p:strVal val="#ppt_y+.1"/>
                                          </p:val>
                                        </p:tav>
                                        <p:tav tm="100000">
                                          <p:val>
                                            <p:strVal val="#ppt_y"/>
                                          </p:val>
                                        </p:tav>
                                      </p:tavLst>
                                    </p:anim>
                                  </p:childTnLst>
                                </p:cTn>
                              </p:par>
                              <p:par>
                                <p:cTn id="42" presetID="10" presetClass="entr" presetSubtype="0" fill="hold" grpId="0" nodeType="withEffect">
                                  <p:stCondLst>
                                    <p:cond delay="1000"/>
                                  </p:stCondLst>
                                  <p:childTnLst>
                                    <p:set>
                                      <p:cBhvr>
                                        <p:cTn id="43" dur="1" fill="hold">
                                          <p:stCondLst>
                                            <p:cond delay="0"/>
                                          </p:stCondLst>
                                        </p:cTn>
                                        <p:tgtEl>
                                          <p:spTgt spid="15">
                                            <p:txEl>
                                              <p:pRg st="0" end="0"/>
                                            </p:txEl>
                                          </p:spTgt>
                                        </p:tgtEl>
                                        <p:attrNameLst>
                                          <p:attrName>style.visibility</p:attrName>
                                        </p:attrNameLst>
                                      </p:cBhvr>
                                      <p:to>
                                        <p:strVal val="visible"/>
                                      </p:to>
                                    </p:set>
                                    <p:animEffect transition="in" filter="fade">
                                      <p:cBhvr>
                                        <p:cTn id="44" dur="500"/>
                                        <p:tgtEl>
                                          <p:spTgt spid="15">
                                            <p:txEl>
                                              <p:pRg st="0" end="0"/>
                                            </p:txEl>
                                          </p:spTgt>
                                        </p:tgtEl>
                                      </p:cBhvr>
                                    </p:animEffect>
                                  </p:childTnLst>
                                </p:cTn>
                              </p:par>
                              <p:par>
                                <p:cTn id="45" presetID="10" presetClass="entr" presetSubtype="0" fill="hold" grpId="0" nodeType="withEffect">
                                  <p:stCondLst>
                                    <p:cond delay="1000"/>
                                  </p:stCondLst>
                                  <p:childTnLst>
                                    <p:set>
                                      <p:cBhvr>
                                        <p:cTn id="46" dur="1" fill="hold">
                                          <p:stCondLst>
                                            <p:cond delay="0"/>
                                          </p:stCondLst>
                                        </p:cTn>
                                        <p:tgtEl>
                                          <p:spTgt spid="16">
                                            <p:txEl>
                                              <p:pRg st="0" end="0"/>
                                            </p:txEl>
                                          </p:spTgt>
                                        </p:tgtEl>
                                        <p:attrNameLst>
                                          <p:attrName>style.visibility</p:attrName>
                                        </p:attrNameLst>
                                      </p:cBhvr>
                                      <p:to>
                                        <p:strVal val="visible"/>
                                      </p:to>
                                    </p:set>
                                    <p:animEffect transition="in" filter="fade">
                                      <p:cBhvr>
                                        <p:cTn id="47" dur="500"/>
                                        <p:tgtEl>
                                          <p:spTgt spid="1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anim calcmode="lin" valueType="num">
                                      <p:cBhvr>
                                        <p:cTn id="53" dur="500" fill="hold"/>
                                        <p:tgtEl>
                                          <p:spTgt spid="45"/>
                                        </p:tgtEl>
                                        <p:attrNameLst>
                                          <p:attrName>ppt_x</p:attrName>
                                        </p:attrNameLst>
                                      </p:cBhvr>
                                      <p:tavLst>
                                        <p:tav tm="0">
                                          <p:val>
                                            <p:strVal val="#ppt_x"/>
                                          </p:val>
                                        </p:tav>
                                        <p:tav tm="100000">
                                          <p:val>
                                            <p:strVal val="#ppt_x"/>
                                          </p:val>
                                        </p:tav>
                                      </p:tavLst>
                                    </p:anim>
                                    <p:anim calcmode="lin" valueType="num">
                                      <p:cBhvr>
                                        <p:cTn id="54" dur="500" fill="hold"/>
                                        <p:tgtEl>
                                          <p:spTgt spid="4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anim calcmode="lin" valueType="num">
                                      <p:cBhvr>
                                        <p:cTn id="58" dur="500" fill="hold"/>
                                        <p:tgtEl>
                                          <p:spTgt spid="20"/>
                                        </p:tgtEl>
                                        <p:attrNameLst>
                                          <p:attrName>ppt_x</p:attrName>
                                        </p:attrNameLst>
                                      </p:cBhvr>
                                      <p:tavLst>
                                        <p:tav tm="0">
                                          <p:val>
                                            <p:strVal val="#ppt_x"/>
                                          </p:val>
                                        </p:tav>
                                        <p:tav tm="100000">
                                          <p:val>
                                            <p:strVal val="#ppt_x"/>
                                          </p:val>
                                        </p:tav>
                                      </p:tavLst>
                                    </p:anim>
                                    <p:anim calcmode="lin" valueType="num">
                                      <p:cBhvr>
                                        <p:cTn id="59" dur="500" fill="hold"/>
                                        <p:tgtEl>
                                          <p:spTgt spid="2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500"/>
                                        <p:tgtEl>
                                          <p:spTgt spid="47"/>
                                        </p:tgtEl>
                                      </p:cBhvr>
                                    </p:animEffect>
                                    <p:anim calcmode="lin" valueType="num">
                                      <p:cBhvr>
                                        <p:cTn id="63" dur="500" fill="hold"/>
                                        <p:tgtEl>
                                          <p:spTgt spid="47"/>
                                        </p:tgtEl>
                                        <p:attrNameLst>
                                          <p:attrName>ppt_x</p:attrName>
                                        </p:attrNameLst>
                                      </p:cBhvr>
                                      <p:tavLst>
                                        <p:tav tm="0">
                                          <p:val>
                                            <p:strVal val="#ppt_x"/>
                                          </p:val>
                                        </p:tav>
                                        <p:tav tm="100000">
                                          <p:val>
                                            <p:strVal val="#ppt_x"/>
                                          </p:val>
                                        </p:tav>
                                      </p:tavLst>
                                    </p:anim>
                                    <p:anim calcmode="lin" valueType="num">
                                      <p:cBhvr>
                                        <p:cTn id="64" dur="500" fill="hold"/>
                                        <p:tgtEl>
                                          <p:spTgt spid="47"/>
                                        </p:tgtEl>
                                        <p:attrNameLst>
                                          <p:attrName>ppt_y</p:attrName>
                                        </p:attrNameLst>
                                      </p:cBhvr>
                                      <p:tavLst>
                                        <p:tav tm="0">
                                          <p:val>
                                            <p:strVal val="#ppt_y+.1"/>
                                          </p:val>
                                        </p:tav>
                                        <p:tav tm="100000">
                                          <p:val>
                                            <p:strVal val="#ppt_y"/>
                                          </p:val>
                                        </p:tav>
                                      </p:tavLst>
                                    </p:anim>
                                  </p:childTnLst>
                                </p:cTn>
                              </p:par>
                              <p:par>
                                <p:cTn id="65" presetID="10" presetClass="entr" presetSubtype="0" fill="hold" grpId="0" nodeType="withEffect">
                                  <p:stCondLst>
                                    <p:cond delay="0"/>
                                  </p:stCondLst>
                                  <p:childTnLst>
                                    <p:set>
                                      <p:cBhvr>
                                        <p:cTn id="66" dur="1" fill="hold">
                                          <p:stCondLst>
                                            <p:cond delay="0"/>
                                          </p:stCondLst>
                                        </p:cTn>
                                        <p:tgtEl>
                                          <p:spTgt spid="33">
                                            <p:txEl>
                                              <p:pRg st="0" end="0"/>
                                            </p:txEl>
                                          </p:spTgt>
                                        </p:tgtEl>
                                        <p:attrNameLst>
                                          <p:attrName>style.visibility</p:attrName>
                                        </p:attrNameLst>
                                      </p:cBhvr>
                                      <p:to>
                                        <p:strVal val="visible"/>
                                      </p:to>
                                    </p:set>
                                    <p:animEffect transition="in" filter="fade">
                                      <p:cBhvr>
                                        <p:cTn id="67" dur="500"/>
                                        <p:tgtEl>
                                          <p:spTgt spid="33">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xEl>
                                              <p:pRg st="0" end="0"/>
                                            </p:txEl>
                                          </p:spTgt>
                                        </p:tgtEl>
                                        <p:attrNameLst>
                                          <p:attrName>style.visibility</p:attrName>
                                        </p:attrNameLst>
                                      </p:cBhvr>
                                      <p:to>
                                        <p:strVal val="visible"/>
                                      </p:to>
                                    </p:set>
                                    <p:animEffect transition="in" filter="fade">
                                      <p:cBhvr>
                                        <p:cTn id="70" dur="500"/>
                                        <p:tgtEl>
                                          <p:spTgt spid="34">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500"/>
                                        <p:tgtEl>
                                          <p:spTgt spid="46"/>
                                        </p:tgtEl>
                                      </p:cBhvr>
                                    </p:animEffect>
                                    <p:anim calcmode="lin" valueType="num">
                                      <p:cBhvr>
                                        <p:cTn id="76" dur="500" fill="hold"/>
                                        <p:tgtEl>
                                          <p:spTgt spid="46"/>
                                        </p:tgtEl>
                                        <p:attrNameLst>
                                          <p:attrName>ppt_x</p:attrName>
                                        </p:attrNameLst>
                                      </p:cBhvr>
                                      <p:tavLst>
                                        <p:tav tm="0">
                                          <p:val>
                                            <p:strVal val="#ppt_x"/>
                                          </p:val>
                                        </p:tav>
                                        <p:tav tm="100000">
                                          <p:val>
                                            <p:strVal val="#ppt_x"/>
                                          </p:val>
                                        </p:tav>
                                      </p:tavLst>
                                    </p:anim>
                                    <p:anim calcmode="lin" valueType="num">
                                      <p:cBhvr>
                                        <p:cTn id="77" dur="500" fill="hold"/>
                                        <p:tgtEl>
                                          <p:spTgt spid="46"/>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anim calcmode="lin" valueType="num">
                                      <p:cBhvr>
                                        <p:cTn id="81" dur="500" fill="hold"/>
                                        <p:tgtEl>
                                          <p:spTgt spid="24"/>
                                        </p:tgtEl>
                                        <p:attrNameLst>
                                          <p:attrName>ppt_x</p:attrName>
                                        </p:attrNameLst>
                                      </p:cBhvr>
                                      <p:tavLst>
                                        <p:tav tm="0">
                                          <p:val>
                                            <p:strVal val="#ppt_x"/>
                                          </p:val>
                                        </p:tav>
                                        <p:tav tm="100000">
                                          <p:val>
                                            <p:strVal val="#ppt_x"/>
                                          </p:val>
                                        </p:tav>
                                      </p:tavLst>
                                    </p:anim>
                                    <p:anim calcmode="lin" valueType="num">
                                      <p:cBhvr>
                                        <p:cTn id="82" dur="500" fill="hold"/>
                                        <p:tgtEl>
                                          <p:spTgt spid="24"/>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fade">
                                      <p:cBhvr>
                                        <p:cTn id="85" dur="500"/>
                                        <p:tgtEl>
                                          <p:spTgt spid="48"/>
                                        </p:tgtEl>
                                      </p:cBhvr>
                                    </p:animEffect>
                                    <p:anim calcmode="lin" valueType="num">
                                      <p:cBhvr>
                                        <p:cTn id="86" dur="500" fill="hold"/>
                                        <p:tgtEl>
                                          <p:spTgt spid="48"/>
                                        </p:tgtEl>
                                        <p:attrNameLst>
                                          <p:attrName>ppt_x</p:attrName>
                                        </p:attrNameLst>
                                      </p:cBhvr>
                                      <p:tavLst>
                                        <p:tav tm="0">
                                          <p:val>
                                            <p:strVal val="#ppt_x"/>
                                          </p:val>
                                        </p:tav>
                                        <p:tav tm="100000">
                                          <p:val>
                                            <p:strVal val="#ppt_x"/>
                                          </p:val>
                                        </p:tav>
                                      </p:tavLst>
                                    </p:anim>
                                    <p:anim calcmode="lin" valueType="num">
                                      <p:cBhvr>
                                        <p:cTn id="87" dur="500" fill="hold"/>
                                        <p:tgtEl>
                                          <p:spTgt spid="48"/>
                                        </p:tgtEl>
                                        <p:attrNameLst>
                                          <p:attrName>ppt_y</p:attrName>
                                        </p:attrNameLst>
                                      </p:cBhvr>
                                      <p:tavLst>
                                        <p:tav tm="0">
                                          <p:val>
                                            <p:strVal val="#ppt_y+.1"/>
                                          </p:val>
                                        </p:tav>
                                        <p:tav tm="100000">
                                          <p:val>
                                            <p:strVal val="#ppt_y"/>
                                          </p:val>
                                        </p:tav>
                                      </p:tavLst>
                                    </p:anim>
                                  </p:childTnLst>
                                </p:cTn>
                              </p:par>
                              <p:par>
                                <p:cTn id="88" presetID="10" presetClass="entr" presetSubtype="0" fill="hold" grpId="0" nodeType="withEffect">
                                  <p:stCondLst>
                                    <p:cond delay="0"/>
                                  </p:stCondLst>
                                  <p:childTnLst>
                                    <p:set>
                                      <p:cBhvr>
                                        <p:cTn id="89" dur="1" fill="hold">
                                          <p:stCondLst>
                                            <p:cond delay="0"/>
                                          </p:stCondLst>
                                        </p:cTn>
                                        <p:tgtEl>
                                          <p:spTgt spid="35">
                                            <p:txEl>
                                              <p:pRg st="0" end="0"/>
                                            </p:txEl>
                                          </p:spTgt>
                                        </p:tgtEl>
                                        <p:attrNameLst>
                                          <p:attrName>style.visibility</p:attrName>
                                        </p:attrNameLst>
                                      </p:cBhvr>
                                      <p:to>
                                        <p:strVal val="visible"/>
                                      </p:to>
                                    </p:set>
                                    <p:animEffect transition="in" filter="fade">
                                      <p:cBhvr>
                                        <p:cTn id="90" dur="500"/>
                                        <p:tgtEl>
                                          <p:spTgt spid="35">
                                            <p:txEl>
                                              <p:pRg st="0" end="0"/>
                                            </p:txEl>
                                          </p:spTgt>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xEl>
                                              <p:pRg st="0" end="0"/>
                                            </p:txEl>
                                          </p:spTgt>
                                        </p:tgtEl>
                                        <p:attrNameLst>
                                          <p:attrName>style.visibility</p:attrName>
                                        </p:attrNameLst>
                                      </p:cBhvr>
                                      <p:to>
                                        <p:strVal val="visible"/>
                                      </p:to>
                                    </p:set>
                                    <p:animEffect transition="in" filter="fade">
                                      <p:cBhvr>
                                        <p:cTn id="93" dur="500"/>
                                        <p:tgtEl>
                                          <p:spTgt spid="36">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500"/>
                                        <p:tgtEl>
                                          <p:spTgt spid="51"/>
                                        </p:tgtEl>
                                      </p:cBhvr>
                                    </p:animEffect>
                                    <p:anim calcmode="lin" valueType="num">
                                      <p:cBhvr>
                                        <p:cTn id="99" dur="500" fill="hold"/>
                                        <p:tgtEl>
                                          <p:spTgt spid="51"/>
                                        </p:tgtEl>
                                        <p:attrNameLst>
                                          <p:attrName>ppt_x</p:attrName>
                                        </p:attrNameLst>
                                      </p:cBhvr>
                                      <p:tavLst>
                                        <p:tav tm="0">
                                          <p:val>
                                            <p:strVal val="#ppt_x"/>
                                          </p:val>
                                        </p:tav>
                                        <p:tav tm="100000">
                                          <p:val>
                                            <p:strVal val="#ppt_x"/>
                                          </p:val>
                                        </p:tav>
                                      </p:tavLst>
                                    </p:anim>
                                    <p:anim calcmode="lin" valueType="num">
                                      <p:cBhvr>
                                        <p:cTn id="100" dur="500" fill="hold"/>
                                        <p:tgtEl>
                                          <p:spTgt spid="51"/>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500"/>
                                        <p:tgtEl>
                                          <p:spTgt spid="28"/>
                                        </p:tgtEl>
                                      </p:cBhvr>
                                    </p:animEffect>
                                    <p:anim calcmode="lin" valueType="num">
                                      <p:cBhvr>
                                        <p:cTn id="104" dur="500" fill="hold"/>
                                        <p:tgtEl>
                                          <p:spTgt spid="28"/>
                                        </p:tgtEl>
                                        <p:attrNameLst>
                                          <p:attrName>ppt_x</p:attrName>
                                        </p:attrNameLst>
                                      </p:cBhvr>
                                      <p:tavLst>
                                        <p:tav tm="0">
                                          <p:val>
                                            <p:strVal val="#ppt_x"/>
                                          </p:val>
                                        </p:tav>
                                        <p:tav tm="100000">
                                          <p:val>
                                            <p:strVal val="#ppt_x"/>
                                          </p:val>
                                        </p:tav>
                                      </p:tavLst>
                                    </p:anim>
                                    <p:anim calcmode="lin" valueType="num">
                                      <p:cBhvr>
                                        <p:cTn id="105" dur="500" fill="hold"/>
                                        <p:tgtEl>
                                          <p:spTgt spid="28"/>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fade">
                                      <p:cBhvr>
                                        <p:cTn id="108" dur="500"/>
                                        <p:tgtEl>
                                          <p:spTgt spid="49"/>
                                        </p:tgtEl>
                                      </p:cBhvr>
                                    </p:animEffect>
                                    <p:anim calcmode="lin" valueType="num">
                                      <p:cBhvr>
                                        <p:cTn id="109" dur="500" fill="hold"/>
                                        <p:tgtEl>
                                          <p:spTgt spid="49"/>
                                        </p:tgtEl>
                                        <p:attrNameLst>
                                          <p:attrName>ppt_x</p:attrName>
                                        </p:attrNameLst>
                                      </p:cBhvr>
                                      <p:tavLst>
                                        <p:tav tm="0">
                                          <p:val>
                                            <p:strVal val="#ppt_x"/>
                                          </p:val>
                                        </p:tav>
                                        <p:tav tm="100000">
                                          <p:val>
                                            <p:strVal val="#ppt_x"/>
                                          </p:val>
                                        </p:tav>
                                      </p:tavLst>
                                    </p:anim>
                                    <p:anim calcmode="lin" valueType="num">
                                      <p:cBhvr>
                                        <p:cTn id="110" dur="500" fill="hold"/>
                                        <p:tgtEl>
                                          <p:spTgt spid="49"/>
                                        </p:tgtEl>
                                        <p:attrNameLst>
                                          <p:attrName>ppt_y</p:attrName>
                                        </p:attrNameLst>
                                      </p:cBhvr>
                                      <p:tavLst>
                                        <p:tav tm="0">
                                          <p:val>
                                            <p:strVal val="#ppt_y+.1"/>
                                          </p:val>
                                        </p:tav>
                                        <p:tav tm="100000">
                                          <p:val>
                                            <p:strVal val="#ppt_y"/>
                                          </p:val>
                                        </p:tav>
                                      </p:tavLst>
                                    </p:anim>
                                  </p:childTnLst>
                                </p:cTn>
                              </p:par>
                              <p:par>
                                <p:cTn id="111" presetID="10" presetClass="entr" presetSubtype="0" fill="hold" grpId="0" nodeType="withEffect">
                                  <p:stCondLst>
                                    <p:cond delay="0"/>
                                  </p:stCondLst>
                                  <p:childTnLst>
                                    <p:set>
                                      <p:cBhvr>
                                        <p:cTn id="112" dur="1" fill="hold">
                                          <p:stCondLst>
                                            <p:cond delay="0"/>
                                          </p:stCondLst>
                                        </p:cTn>
                                        <p:tgtEl>
                                          <p:spTgt spid="37">
                                            <p:txEl>
                                              <p:pRg st="0" end="0"/>
                                            </p:txEl>
                                          </p:spTgt>
                                        </p:tgtEl>
                                        <p:attrNameLst>
                                          <p:attrName>style.visibility</p:attrName>
                                        </p:attrNameLst>
                                      </p:cBhvr>
                                      <p:to>
                                        <p:strVal val="visible"/>
                                      </p:to>
                                    </p:set>
                                    <p:animEffect transition="in" filter="fade">
                                      <p:cBhvr>
                                        <p:cTn id="113" dur="500"/>
                                        <p:tgtEl>
                                          <p:spTgt spid="37">
                                            <p:txEl>
                                              <p:pRg st="0" end="0"/>
                                            </p:txEl>
                                          </p:spTgt>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8">
                                            <p:txEl>
                                              <p:pRg st="0" end="0"/>
                                            </p:txEl>
                                          </p:spTgt>
                                        </p:tgtEl>
                                        <p:attrNameLst>
                                          <p:attrName>style.visibility</p:attrName>
                                        </p:attrNameLst>
                                      </p:cBhvr>
                                      <p:to>
                                        <p:strVal val="visible"/>
                                      </p:to>
                                    </p:set>
                                    <p:animEffect transition="in" filter="fade">
                                      <p:cBhvr>
                                        <p:cTn id="116" dur="500"/>
                                        <p:tgtEl>
                                          <p:spTgt spid="38">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53"/>
                                        </p:tgtEl>
                                        <p:attrNameLst>
                                          <p:attrName>style.visibility</p:attrName>
                                        </p:attrNameLst>
                                      </p:cBhvr>
                                      <p:to>
                                        <p:strVal val="visible"/>
                                      </p:to>
                                    </p:set>
                                    <p:animEffect transition="in" filter="fade">
                                      <p:cBhvr>
                                        <p:cTn id="121" dur="500"/>
                                        <p:tgtEl>
                                          <p:spTgt spid="53"/>
                                        </p:tgtEl>
                                      </p:cBhvr>
                                    </p:animEffect>
                                    <p:anim calcmode="lin" valueType="num">
                                      <p:cBhvr>
                                        <p:cTn id="122" dur="500" fill="hold"/>
                                        <p:tgtEl>
                                          <p:spTgt spid="53"/>
                                        </p:tgtEl>
                                        <p:attrNameLst>
                                          <p:attrName>ppt_x</p:attrName>
                                        </p:attrNameLst>
                                      </p:cBhvr>
                                      <p:tavLst>
                                        <p:tav tm="0">
                                          <p:val>
                                            <p:strVal val="#ppt_x"/>
                                          </p:val>
                                        </p:tav>
                                        <p:tav tm="100000">
                                          <p:val>
                                            <p:strVal val="#ppt_x"/>
                                          </p:val>
                                        </p:tav>
                                      </p:tavLst>
                                    </p:anim>
                                    <p:anim calcmode="lin" valueType="num">
                                      <p:cBhvr>
                                        <p:cTn id="123" dur="500" fill="hold"/>
                                        <p:tgtEl>
                                          <p:spTgt spid="53"/>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500"/>
                                        <p:tgtEl>
                                          <p:spTgt spid="32"/>
                                        </p:tgtEl>
                                      </p:cBhvr>
                                    </p:animEffect>
                                    <p:anim calcmode="lin" valueType="num">
                                      <p:cBhvr>
                                        <p:cTn id="127" dur="500" fill="hold"/>
                                        <p:tgtEl>
                                          <p:spTgt spid="32"/>
                                        </p:tgtEl>
                                        <p:attrNameLst>
                                          <p:attrName>ppt_x</p:attrName>
                                        </p:attrNameLst>
                                      </p:cBhvr>
                                      <p:tavLst>
                                        <p:tav tm="0">
                                          <p:val>
                                            <p:strVal val="#ppt_x"/>
                                          </p:val>
                                        </p:tav>
                                        <p:tav tm="100000">
                                          <p:val>
                                            <p:strVal val="#ppt_x"/>
                                          </p:val>
                                        </p:tav>
                                      </p:tavLst>
                                    </p:anim>
                                    <p:anim calcmode="lin" valueType="num">
                                      <p:cBhvr>
                                        <p:cTn id="128" dur="500" fill="hold"/>
                                        <p:tgtEl>
                                          <p:spTgt spid="32"/>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500"/>
                                        <p:tgtEl>
                                          <p:spTgt spid="50"/>
                                        </p:tgtEl>
                                      </p:cBhvr>
                                    </p:animEffect>
                                    <p:anim calcmode="lin" valueType="num">
                                      <p:cBhvr>
                                        <p:cTn id="132" dur="500" fill="hold"/>
                                        <p:tgtEl>
                                          <p:spTgt spid="50"/>
                                        </p:tgtEl>
                                        <p:attrNameLst>
                                          <p:attrName>ppt_x</p:attrName>
                                        </p:attrNameLst>
                                      </p:cBhvr>
                                      <p:tavLst>
                                        <p:tav tm="0">
                                          <p:val>
                                            <p:strVal val="#ppt_x"/>
                                          </p:val>
                                        </p:tav>
                                        <p:tav tm="100000">
                                          <p:val>
                                            <p:strVal val="#ppt_x"/>
                                          </p:val>
                                        </p:tav>
                                      </p:tavLst>
                                    </p:anim>
                                    <p:anim calcmode="lin" valueType="num">
                                      <p:cBhvr>
                                        <p:cTn id="133" dur="500" fill="hold"/>
                                        <p:tgtEl>
                                          <p:spTgt spid="50"/>
                                        </p:tgtEl>
                                        <p:attrNameLst>
                                          <p:attrName>ppt_y</p:attrName>
                                        </p:attrNameLst>
                                      </p:cBhvr>
                                      <p:tavLst>
                                        <p:tav tm="0">
                                          <p:val>
                                            <p:strVal val="#ppt_y+.1"/>
                                          </p:val>
                                        </p:tav>
                                        <p:tav tm="100000">
                                          <p:val>
                                            <p:strVal val="#ppt_y"/>
                                          </p:val>
                                        </p:tav>
                                      </p:tavLst>
                                    </p:anim>
                                  </p:childTnLst>
                                </p:cTn>
                              </p:par>
                              <p:par>
                                <p:cTn id="134" presetID="10" presetClass="entr" presetSubtype="0" fill="hold" grpId="0" nodeType="withEffect">
                                  <p:stCondLst>
                                    <p:cond delay="0"/>
                                  </p:stCondLst>
                                  <p:childTnLst>
                                    <p:set>
                                      <p:cBhvr>
                                        <p:cTn id="135" dur="1" fill="hold">
                                          <p:stCondLst>
                                            <p:cond delay="0"/>
                                          </p:stCondLst>
                                        </p:cTn>
                                        <p:tgtEl>
                                          <p:spTgt spid="39">
                                            <p:txEl>
                                              <p:pRg st="0" end="0"/>
                                            </p:txEl>
                                          </p:spTgt>
                                        </p:tgtEl>
                                        <p:attrNameLst>
                                          <p:attrName>style.visibility</p:attrName>
                                        </p:attrNameLst>
                                      </p:cBhvr>
                                      <p:to>
                                        <p:strVal val="visible"/>
                                      </p:to>
                                    </p:set>
                                    <p:animEffect transition="in" filter="fade">
                                      <p:cBhvr>
                                        <p:cTn id="136" dur="500"/>
                                        <p:tgtEl>
                                          <p:spTgt spid="39">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0">
                                            <p:txEl>
                                              <p:pRg st="0" end="0"/>
                                            </p:txEl>
                                          </p:spTgt>
                                        </p:tgtEl>
                                        <p:attrNameLst>
                                          <p:attrName>style.visibility</p:attrName>
                                        </p:attrNameLst>
                                      </p:cBhvr>
                                      <p:to>
                                        <p:strVal val="visible"/>
                                      </p:to>
                                    </p:set>
                                    <p:animEffect transition="in" filter="fade">
                                      <p:cBhvr>
                                        <p:cTn id="139"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11" grpId="0" animBg="1"/>
      <p:bldP spid="13" grpId="0"/>
      <p:bldP spid="14" grpId="0" build="p">
        <p:tmplLst>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100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p:tmplLst>
          <p:tmpl lvl="1">
            <p:tnLst>
              <p:par>
                <p:cTn presetID="10" presetClass="entr" presetSubtype="0" fill="hold" nodeType="withEffect">
                  <p:stCondLst>
                    <p:cond delay="100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45" grpId="0" animBg="1"/>
      <p:bldP spid="20" grpId="0" animBg="1"/>
      <p:bldP spid="46" grpId="0" animBg="1"/>
      <p:bldP spid="24" grpId="0" animBg="1"/>
      <p:bldP spid="51" grpId="0" animBg="1"/>
      <p:bldP spid="28" grpId="0" animBg="1"/>
      <p:bldP spid="53" grpId="0" animBg="1"/>
      <p:bldP spid="32" grpId="0" animBg="1"/>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p:tmplLst>
          <p:tmpl lvl="1">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p:tmplLst>
          <p:tmpl lvl="1">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p:tmplLst>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p:bldP spid="47" grpId="0"/>
      <p:bldP spid="48" grpId="0"/>
      <p:bldP spid="49" grpId="0"/>
      <p:bldP spid="50" grpId="0"/>
      <p:bldP spid="58" grpId="0" animBg="1"/>
      <p:bldP spid="60" grpId="0" animBg="1"/>
      <p:bldP spid="62" grpId="0" animBg="1"/>
      <p:bldP spid="44"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enjelasan Poi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06807B2-D886-4999-9074-516D1BA14332}"/>
              </a:ext>
            </a:extLst>
          </p:cNvPr>
          <p:cNvSpPr/>
          <p:nvPr userDrawn="1"/>
        </p:nvSpPr>
        <p:spPr>
          <a:xfrm>
            <a:off x="-359006" y="0"/>
            <a:ext cx="7467408" cy="6858000"/>
          </a:xfrm>
          <a:custGeom>
            <a:avLst/>
            <a:gdLst>
              <a:gd name="connsiteX0" fmla="*/ 0 w 7467408"/>
              <a:gd name="connsiteY0" fmla="*/ 0 h 6858000"/>
              <a:gd name="connsiteX1" fmla="*/ 7056537 w 7467408"/>
              <a:gd name="connsiteY1" fmla="*/ 0 h 6858000"/>
              <a:gd name="connsiteX2" fmla="*/ 7058606 w 7467408"/>
              <a:gd name="connsiteY2" fmla="*/ 9849 h 6858000"/>
              <a:gd name="connsiteX3" fmla="*/ 7467408 w 7467408"/>
              <a:gd name="connsiteY3" fmla="*/ 4224094 h 6858000"/>
              <a:gd name="connsiteX4" fmla="*/ 7312682 w 7467408"/>
              <a:gd name="connsiteY4" fmla="*/ 6825866 h 6858000"/>
              <a:gd name="connsiteX5" fmla="*/ 7308455 w 7467408"/>
              <a:gd name="connsiteY5" fmla="*/ 6858000 h 6858000"/>
              <a:gd name="connsiteX6" fmla="*/ 0 w 746740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408" h="6858000">
                <a:moveTo>
                  <a:pt x="0" y="0"/>
                </a:moveTo>
                <a:lnTo>
                  <a:pt x="7056537" y="0"/>
                </a:lnTo>
                <a:lnTo>
                  <a:pt x="7058606" y="9849"/>
                </a:lnTo>
                <a:cubicBezTo>
                  <a:pt x="7327726" y="1383185"/>
                  <a:pt x="7467408" y="2790652"/>
                  <a:pt x="7467408" y="4224094"/>
                </a:cubicBezTo>
                <a:cubicBezTo>
                  <a:pt x="7467408" y="5101712"/>
                  <a:pt x="7415049" y="5969594"/>
                  <a:pt x="7312682" y="6825866"/>
                </a:cubicBezTo>
                <a:lnTo>
                  <a:pt x="7308455" y="6858000"/>
                </a:lnTo>
                <a:lnTo>
                  <a:pt x="0" y="6858000"/>
                </a:ln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7E5CFDBB-C385-4CFB-935C-612C12722E25}"/>
              </a:ext>
            </a:extLst>
          </p:cNvPr>
          <p:cNvSpPr/>
          <p:nvPr userDrawn="1"/>
        </p:nvSpPr>
        <p:spPr>
          <a:xfrm>
            <a:off x="-4723" y="0"/>
            <a:ext cx="6100724" cy="6858000"/>
          </a:xfrm>
          <a:custGeom>
            <a:avLst/>
            <a:gdLst>
              <a:gd name="connsiteX0" fmla="*/ 0 w 6100724"/>
              <a:gd name="connsiteY0" fmla="*/ 0 h 6858000"/>
              <a:gd name="connsiteX1" fmla="*/ 5598962 w 6100724"/>
              <a:gd name="connsiteY1" fmla="*/ 0 h 6858000"/>
              <a:gd name="connsiteX2" fmla="*/ 5624796 w 6100724"/>
              <a:gd name="connsiteY2" fmla="*/ 97979 h 6858000"/>
              <a:gd name="connsiteX3" fmla="*/ 6100724 w 6100724"/>
              <a:gd name="connsiteY3" fmla="*/ 4025151 h 6858000"/>
              <a:gd name="connsiteX4" fmla="*/ 5874724 w 6100724"/>
              <a:gd name="connsiteY4" fmla="*/ 6742084 h 6858000"/>
              <a:gd name="connsiteX5" fmla="*/ 5853883 w 6100724"/>
              <a:gd name="connsiteY5" fmla="*/ 6858000 h 6858000"/>
              <a:gd name="connsiteX6" fmla="*/ 0 w 610072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00724" h="6858000">
                <a:moveTo>
                  <a:pt x="0" y="0"/>
                </a:moveTo>
                <a:lnTo>
                  <a:pt x="5598962" y="0"/>
                </a:lnTo>
                <a:lnTo>
                  <a:pt x="5624796" y="97979"/>
                </a:lnTo>
                <a:cubicBezTo>
                  <a:pt x="5937080" y="1368642"/>
                  <a:pt x="6100724" y="2681682"/>
                  <a:pt x="6100724" y="4025151"/>
                </a:cubicBezTo>
                <a:cubicBezTo>
                  <a:pt x="6100724" y="4946388"/>
                  <a:pt x="6023778" y="5853316"/>
                  <a:pt x="5874724" y="6742084"/>
                </a:cubicBezTo>
                <a:lnTo>
                  <a:pt x="5853883" y="6858000"/>
                </a:lnTo>
                <a:lnTo>
                  <a:pt x="0" y="6858000"/>
                </a:ln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2DF9F849-8C2C-40D3-9FAB-C3812DF0CE4F}"/>
              </a:ext>
            </a:extLst>
          </p:cNvPr>
          <p:cNvSpPr/>
          <p:nvPr userDrawn="1"/>
        </p:nvSpPr>
        <p:spPr>
          <a:xfrm>
            <a:off x="-4723" y="0"/>
            <a:ext cx="4997638" cy="6858000"/>
          </a:xfrm>
          <a:custGeom>
            <a:avLst/>
            <a:gdLst>
              <a:gd name="connsiteX0" fmla="*/ 0 w 4997638"/>
              <a:gd name="connsiteY0" fmla="*/ 0 h 6858000"/>
              <a:gd name="connsiteX1" fmla="*/ 4359745 w 4997638"/>
              <a:gd name="connsiteY1" fmla="*/ 0 h 6858000"/>
              <a:gd name="connsiteX2" fmla="*/ 4452525 w 4997638"/>
              <a:gd name="connsiteY2" fmla="*/ 285268 h 6858000"/>
              <a:gd name="connsiteX3" fmla="*/ 4997638 w 4997638"/>
              <a:gd name="connsiteY3" fmla="*/ 3864579 h 6858000"/>
              <a:gd name="connsiteX4" fmla="*/ 4663734 w 4997638"/>
              <a:gd name="connsiteY4" fmla="*/ 6677096 h 6858000"/>
              <a:gd name="connsiteX5" fmla="*/ 4615759 w 4997638"/>
              <a:gd name="connsiteY5" fmla="*/ 6858000 h 6858000"/>
              <a:gd name="connsiteX6" fmla="*/ 0 w 49976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7638" h="6858000">
                <a:moveTo>
                  <a:pt x="0" y="0"/>
                </a:moveTo>
                <a:lnTo>
                  <a:pt x="4359745" y="0"/>
                </a:lnTo>
                <a:lnTo>
                  <a:pt x="4452525" y="285268"/>
                </a:lnTo>
                <a:cubicBezTo>
                  <a:pt x="4808674" y="1431672"/>
                  <a:pt x="4997638" y="2630556"/>
                  <a:pt x="4997638" y="3864579"/>
                </a:cubicBezTo>
                <a:cubicBezTo>
                  <a:pt x="4997638" y="4826156"/>
                  <a:pt x="4882902" y="5766396"/>
                  <a:pt x="4663734" y="6677096"/>
                </a:cubicBezTo>
                <a:lnTo>
                  <a:pt x="4615759" y="6858000"/>
                </a:lnTo>
                <a:lnTo>
                  <a:pt x="0" y="6858000"/>
                </a:lnTo>
                <a:close/>
              </a:path>
            </a:pathLst>
          </a:cu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 name="Group 1">
            <a:extLst>
              <a:ext uri="{FF2B5EF4-FFF2-40B4-BE49-F238E27FC236}">
                <a16:creationId xmlns:a16="http://schemas.microsoft.com/office/drawing/2014/main" id="{755E3D8B-62A7-410F-A374-803204501149}"/>
              </a:ext>
            </a:extLst>
          </p:cNvPr>
          <p:cNvGrpSpPr/>
          <p:nvPr userDrawn="1"/>
        </p:nvGrpSpPr>
        <p:grpSpPr>
          <a:xfrm>
            <a:off x="-4723" y="0"/>
            <a:ext cx="4366266" cy="6858000"/>
            <a:chOff x="-4723" y="0"/>
            <a:chExt cx="4366266" cy="6858000"/>
          </a:xfrm>
        </p:grpSpPr>
        <p:pic>
          <p:nvPicPr>
            <p:cNvPr id="27" name="Picture 26" descr="graphic art">
              <a:extLst>
                <a:ext uri="{FF2B5EF4-FFF2-40B4-BE49-F238E27FC236}">
                  <a16:creationId xmlns:a16="http://schemas.microsoft.com/office/drawing/2014/main" id="{1F2B08AE-BED2-47C1-9865-DC026E27DAE0}"/>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flipH="1">
              <a:off x="-4723" y="0"/>
              <a:ext cx="4366266" cy="6858000"/>
            </a:xfrm>
            <a:custGeom>
              <a:avLst/>
              <a:gdLst>
                <a:gd name="connsiteX0" fmla="*/ 4366266 w 4366266"/>
                <a:gd name="connsiteY0" fmla="*/ 0 h 6858000"/>
                <a:gd name="connsiteX1" fmla="*/ 986500 w 4366266"/>
                <a:gd name="connsiteY1" fmla="*/ 0 h 6858000"/>
                <a:gd name="connsiteX2" fmla="*/ 826143 w 4366266"/>
                <a:gd name="connsiteY2" fmla="*/ 297427 h 6858000"/>
                <a:gd name="connsiteX3" fmla="*/ 0 w 4366266"/>
                <a:gd name="connsiteY3" fmla="*/ 3720909 h 6858000"/>
                <a:gd name="connsiteX4" fmla="*/ 612095 w 4366266"/>
                <a:gd name="connsiteY4" fmla="*/ 6681757 h 6858000"/>
                <a:gd name="connsiteX5" fmla="*/ 693638 w 4366266"/>
                <a:gd name="connsiteY5" fmla="*/ 6858000 h 6858000"/>
                <a:gd name="connsiteX6" fmla="*/ 4366266 w 43662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66266" h="6858000">
                  <a:moveTo>
                    <a:pt x="4366266" y="0"/>
                  </a:moveTo>
                  <a:lnTo>
                    <a:pt x="986500" y="0"/>
                  </a:lnTo>
                  <a:lnTo>
                    <a:pt x="826143" y="297427"/>
                  </a:lnTo>
                  <a:cubicBezTo>
                    <a:pt x="291682" y="1364923"/>
                    <a:pt x="0" y="2518005"/>
                    <a:pt x="0" y="3720909"/>
                  </a:cubicBezTo>
                  <a:cubicBezTo>
                    <a:pt x="0" y="4751970"/>
                    <a:pt x="214297" y="5746426"/>
                    <a:pt x="612095" y="6681757"/>
                  </a:cubicBezTo>
                  <a:lnTo>
                    <a:pt x="693638" y="6858000"/>
                  </a:lnTo>
                  <a:lnTo>
                    <a:pt x="4366266" y="6858000"/>
                  </a:lnTo>
                  <a:close/>
                </a:path>
              </a:pathLst>
            </a:custGeom>
            <a:extLst>
              <a:ext uri="{909E8E84-426E-40DD-AFC4-6F175D3DCCD1}">
                <a14:hiddenFill xmlns:a14="http://schemas.microsoft.com/office/drawing/2010/main">
                  <a:solidFill>
                    <a:srgbClr val="FFFFFF"/>
                  </a:solidFill>
                </a14:hiddenFill>
              </a:ext>
            </a:extLst>
          </p:spPr>
        </p:pic>
        <p:sp>
          <p:nvSpPr>
            <p:cNvPr id="28" name="Freeform 11">
              <a:extLst>
                <a:ext uri="{FF2B5EF4-FFF2-40B4-BE49-F238E27FC236}">
                  <a16:creationId xmlns:a16="http://schemas.microsoft.com/office/drawing/2014/main" id="{9B23A557-2C8D-4051-B085-4530EEB13582}"/>
                </a:ext>
              </a:extLst>
            </p:cNvPr>
            <p:cNvSpPr/>
            <p:nvPr userDrawn="1"/>
          </p:nvSpPr>
          <p:spPr>
            <a:xfrm>
              <a:off x="-4723" y="0"/>
              <a:ext cx="4366266" cy="6858000"/>
            </a:xfrm>
            <a:custGeom>
              <a:avLst/>
              <a:gdLst>
                <a:gd name="connsiteX0" fmla="*/ 0 w 3193143"/>
                <a:gd name="connsiteY0" fmla="*/ 0 h 6858000"/>
                <a:gd name="connsiteX1" fmla="*/ 2471695 w 3193143"/>
                <a:gd name="connsiteY1" fmla="*/ 0 h 6858000"/>
                <a:gd name="connsiteX2" fmla="*/ 2588967 w 3193143"/>
                <a:gd name="connsiteY2" fmla="*/ 297427 h 6858000"/>
                <a:gd name="connsiteX3" fmla="*/ 3193143 w 3193143"/>
                <a:gd name="connsiteY3" fmla="*/ 3720909 h 6858000"/>
                <a:gd name="connsiteX4" fmla="*/ 2745505 w 3193143"/>
                <a:gd name="connsiteY4" fmla="*/ 6681757 h 6858000"/>
                <a:gd name="connsiteX5" fmla="*/ 2685871 w 3193143"/>
                <a:gd name="connsiteY5" fmla="*/ 6858000 h 6858000"/>
                <a:gd name="connsiteX6" fmla="*/ 0 w 319314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3143" h="6858000">
                  <a:moveTo>
                    <a:pt x="0" y="0"/>
                  </a:moveTo>
                  <a:lnTo>
                    <a:pt x="2471695" y="0"/>
                  </a:lnTo>
                  <a:lnTo>
                    <a:pt x="2588967" y="297427"/>
                  </a:lnTo>
                  <a:cubicBezTo>
                    <a:pt x="2979830" y="1364923"/>
                    <a:pt x="3193143" y="2518005"/>
                    <a:pt x="3193143" y="3720909"/>
                  </a:cubicBezTo>
                  <a:cubicBezTo>
                    <a:pt x="3193143" y="4751970"/>
                    <a:pt x="3036423" y="5746426"/>
                    <a:pt x="2745505" y="6681757"/>
                  </a:cubicBezTo>
                  <a:lnTo>
                    <a:pt x="2685871" y="6858000"/>
                  </a:lnTo>
                  <a:lnTo>
                    <a:pt x="0" y="6858000"/>
                  </a:lnTo>
                  <a:close/>
                </a:path>
              </a:pathLst>
            </a:cu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Date Placeholder 2">
            <a:extLst>
              <a:ext uri="{FF2B5EF4-FFF2-40B4-BE49-F238E27FC236}">
                <a16:creationId xmlns:a16="http://schemas.microsoft.com/office/drawing/2014/main" id="{618BE52B-936F-440D-9D21-8582D058A7B1}"/>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87ADFC91-8F2F-4D8A-928E-1E928C2961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C8CD7-D1CF-464B-9CC0-82FA0F557BA5}"/>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0" name="Title 1">
            <a:extLst>
              <a:ext uri="{FF2B5EF4-FFF2-40B4-BE49-F238E27FC236}">
                <a16:creationId xmlns:a16="http://schemas.microsoft.com/office/drawing/2014/main" id="{36ED8BA9-6145-4EC1-BCBC-D6831FB6E49D}"/>
              </a:ext>
            </a:extLst>
          </p:cNvPr>
          <p:cNvSpPr>
            <a:spLocks noGrp="1"/>
          </p:cNvSpPr>
          <p:nvPr>
            <p:ph type="title" hasCustomPrompt="1"/>
          </p:nvPr>
        </p:nvSpPr>
        <p:spPr>
          <a:xfrm>
            <a:off x="4788016" y="859506"/>
            <a:ext cx="6554914" cy="1107996"/>
          </a:xfrm>
        </p:spPr>
        <p:txBody>
          <a:bodyPr lIns="0" tIns="0" rIns="0" bIns="0">
            <a:normAutofit/>
          </a:bodyPr>
          <a:lstStyle>
            <a:lvl1pPr>
              <a:defRPr sz="4000">
                <a:solidFill>
                  <a:schemeClr val="accent1"/>
                </a:solidFill>
              </a:defRPr>
            </a:lvl1pPr>
          </a:lstStyle>
          <a:p>
            <a:r>
              <a:rPr lang="en-US"/>
              <a:t>Penjelasan Detail dari Setiap Poin</a:t>
            </a:r>
          </a:p>
        </p:txBody>
      </p:sp>
      <p:sp>
        <p:nvSpPr>
          <p:cNvPr id="14" name="Picture Placeholder 22">
            <a:extLst>
              <a:ext uri="{FF2B5EF4-FFF2-40B4-BE49-F238E27FC236}">
                <a16:creationId xmlns:a16="http://schemas.microsoft.com/office/drawing/2014/main" id="{39357053-E98A-423A-ADBB-0482A5B49932}"/>
              </a:ext>
            </a:extLst>
          </p:cNvPr>
          <p:cNvSpPr>
            <a:spLocks noGrp="1"/>
          </p:cNvSpPr>
          <p:nvPr>
            <p:ph type="pic" sz="quarter" idx="16"/>
          </p:nvPr>
        </p:nvSpPr>
        <p:spPr>
          <a:xfrm>
            <a:off x="519300" y="1941895"/>
            <a:ext cx="2974210" cy="2974210"/>
          </a:xfrm>
          <a:prstGeom prst="ellipse">
            <a:avLst/>
          </a:prstGeom>
          <a:pattFill prst="pct5">
            <a:fgClr>
              <a:schemeClr val="accent1"/>
            </a:fgClr>
            <a:bgClr>
              <a:schemeClr val="bg1"/>
            </a:bgClr>
          </a:pattFill>
        </p:spPr>
        <p:txBody>
          <a:bodyPr anchor="ctr"/>
          <a:lstStyle>
            <a:lvl1pPr algn="ctr">
              <a:buNone/>
              <a:defRPr/>
            </a:lvl1pPr>
          </a:lstStyle>
          <a:p>
            <a:endParaRPr lang="en-US"/>
          </a:p>
        </p:txBody>
      </p:sp>
      <p:sp>
        <p:nvSpPr>
          <p:cNvPr id="15" name="Text Placeholder 19">
            <a:extLst>
              <a:ext uri="{FF2B5EF4-FFF2-40B4-BE49-F238E27FC236}">
                <a16:creationId xmlns:a16="http://schemas.microsoft.com/office/drawing/2014/main" id="{B1775D13-2954-4646-A255-97A1812177FC}"/>
              </a:ext>
            </a:extLst>
          </p:cNvPr>
          <p:cNvSpPr>
            <a:spLocks noGrp="1"/>
          </p:cNvSpPr>
          <p:nvPr>
            <p:ph type="body" sz="quarter" idx="17" hasCustomPrompt="1"/>
          </p:nvPr>
        </p:nvSpPr>
        <p:spPr>
          <a:xfrm>
            <a:off x="4788016" y="2192601"/>
            <a:ext cx="6524187" cy="4088555"/>
          </a:xfrm>
        </p:spPr>
        <p:txBody>
          <a:bodyPr lIns="0" tIns="0" rIns="0" bIns="0">
            <a:normAutofit/>
          </a:bodyPr>
          <a:lstStyle>
            <a:lvl1pPr marL="0" indent="0">
              <a:lnSpc>
                <a:spcPct val="120000"/>
              </a:lnSpc>
              <a:buFont typeface="Arial" panose="020B0604020202020204" pitchFamily="34" charset="0"/>
              <a:buNone/>
              <a:defRPr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AI"/>
              <a:t>Tambahakan penjelasan lebih detail dari poin ini. Anda bisa menyimpan hingga lima baris kalimat pada bagian ini. Gunakan kalimat yang jelas dan efektif agar mudah dipahami.</a:t>
            </a:r>
            <a:endParaRPr lang="en-US"/>
          </a:p>
        </p:txBody>
      </p:sp>
      <p:sp>
        <p:nvSpPr>
          <p:cNvPr id="13" name="Oval 12">
            <a:extLst>
              <a:ext uri="{FF2B5EF4-FFF2-40B4-BE49-F238E27FC236}">
                <a16:creationId xmlns:a16="http://schemas.microsoft.com/office/drawing/2014/main" id="{90B6CD4E-797A-4E6B-9C98-9617D389BD43}"/>
              </a:ext>
            </a:extLst>
          </p:cNvPr>
          <p:cNvSpPr/>
          <p:nvPr userDrawn="1"/>
        </p:nvSpPr>
        <p:spPr>
          <a:xfrm>
            <a:off x="270911" y="1690503"/>
            <a:ext cx="3476994" cy="347699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956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75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par>
                                <p:cTn id="27" presetID="21" presetClass="entr" presetSubtype="1"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heel(1)">
                                      <p:cBhvr>
                                        <p:cTn id="29" dur="500"/>
                                        <p:tgtEl>
                                          <p:spTgt spid="13"/>
                                        </p:tgtEl>
                                      </p:cBhvr>
                                    </p:animEffect>
                                  </p:childTnLst>
                                </p:cTn>
                              </p:par>
                            </p:childTnLst>
                          </p:cTn>
                        </p:par>
                        <p:par>
                          <p:cTn id="30" fill="hold">
                            <p:stCondLst>
                              <p:cond delay="1750"/>
                            </p:stCondLst>
                            <p:childTnLst>
                              <p:par>
                                <p:cTn id="31" presetID="2" presetClass="entr" presetSubtype="2" decel="10000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1+#ppt_w/2"/>
                                          </p:val>
                                        </p:tav>
                                        <p:tav tm="100000">
                                          <p:val>
                                            <p:strVal val="#ppt_x"/>
                                          </p:val>
                                        </p:tav>
                                      </p:tavLst>
                                    </p:anim>
                                    <p:anim calcmode="lin" valueType="num">
                                      <p:cBhvr additive="base">
                                        <p:cTn id="34" dur="500" fill="hold"/>
                                        <p:tgtEl>
                                          <p:spTgt spid="10"/>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 calcmode="lin" valueType="num">
                                      <p:cBhvr additive="base">
                                        <p:cTn id="37"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6" grpId="0" animBg="1"/>
      <p:bldP spid="10" grpId="0"/>
      <p:bldP spid="14" grpId="0" animBg="1"/>
      <p:bldP spid="15" grpId="0" build="p">
        <p:tmplLst>
          <p:tmpl lvl="1">
            <p:tnLst>
              <p:par>
                <p:cTn presetID="2" presetClass="entr" presetSubtype="2" decel="10000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3"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Table">
    <p:spTree>
      <p:nvGrpSpPr>
        <p:cNvPr id="1" name=""/>
        <p:cNvGrpSpPr/>
        <p:nvPr/>
      </p:nvGrpSpPr>
      <p:grpSpPr>
        <a:xfrm>
          <a:off x="0" y="0"/>
          <a:ext cx="0" cy="0"/>
          <a:chOff x="0" y="0"/>
          <a:chExt cx="0" cy="0"/>
        </a:xfrm>
      </p:grpSpPr>
      <p:pic>
        <p:nvPicPr>
          <p:cNvPr id="12" name="Picture 4" descr="Black and White Abstract Photo ">
            <a:extLst>
              <a:ext uri="{FF2B5EF4-FFF2-40B4-BE49-F238E27FC236}">
                <a16:creationId xmlns:a16="http://schemas.microsoft.com/office/drawing/2014/main" id="{5E1E7027-834A-40AA-90C1-51CC01A19567}"/>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rot="5400000">
            <a:off x="2667000" y="-2667000"/>
            <a:ext cx="6858000" cy="121920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738C75F-8563-4D38-84FC-1DEF5AD2C9B2}"/>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0A0AB3-E158-4A22-8AC7-C9E5403C1F10}"/>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F639C93-AF59-46C8-9CFE-EA7FEA6FB9FE}"/>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C9A5FD2-34A9-411E-A9C3-1BD7CCCDA9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BEC7-EE62-4EA2-B646-A96E75EAD48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6" name="Table Placeholder 3">
            <a:extLst>
              <a:ext uri="{FF2B5EF4-FFF2-40B4-BE49-F238E27FC236}">
                <a16:creationId xmlns:a16="http://schemas.microsoft.com/office/drawing/2014/main" id="{3A19A287-B41D-4EDD-8317-019B742FB3D2}"/>
              </a:ext>
            </a:extLst>
          </p:cNvPr>
          <p:cNvSpPr>
            <a:spLocks noGrp="1"/>
          </p:cNvSpPr>
          <p:nvPr>
            <p:ph type="tbl" sz="quarter" idx="13"/>
          </p:nvPr>
        </p:nvSpPr>
        <p:spPr>
          <a:xfrm>
            <a:off x="4960596" y="493827"/>
            <a:ext cx="6721589" cy="5854359"/>
          </a:xfrm>
        </p:spPr>
        <p:txBody>
          <a:bodyPr anchor="ctr"/>
          <a:lstStyle>
            <a:lvl1pPr marL="0" indent="0" algn="ctr">
              <a:buNone/>
              <a:defRPr/>
            </a:lvl1pPr>
          </a:lstStyle>
          <a:p>
            <a:endParaRPr lang="en-US"/>
          </a:p>
        </p:txBody>
      </p:sp>
      <p:sp>
        <p:nvSpPr>
          <p:cNvPr id="7" name="Title 1">
            <a:extLst>
              <a:ext uri="{FF2B5EF4-FFF2-40B4-BE49-F238E27FC236}">
                <a16:creationId xmlns:a16="http://schemas.microsoft.com/office/drawing/2014/main" id="{9CDC3D56-C844-4208-8420-3398E92EF836}"/>
              </a:ext>
            </a:extLst>
          </p:cNvPr>
          <p:cNvSpPr>
            <a:spLocks noGrp="1"/>
          </p:cNvSpPr>
          <p:nvPr>
            <p:ph type="title" hasCustomPrompt="1"/>
          </p:nvPr>
        </p:nvSpPr>
        <p:spPr>
          <a:xfrm>
            <a:off x="632732" y="505767"/>
            <a:ext cx="4114800" cy="1107996"/>
          </a:xfrm>
        </p:spPr>
        <p:txBody>
          <a:bodyPr lIns="0" tIns="0" rIns="0" bIns="0" anchor="b" anchorCtr="0">
            <a:normAutofit/>
          </a:bodyPr>
          <a:lstStyle>
            <a:lvl1pPr>
              <a:defRPr sz="4000">
                <a:solidFill>
                  <a:schemeClr val="accent1"/>
                </a:solidFill>
              </a:defRPr>
            </a:lvl1pPr>
          </a:lstStyle>
          <a:p>
            <a:r>
              <a:rPr lang="en-US"/>
              <a:t>Data Hasil Penelitian</a:t>
            </a:r>
          </a:p>
        </p:txBody>
      </p:sp>
      <p:sp>
        <p:nvSpPr>
          <p:cNvPr id="8" name="Text Placeholder 8">
            <a:extLst>
              <a:ext uri="{FF2B5EF4-FFF2-40B4-BE49-F238E27FC236}">
                <a16:creationId xmlns:a16="http://schemas.microsoft.com/office/drawing/2014/main" id="{05BC9719-3222-4D91-A175-3B20DAEB9C0A}"/>
              </a:ext>
            </a:extLst>
          </p:cNvPr>
          <p:cNvSpPr>
            <a:spLocks noGrp="1"/>
          </p:cNvSpPr>
          <p:nvPr>
            <p:ph type="body" sz="quarter" idx="14" hasCustomPrompt="1"/>
          </p:nvPr>
        </p:nvSpPr>
        <p:spPr>
          <a:xfrm>
            <a:off x="632732" y="1794032"/>
            <a:ext cx="4114800" cy="387798"/>
          </a:xfrm>
        </p:spPr>
        <p:txBody>
          <a:bodyPr lIns="0" tIns="0" rIns="0" bIns="0">
            <a:normAutofit/>
          </a:bodyPr>
          <a:lstStyle>
            <a:lvl1pPr marL="0" indent="0">
              <a:buNone/>
              <a:defRPr sz="2800"/>
            </a:lvl1pPr>
            <a:lvl2pPr>
              <a:buNone/>
              <a:defRPr/>
            </a:lvl2pPr>
            <a:lvl3pPr>
              <a:buNone/>
              <a:defRPr/>
            </a:lvl3pPr>
            <a:lvl4pPr>
              <a:buNone/>
              <a:defRPr/>
            </a:lvl4pPr>
            <a:lvl5pPr>
              <a:buNone/>
              <a:defRPr/>
            </a:lvl5pPr>
          </a:lstStyle>
          <a:p>
            <a:pPr lvl="0"/>
            <a:r>
              <a:rPr lang="en-US"/>
              <a:t>Poin penting penelitian</a:t>
            </a:r>
          </a:p>
        </p:txBody>
      </p:sp>
      <p:sp>
        <p:nvSpPr>
          <p:cNvPr id="9" name="Text Placeholder 19">
            <a:extLst>
              <a:ext uri="{FF2B5EF4-FFF2-40B4-BE49-F238E27FC236}">
                <a16:creationId xmlns:a16="http://schemas.microsoft.com/office/drawing/2014/main" id="{10CD3712-2C12-4388-886C-9A5E84524E5B}"/>
              </a:ext>
            </a:extLst>
          </p:cNvPr>
          <p:cNvSpPr>
            <a:spLocks noGrp="1"/>
          </p:cNvSpPr>
          <p:nvPr>
            <p:ph type="body" sz="quarter" idx="17" hasCustomPrompt="1"/>
          </p:nvPr>
        </p:nvSpPr>
        <p:spPr>
          <a:xfrm>
            <a:off x="632732" y="2552259"/>
            <a:ext cx="4114800" cy="1432798"/>
          </a:xfrm>
          <a:prstGeom prst="roundRect">
            <a:avLst>
              <a:gd name="adj" fmla="val 10205"/>
            </a:avLst>
          </a:prstGeom>
          <a:solidFill>
            <a:schemeClr val="accent1"/>
          </a:solidFill>
        </p:spPr>
        <p:txBody>
          <a:bodyPr lIns="0" tIns="0" rIns="0" bIns="0" anchor="ctr" anchorCtr="1">
            <a:normAutofit/>
          </a:bodyPr>
          <a:lstStyle>
            <a:lvl1pPr marL="0" indent="0" algn="l">
              <a:lnSpc>
                <a:spcPct val="100000"/>
              </a:lnSpc>
              <a:buFont typeface="Arial" panose="020B0604020202020204" pitchFamily="34" charset="0"/>
              <a:buNone/>
              <a:defRPr sz="4400" b="1"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Poin Utama dari Tabel</a:t>
            </a:r>
          </a:p>
        </p:txBody>
      </p:sp>
      <p:sp>
        <p:nvSpPr>
          <p:cNvPr id="10" name="Text Placeholder 19">
            <a:extLst>
              <a:ext uri="{FF2B5EF4-FFF2-40B4-BE49-F238E27FC236}">
                <a16:creationId xmlns:a16="http://schemas.microsoft.com/office/drawing/2014/main" id="{3CEFF45C-7DE4-4327-9D5A-DC6FA7F76149}"/>
              </a:ext>
            </a:extLst>
          </p:cNvPr>
          <p:cNvSpPr>
            <a:spLocks noGrp="1"/>
          </p:cNvSpPr>
          <p:nvPr>
            <p:ph type="body" sz="quarter" idx="18" hasCustomPrompt="1"/>
          </p:nvPr>
        </p:nvSpPr>
        <p:spPr>
          <a:xfrm>
            <a:off x="632732" y="4410885"/>
            <a:ext cx="4114800" cy="1477328"/>
          </a:xfrm>
        </p:spPr>
        <p:txBody>
          <a:bodyPr lIns="0" tIns="0" rIns="0" bIns="0">
            <a:normAutofit/>
          </a:bodyPr>
          <a:lstStyle>
            <a:lvl1pPr marL="0" indent="0">
              <a:lnSpc>
                <a:spcPct val="100000"/>
              </a:lnSpc>
              <a:buFont typeface="Arial" panose="020B0604020202020204" pitchFamily="34" charset="0"/>
              <a:buNone/>
              <a:defRPr sz="28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di sini untuk menambahkan deskripsi penjelasan dari table.</a:t>
            </a:r>
          </a:p>
        </p:txBody>
      </p:sp>
      <p:sp>
        <p:nvSpPr>
          <p:cNvPr id="2" name="Graphic 17">
            <a:extLst>
              <a:ext uri="{FF2B5EF4-FFF2-40B4-BE49-F238E27FC236}">
                <a16:creationId xmlns:a16="http://schemas.microsoft.com/office/drawing/2014/main" id="{05E16F1A-3B6E-45CF-A86D-B0F3B8C1D602}"/>
              </a:ext>
            </a:extLst>
          </p:cNvPr>
          <p:cNvSpPr/>
          <p:nvPr/>
        </p:nvSpPr>
        <p:spPr>
          <a:xfrm>
            <a:off x="-1265113" y="2342972"/>
            <a:ext cx="1602032" cy="1832457"/>
          </a:xfrm>
          <a:custGeom>
            <a:avLst/>
            <a:gdLst>
              <a:gd name="connsiteX0" fmla="*/ 32987 w 1602032"/>
              <a:gd name="connsiteY0" fmla="*/ 180482 h 1832457"/>
              <a:gd name="connsiteX1" fmla="*/ 3005 w 1602032"/>
              <a:gd name="connsiteY1" fmla="*/ 64938 h 1832457"/>
              <a:gd name="connsiteX2" fmla="*/ 100967 w 1602032"/>
              <a:gd name="connsiteY2" fmla="*/ -3271 h 1832457"/>
              <a:gd name="connsiteX3" fmla="*/ 547358 w 1602032"/>
              <a:gd name="connsiteY3" fmla="*/ -3271 h 1832457"/>
              <a:gd name="connsiteX4" fmla="*/ 615350 w 1602032"/>
              <a:gd name="connsiteY4" fmla="*/ 21887 h 1832457"/>
              <a:gd name="connsiteX5" fmla="*/ 1562084 w 1602032"/>
              <a:gd name="connsiteY5" fmla="*/ 833664 h 1832457"/>
              <a:gd name="connsiteX6" fmla="*/ 1598544 w 1602032"/>
              <a:gd name="connsiteY6" fmla="*/ 912957 h 1832457"/>
              <a:gd name="connsiteX7" fmla="*/ 1562084 w 1602032"/>
              <a:gd name="connsiteY7" fmla="*/ 992251 h 1832457"/>
              <a:gd name="connsiteX8" fmla="*/ 615350 w 1602032"/>
              <a:gd name="connsiteY8" fmla="*/ 1804028 h 1832457"/>
              <a:gd name="connsiteX9" fmla="*/ 547358 w 1602032"/>
              <a:gd name="connsiteY9" fmla="*/ 1829186 h 1832457"/>
              <a:gd name="connsiteX10" fmla="*/ 100967 w 1602032"/>
              <a:gd name="connsiteY10" fmla="*/ 1829186 h 1832457"/>
              <a:gd name="connsiteX11" fmla="*/ 3005 w 1602032"/>
              <a:gd name="connsiteY11" fmla="*/ 1760976 h 1832457"/>
              <a:gd name="connsiteX12" fmla="*/ 32987 w 1602032"/>
              <a:gd name="connsiteY12" fmla="*/ 1645433 h 1832457"/>
              <a:gd name="connsiteX13" fmla="*/ 887458 w 1602032"/>
              <a:gd name="connsiteY13" fmla="*/ 912957 h 1832457"/>
              <a:gd name="connsiteX14" fmla="*/ 32987 w 1602032"/>
              <a:gd name="connsiteY14" fmla="*/ 180482 h 183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2032" h="1832457">
                <a:moveTo>
                  <a:pt x="32987" y="180482"/>
                </a:moveTo>
                <a:cubicBezTo>
                  <a:pt x="-198" y="152035"/>
                  <a:pt x="-12161" y="105932"/>
                  <a:pt x="3005" y="64938"/>
                </a:cubicBezTo>
                <a:cubicBezTo>
                  <a:pt x="18171" y="23944"/>
                  <a:pt x="57258" y="-3272"/>
                  <a:pt x="100967" y="-3271"/>
                </a:cubicBezTo>
                <a:cubicBezTo>
                  <a:pt x="269318" y="-3271"/>
                  <a:pt x="465708" y="-3271"/>
                  <a:pt x="547358" y="-3271"/>
                </a:cubicBezTo>
                <a:cubicBezTo>
                  <a:pt x="572299" y="-3271"/>
                  <a:pt x="596415" y="5653"/>
                  <a:pt x="615350" y="21887"/>
                </a:cubicBezTo>
                <a:cubicBezTo>
                  <a:pt x="752566" y="139545"/>
                  <a:pt x="1333893" y="638003"/>
                  <a:pt x="1562084" y="833664"/>
                </a:cubicBezTo>
                <a:cubicBezTo>
                  <a:pt x="1585225" y="853508"/>
                  <a:pt x="1598544" y="882473"/>
                  <a:pt x="1598544" y="912957"/>
                </a:cubicBezTo>
                <a:cubicBezTo>
                  <a:pt x="1598544" y="943442"/>
                  <a:pt x="1585225" y="972407"/>
                  <a:pt x="1562084" y="992251"/>
                </a:cubicBezTo>
                <a:cubicBezTo>
                  <a:pt x="1333893" y="1187912"/>
                  <a:pt x="752566" y="1686369"/>
                  <a:pt x="615350" y="1804028"/>
                </a:cubicBezTo>
                <a:cubicBezTo>
                  <a:pt x="596415" y="1820262"/>
                  <a:pt x="572299" y="1829186"/>
                  <a:pt x="547358" y="1829186"/>
                </a:cubicBezTo>
                <a:cubicBezTo>
                  <a:pt x="465708" y="1829186"/>
                  <a:pt x="269318" y="1829186"/>
                  <a:pt x="100967" y="1829186"/>
                </a:cubicBezTo>
                <a:cubicBezTo>
                  <a:pt x="57258" y="1829186"/>
                  <a:pt x="18171" y="1801971"/>
                  <a:pt x="3005" y="1760976"/>
                </a:cubicBezTo>
                <a:cubicBezTo>
                  <a:pt x="-12161" y="1719982"/>
                  <a:pt x="-198" y="1673879"/>
                  <a:pt x="32987" y="1645433"/>
                </a:cubicBezTo>
                <a:cubicBezTo>
                  <a:pt x="345000" y="1377965"/>
                  <a:pt x="887458" y="912957"/>
                  <a:pt x="887458" y="912957"/>
                </a:cubicBezTo>
                <a:cubicBezTo>
                  <a:pt x="887458" y="912957"/>
                  <a:pt x="345000" y="447946"/>
                  <a:pt x="32987" y="180482"/>
                </a:cubicBezTo>
                <a:close/>
              </a:path>
            </a:pathLst>
          </a:custGeom>
          <a:solidFill>
            <a:schemeClr val="accent1"/>
          </a:solidFill>
          <a:ln w="277" cap="flat">
            <a:noFill/>
            <a:prstDash val="solid"/>
            <a:round/>
          </a:ln>
        </p:spPr>
        <p:txBody>
          <a:bodyPr rtlCol="0" anchor="ctr"/>
          <a:lstStyle/>
          <a:p>
            <a:endParaRPr lang="en-US"/>
          </a:p>
        </p:txBody>
      </p:sp>
    </p:spTree>
    <p:extLst>
      <p:ext uri="{BB962C8B-B14F-4D97-AF65-F5344CB8AC3E}">
        <p14:creationId xmlns:p14="http://schemas.microsoft.com/office/powerpoint/2010/main" val="161669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8">
                                            <p:txEl>
                                              <p:pRg st="0" end="0"/>
                                            </p:txEl>
                                          </p:spTgt>
                                        </p:tgtEl>
                                        <p:attrNameLst>
                                          <p:attrName>style.visibility</p:attrName>
                                        </p:attrNameLst>
                                      </p:cBhvr>
                                      <p:to>
                                        <p:strVal val="visible"/>
                                      </p:to>
                                    </p:set>
                                    <p:anim calcmode="lin" valueType="num">
                                      <p:cBhvr additive="base">
                                        <p:cTn id="15"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8">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750"/>
                                  </p:stCondLst>
                                  <p:childTnLst>
                                    <p:set>
                                      <p:cBhvr>
                                        <p:cTn id="18" dur="1" fill="hold">
                                          <p:stCondLst>
                                            <p:cond delay="0"/>
                                          </p:stCondLst>
                                        </p:cTn>
                                        <p:tgtEl>
                                          <p:spTgt spid="9">
                                            <p:bg/>
                                          </p:spTgt>
                                        </p:tgtEl>
                                        <p:attrNameLst>
                                          <p:attrName>style.visibility</p:attrName>
                                        </p:attrNameLst>
                                      </p:cBhvr>
                                      <p:to>
                                        <p:strVal val="visible"/>
                                      </p:to>
                                    </p:set>
                                    <p:anim calcmode="lin" valueType="num">
                                      <p:cBhvr additive="base">
                                        <p:cTn id="19" dur="500" fill="hold"/>
                                        <p:tgtEl>
                                          <p:spTgt spid="9">
                                            <p:bg/>
                                          </p:spTgt>
                                        </p:tgtEl>
                                        <p:attrNameLst>
                                          <p:attrName>ppt_x</p:attrName>
                                        </p:attrNameLst>
                                      </p:cBhvr>
                                      <p:tavLst>
                                        <p:tav tm="0">
                                          <p:val>
                                            <p:strVal val="0-#ppt_w/2"/>
                                          </p:val>
                                        </p:tav>
                                        <p:tav tm="100000">
                                          <p:val>
                                            <p:strVal val="#ppt_x"/>
                                          </p:val>
                                        </p:tav>
                                      </p:tavLst>
                                    </p:anim>
                                    <p:anim calcmode="lin" valueType="num">
                                      <p:cBhvr additive="base">
                                        <p:cTn id="20" dur="500" fill="hold"/>
                                        <p:tgtEl>
                                          <p:spTgt spid="9">
                                            <p:bg/>
                                          </p:spTgt>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750"/>
                                  </p:stCondLst>
                                  <p:childTnLst>
                                    <p:set>
                                      <p:cBhvr>
                                        <p:cTn id="22" dur="1" fill="hold">
                                          <p:stCondLst>
                                            <p:cond delay="0"/>
                                          </p:stCondLst>
                                        </p:cTn>
                                        <p:tgtEl>
                                          <p:spTgt spid="9">
                                            <p:txEl>
                                              <p:pRg st="0" end="0"/>
                                            </p:txEl>
                                          </p:spTgt>
                                        </p:tgtEl>
                                        <p:attrNameLst>
                                          <p:attrName>style.visibility</p:attrName>
                                        </p:attrNameLst>
                                      </p:cBhvr>
                                      <p:to>
                                        <p:strVal val="visible"/>
                                      </p:to>
                                    </p:set>
                                    <p:anim calcmode="lin" valueType="num">
                                      <p:cBhvr additive="base">
                                        <p:cTn id="23"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9">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100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0-#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250"/>
                                  </p:stCondLst>
                                  <p:childTnLst>
                                    <p:set>
                                      <p:cBhvr>
                                        <p:cTn id="30" dur="1" fill="hold">
                                          <p:stCondLst>
                                            <p:cond delay="0"/>
                                          </p:stCondLst>
                                        </p:cTn>
                                        <p:tgtEl>
                                          <p:spTgt spid="10">
                                            <p:txEl>
                                              <p:pRg st="0" end="0"/>
                                            </p:txEl>
                                          </p:spTgt>
                                        </p:tgtEl>
                                        <p:attrNameLst>
                                          <p:attrName>style.visibility</p:attrName>
                                        </p:attrNameLst>
                                      </p:cBhvr>
                                      <p:to>
                                        <p:strVal val="visible"/>
                                      </p:to>
                                    </p:set>
                                    <p:anim calcmode="lin" valueType="num">
                                      <p:cBhvr additive="base">
                                        <p:cTn id="31"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build="p">
        <p:tmplLst>
          <p:tmpl lvl="1">
            <p:tnLst>
              <p:par>
                <p:cTn presetID="2" presetClass="entr" presetSubtype="8" decel="10000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0-#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uiExpand="1" build="p" animBg="1">
        <p:tmplLst>
          <p:tmpl>
            <p:tnLst>
              <p:par>
                <p:cTn presetID="2" presetClass="entr" presetSubtype="8" decel="10000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 lvl="1">
            <p:tnLst>
              <p:par>
                <p:cTn presetID="2" presetClass="entr" presetSubtype="8" decel="10000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8" decel="10000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2"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ta Line/Bar Panjang">
    <p:spTree>
      <p:nvGrpSpPr>
        <p:cNvPr id="1" name=""/>
        <p:cNvGrpSpPr/>
        <p:nvPr/>
      </p:nvGrpSpPr>
      <p:grpSpPr>
        <a:xfrm>
          <a:off x="0" y="0"/>
          <a:ext cx="0" cy="0"/>
          <a:chOff x="0" y="0"/>
          <a:chExt cx="0" cy="0"/>
        </a:xfrm>
      </p:grpSpPr>
      <p:pic>
        <p:nvPicPr>
          <p:cNvPr id="19" name="Picture 18" descr="Black and White Abstract Photo ">
            <a:extLst>
              <a:ext uri="{FF2B5EF4-FFF2-40B4-BE49-F238E27FC236}">
                <a16:creationId xmlns:a16="http://schemas.microsoft.com/office/drawing/2014/main" id="{FDDFED1E-2022-4FF4-915A-11E8A977954D}"/>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6999" y="-2666998"/>
            <a:ext cx="6858001" cy="12191999"/>
          </a:xfrm>
          <a:custGeom>
            <a:avLst/>
            <a:gdLst>
              <a:gd name="connsiteX0" fmla="*/ 0 w 6858001"/>
              <a:gd name="connsiteY0" fmla="*/ 12191999 h 12191999"/>
              <a:gd name="connsiteX1" fmla="*/ 0 w 6858001"/>
              <a:gd name="connsiteY1" fmla="*/ 0 h 12191999"/>
              <a:gd name="connsiteX2" fmla="*/ 6858001 w 6858001"/>
              <a:gd name="connsiteY2" fmla="*/ 0 h 12191999"/>
              <a:gd name="connsiteX3" fmla="*/ 6858001 w 6858001"/>
              <a:gd name="connsiteY3" fmla="*/ 12191999 h 12191999"/>
            </a:gdLst>
            <a:ahLst/>
            <a:cxnLst>
              <a:cxn ang="0">
                <a:pos x="connsiteX0" y="connsiteY0"/>
              </a:cxn>
              <a:cxn ang="0">
                <a:pos x="connsiteX1" y="connsiteY1"/>
              </a:cxn>
              <a:cxn ang="0">
                <a:pos x="connsiteX2" y="connsiteY2"/>
              </a:cxn>
              <a:cxn ang="0">
                <a:pos x="connsiteX3" y="connsiteY3"/>
              </a:cxn>
            </a:cxnLst>
            <a:rect l="l" t="t" r="r" b="b"/>
            <a:pathLst>
              <a:path w="6858001" h="12191999">
                <a:moveTo>
                  <a:pt x="0" y="12191999"/>
                </a:moveTo>
                <a:lnTo>
                  <a:pt x="0" y="0"/>
                </a:lnTo>
                <a:lnTo>
                  <a:pt x="6858001" y="0"/>
                </a:lnTo>
                <a:lnTo>
                  <a:pt x="6858001" y="12191999"/>
                </a:lnTo>
                <a:close/>
              </a:path>
            </a:pathLst>
          </a:cu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738C75F-8563-4D38-84FC-1DEF5AD2C9B2}"/>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0A0AB3-E158-4A22-8AC7-C9E5403C1F10}"/>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F639C93-AF59-46C8-9CFE-EA7FEA6FB9FE}"/>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C9A5FD2-34A9-411E-A9C3-1BD7CCCDA9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BEC7-EE62-4EA2-B646-A96E75EAD48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7" name="Title 1">
            <a:extLst>
              <a:ext uri="{FF2B5EF4-FFF2-40B4-BE49-F238E27FC236}">
                <a16:creationId xmlns:a16="http://schemas.microsoft.com/office/drawing/2014/main" id="{9CDC3D56-C844-4208-8420-3398E92EF836}"/>
              </a:ext>
            </a:extLst>
          </p:cNvPr>
          <p:cNvSpPr>
            <a:spLocks noGrp="1"/>
          </p:cNvSpPr>
          <p:nvPr>
            <p:ph type="title" hasCustomPrompt="1"/>
          </p:nvPr>
        </p:nvSpPr>
        <p:spPr>
          <a:xfrm>
            <a:off x="628650" y="505767"/>
            <a:ext cx="10934700" cy="553998"/>
          </a:xfrm>
        </p:spPr>
        <p:txBody>
          <a:bodyPr lIns="0" tIns="0" rIns="0" bIns="0" anchor="t" anchorCtr="0">
            <a:normAutofit/>
          </a:bodyPr>
          <a:lstStyle>
            <a:lvl1pPr>
              <a:defRPr sz="4000">
                <a:solidFill>
                  <a:schemeClr val="accent1"/>
                </a:solidFill>
              </a:defRPr>
            </a:lvl1pPr>
          </a:lstStyle>
          <a:p>
            <a:r>
              <a:rPr lang="en-US"/>
              <a:t>Data Hasil Penelitian</a:t>
            </a:r>
          </a:p>
        </p:txBody>
      </p:sp>
      <p:sp>
        <p:nvSpPr>
          <p:cNvPr id="8" name="Text Placeholder 8">
            <a:extLst>
              <a:ext uri="{FF2B5EF4-FFF2-40B4-BE49-F238E27FC236}">
                <a16:creationId xmlns:a16="http://schemas.microsoft.com/office/drawing/2014/main" id="{05BC9719-3222-4D91-A175-3B20DAEB9C0A}"/>
              </a:ext>
            </a:extLst>
          </p:cNvPr>
          <p:cNvSpPr>
            <a:spLocks noGrp="1"/>
          </p:cNvSpPr>
          <p:nvPr>
            <p:ph type="body" sz="quarter" idx="14" hasCustomPrompt="1"/>
          </p:nvPr>
        </p:nvSpPr>
        <p:spPr>
          <a:xfrm>
            <a:off x="628650" y="1095927"/>
            <a:ext cx="10934700" cy="387798"/>
          </a:xfrm>
        </p:spPr>
        <p:txBody>
          <a:bodyPr lIns="0" tIns="0" rIns="0" bIns="0">
            <a:normAutofit/>
          </a:bodyPr>
          <a:lstStyle>
            <a:lvl1pPr>
              <a:buNone/>
              <a:defRPr sz="2800"/>
            </a:lvl1pPr>
            <a:lvl2pPr>
              <a:buNone/>
              <a:defRPr/>
            </a:lvl2pPr>
            <a:lvl3pPr>
              <a:buNone/>
              <a:defRPr/>
            </a:lvl3pPr>
            <a:lvl4pPr>
              <a:buNone/>
              <a:defRPr/>
            </a:lvl4pPr>
            <a:lvl5pPr>
              <a:buNone/>
              <a:defRPr/>
            </a:lvl5pPr>
          </a:lstStyle>
          <a:p>
            <a:pPr lvl="0"/>
            <a:r>
              <a:rPr lang="en-US"/>
              <a:t>Poin – poin penting penelitian</a:t>
            </a:r>
          </a:p>
        </p:txBody>
      </p:sp>
      <p:sp>
        <p:nvSpPr>
          <p:cNvPr id="9" name="Text Placeholder 19">
            <a:extLst>
              <a:ext uri="{FF2B5EF4-FFF2-40B4-BE49-F238E27FC236}">
                <a16:creationId xmlns:a16="http://schemas.microsoft.com/office/drawing/2014/main" id="{10CD3712-2C12-4388-886C-9A5E84524E5B}"/>
              </a:ext>
            </a:extLst>
          </p:cNvPr>
          <p:cNvSpPr>
            <a:spLocks noGrp="1"/>
          </p:cNvSpPr>
          <p:nvPr>
            <p:ph type="body" sz="quarter" idx="17" hasCustomPrompt="1"/>
          </p:nvPr>
        </p:nvSpPr>
        <p:spPr>
          <a:xfrm>
            <a:off x="632732" y="4664274"/>
            <a:ext cx="4114800" cy="1432798"/>
          </a:xfrm>
          <a:prstGeom prst="roundRect">
            <a:avLst>
              <a:gd name="adj" fmla="val 10205"/>
            </a:avLst>
          </a:prstGeom>
          <a:solidFill>
            <a:schemeClr val="accent1"/>
          </a:solidFill>
        </p:spPr>
        <p:txBody>
          <a:bodyPr lIns="0" tIns="0" rIns="0" bIns="0" anchor="ctr" anchorCtr="1">
            <a:normAutofit/>
          </a:bodyPr>
          <a:lstStyle>
            <a:lvl1pPr marL="0" indent="0" algn="l">
              <a:lnSpc>
                <a:spcPct val="100000"/>
              </a:lnSpc>
              <a:buFont typeface="Arial" panose="020B0604020202020204" pitchFamily="34" charset="0"/>
              <a:buNone/>
              <a:defRPr sz="4400" b="1"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Poin Utama dari Chart</a:t>
            </a:r>
          </a:p>
        </p:txBody>
      </p:sp>
      <p:sp>
        <p:nvSpPr>
          <p:cNvPr id="10" name="Text Placeholder 19">
            <a:extLst>
              <a:ext uri="{FF2B5EF4-FFF2-40B4-BE49-F238E27FC236}">
                <a16:creationId xmlns:a16="http://schemas.microsoft.com/office/drawing/2014/main" id="{3CEFF45C-7DE4-4327-9D5A-DC6FA7F76149}"/>
              </a:ext>
            </a:extLst>
          </p:cNvPr>
          <p:cNvSpPr>
            <a:spLocks noGrp="1"/>
          </p:cNvSpPr>
          <p:nvPr>
            <p:ph type="body" sz="quarter" idx="18" hasCustomPrompt="1"/>
          </p:nvPr>
        </p:nvSpPr>
        <p:spPr>
          <a:xfrm>
            <a:off x="5268686" y="4642009"/>
            <a:ext cx="6299200" cy="1477328"/>
          </a:xfrm>
        </p:spPr>
        <p:txBody>
          <a:bodyPr lIns="0" tIns="0" rIns="0" bIns="0">
            <a:normAutofit/>
          </a:bodyPr>
          <a:lstStyle>
            <a:lvl1pPr marL="0" indent="0">
              <a:lnSpc>
                <a:spcPct val="120000"/>
              </a:lnSpc>
              <a:buFont typeface="Arial" panose="020B0604020202020204" pitchFamily="34" charset="0"/>
              <a:buNone/>
              <a:defRPr sz="28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di sini untuk menambahkan deskripsi penjelasan </a:t>
            </a:r>
            <a:r>
              <a:rPr lang="en-AI"/>
              <a:t>data </a:t>
            </a:r>
            <a:r>
              <a:rPr lang="en-US"/>
              <a:t>dari chart</a:t>
            </a:r>
            <a:r>
              <a:rPr lang="en-AI"/>
              <a:t> yang ditampilkan</a:t>
            </a:r>
            <a:r>
              <a:rPr lang="en-US"/>
              <a:t>.</a:t>
            </a:r>
          </a:p>
        </p:txBody>
      </p:sp>
      <p:sp>
        <p:nvSpPr>
          <p:cNvPr id="11" name="Chart Placeholder 10">
            <a:extLst>
              <a:ext uri="{FF2B5EF4-FFF2-40B4-BE49-F238E27FC236}">
                <a16:creationId xmlns:a16="http://schemas.microsoft.com/office/drawing/2014/main" id="{F2AB4203-9BC8-4A8B-AFEA-57E4B794EB3C}"/>
              </a:ext>
            </a:extLst>
          </p:cNvPr>
          <p:cNvSpPr>
            <a:spLocks noGrp="1"/>
          </p:cNvSpPr>
          <p:nvPr>
            <p:ph type="chart" sz="quarter" idx="19"/>
          </p:nvPr>
        </p:nvSpPr>
        <p:spPr>
          <a:xfrm>
            <a:off x="633413" y="1753590"/>
            <a:ext cx="10934700" cy="2751894"/>
          </a:xfrm>
        </p:spPr>
        <p:txBody>
          <a:bodyPr anchor="ctr"/>
          <a:lstStyle>
            <a:lvl1pPr algn="ctr">
              <a:buNone/>
              <a:defRPr/>
            </a:lvl1pPr>
          </a:lstStyle>
          <a:p>
            <a:endParaRPr lang="en-US"/>
          </a:p>
        </p:txBody>
      </p:sp>
      <p:sp>
        <p:nvSpPr>
          <p:cNvPr id="17" name="Freeform: Shape 16">
            <a:extLst>
              <a:ext uri="{FF2B5EF4-FFF2-40B4-BE49-F238E27FC236}">
                <a16:creationId xmlns:a16="http://schemas.microsoft.com/office/drawing/2014/main" id="{24519FBA-D4B4-4F42-BA7B-DA17F7440459}"/>
              </a:ext>
            </a:extLst>
          </p:cNvPr>
          <p:cNvSpPr/>
          <p:nvPr/>
        </p:nvSpPr>
        <p:spPr>
          <a:xfrm>
            <a:off x="0" y="4793211"/>
            <a:ext cx="344720" cy="687220"/>
          </a:xfrm>
          <a:custGeom>
            <a:avLst/>
            <a:gdLst>
              <a:gd name="connsiteX0" fmla="*/ 0 w 344720"/>
              <a:gd name="connsiteY0" fmla="*/ 0 h 687220"/>
              <a:gd name="connsiteX1" fmla="*/ 83361 w 344720"/>
              <a:gd name="connsiteY1" fmla="*/ 71477 h 687220"/>
              <a:gd name="connsiteX2" fmla="*/ 308260 w 344720"/>
              <a:gd name="connsiteY2" fmla="*/ 264316 h 687220"/>
              <a:gd name="connsiteX3" fmla="*/ 344720 w 344720"/>
              <a:gd name="connsiteY3" fmla="*/ 343609 h 687220"/>
              <a:gd name="connsiteX4" fmla="*/ 308260 w 344720"/>
              <a:gd name="connsiteY4" fmla="*/ 422903 h 687220"/>
              <a:gd name="connsiteX5" fmla="*/ 83361 w 344720"/>
              <a:gd name="connsiteY5" fmla="*/ 615742 h 687220"/>
              <a:gd name="connsiteX6" fmla="*/ 0 w 344720"/>
              <a:gd name="connsiteY6" fmla="*/ 687220 h 68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20" h="687220">
                <a:moveTo>
                  <a:pt x="0" y="0"/>
                </a:moveTo>
                <a:lnTo>
                  <a:pt x="83361" y="71477"/>
                </a:lnTo>
                <a:cubicBezTo>
                  <a:pt x="172094" y="147561"/>
                  <a:pt x="251212" y="215401"/>
                  <a:pt x="308260" y="264316"/>
                </a:cubicBezTo>
                <a:cubicBezTo>
                  <a:pt x="331401" y="284160"/>
                  <a:pt x="344720" y="313125"/>
                  <a:pt x="344720" y="343609"/>
                </a:cubicBezTo>
                <a:cubicBezTo>
                  <a:pt x="344720" y="374094"/>
                  <a:pt x="331401" y="403059"/>
                  <a:pt x="308260" y="422903"/>
                </a:cubicBezTo>
                <a:cubicBezTo>
                  <a:pt x="251212" y="471818"/>
                  <a:pt x="172094" y="539658"/>
                  <a:pt x="83361" y="615742"/>
                </a:cubicBezTo>
                <a:lnTo>
                  <a:pt x="0" y="687220"/>
                </a:lnTo>
                <a:close/>
              </a:path>
            </a:pathLst>
          </a:custGeom>
          <a:solidFill>
            <a:schemeClr val="accent1"/>
          </a:solidFill>
          <a:ln w="277"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301306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nodePh="1">
                                  <p:stCondLst>
                                    <p:cond delay="50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par>
                                <p:cTn id="16" presetID="2" presetClass="entr" presetSubtype="8" decel="100000" fill="hold" grpId="0" nodeType="withEffect">
                                  <p:stCondLst>
                                    <p:cond delay="1000"/>
                                  </p:stCondLst>
                                  <p:childTnLst>
                                    <p:set>
                                      <p:cBhvr>
                                        <p:cTn id="17" dur="1" fill="hold">
                                          <p:stCondLst>
                                            <p:cond delay="0"/>
                                          </p:stCondLst>
                                        </p:cTn>
                                        <p:tgtEl>
                                          <p:spTgt spid="9">
                                            <p:bg/>
                                          </p:spTgt>
                                        </p:tgtEl>
                                        <p:attrNameLst>
                                          <p:attrName>style.visibility</p:attrName>
                                        </p:attrNameLst>
                                      </p:cBhvr>
                                      <p:to>
                                        <p:strVal val="visible"/>
                                      </p:to>
                                    </p:set>
                                    <p:anim calcmode="lin" valueType="num">
                                      <p:cBhvr additive="base">
                                        <p:cTn id="18" dur="500" fill="hold"/>
                                        <p:tgtEl>
                                          <p:spTgt spid="9">
                                            <p:bg/>
                                          </p:spTgt>
                                        </p:tgtEl>
                                        <p:attrNameLst>
                                          <p:attrName>ppt_x</p:attrName>
                                        </p:attrNameLst>
                                      </p:cBhvr>
                                      <p:tavLst>
                                        <p:tav tm="0">
                                          <p:val>
                                            <p:strVal val="0-#ppt_w/2"/>
                                          </p:val>
                                        </p:tav>
                                        <p:tav tm="100000">
                                          <p:val>
                                            <p:strVal val="#ppt_x"/>
                                          </p:val>
                                        </p:tav>
                                      </p:tavLst>
                                    </p:anim>
                                    <p:anim calcmode="lin" valueType="num">
                                      <p:cBhvr additive="base">
                                        <p:cTn id="19" dur="500" fill="hold"/>
                                        <p:tgtEl>
                                          <p:spTgt spid="9">
                                            <p:bg/>
                                          </p:spTgt>
                                        </p:tgtEl>
                                        <p:attrNameLst>
                                          <p:attrName>ppt_y</p:attrName>
                                        </p:attrNameLst>
                                      </p:cBhvr>
                                      <p:tavLst>
                                        <p:tav tm="0">
                                          <p:val>
                                            <p:strVal val="#ppt_y"/>
                                          </p:val>
                                        </p:tav>
                                        <p:tav tm="100000">
                                          <p:val>
                                            <p:strVal val="#ppt_y"/>
                                          </p:val>
                                        </p:tav>
                                      </p:tavLst>
                                    </p:anim>
                                  </p:childTnLst>
                                </p:cTn>
                              </p:par>
                              <p:par>
                                <p:cTn id="20" presetID="2" presetClass="entr" presetSubtype="8" decel="100000" fill="hold" grpId="0" nodeType="withEffect">
                                  <p:stCondLst>
                                    <p:cond delay="1000"/>
                                  </p:stCondLst>
                                  <p:childTnLst>
                                    <p:set>
                                      <p:cBhvr>
                                        <p:cTn id="21" dur="1" fill="hold">
                                          <p:stCondLst>
                                            <p:cond delay="0"/>
                                          </p:stCondLst>
                                        </p:cTn>
                                        <p:tgtEl>
                                          <p:spTgt spid="9">
                                            <p:txEl>
                                              <p:pRg st="0" end="0"/>
                                            </p:txEl>
                                          </p:spTgt>
                                        </p:tgtEl>
                                        <p:attrNameLst>
                                          <p:attrName>style.visibility</p:attrName>
                                        </p:attrNameLst>
                                      </p:cBhvr>
                                      <p:to>
                                        <p:strVal val="visible"/>
                                      </p:to>
                                    </p:set>
                                    <p:anim calcmode="lin" valueType="num">
                                      <p:cBhvr additive="base">
                                        <p:cTn id="22"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9">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100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0-#ppt_w/2"/>
                                          </p:val>
                                        </p:tav>
                                        <p:tav tm="100000">
                                          <p:val>
                                            <p:strVal val="#ppt_x"/>
                                          </p:val>
                                        </p:tav>
                                      </p:tavLst>
                                    </p:anim>
                                    <p:anim calcmode="lin" valueType="num">
                                      <p:cBhvr additive="base">
                                        <p:cTn id="27" dur="500" fill="hold"/>
                                        <p:tgtEl>
                                          <p:spTgt spid="17"/>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1250"/>
                                  </p:stCondLst>
                                  <p:childTnLst>
                                    <p:set>
                                      <p:cBhvr>
                                        <p:cTn id="29" dur="1" fill="hold">
                                          <p:stCondLst>
                                            <p:cond delay="0"/>
                                          </p:stCondLst>
                                        </p:cTn>
                                        <p:tgtEl>
                                          <p:spTgt spid="10">
                                            <p:txEl>
                                              <p:pRg st="0" end="0"/>
                                            </p:txEl>
                                          </p:spTgt>
                                        </p:tgtEl>
                                        <p:attrNameLst>
                                          <p:attrName>style.visibility</p:attrName>
                                        </p:attrNameLst>
                                      </p:cBhvr>
                                      <p:to>
                                        <p:strVal val="visible"/>
                                      </p:to>
                                    </p:set>
                                    <p:anim calcmode="lin" valueType="num">
                                      <p:cBhvr additive="base">
                                        <p:cTn id="30"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 presetClass="entr" presetSubtype="8"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0-#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uiExpand="1" build="p" animBg="1">
        <p:tmplLst>
          <p:tmpl>
            <p:tnLst>
              <p:par>
                <p:cTn presetID="2" presetClass="entr" presetSubtype="8" decel="100000" fill="hold" nodeType="withEffect">
                  <p:stCondLst>
                    <p:cond delay="10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 lvl="1">
            <p:tnLst>
              <p:par>
                <p:cTn presetID="2" presetClass="entr" presetSubtype="8" decel="100000" fill="hold" nodeType="withEffect">
                  <p:stCondLst>
                    <p:cond delay="10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2" decel="10000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1+#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p:bldP spid="17"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ta Bar Tinggi">
    <p:spTree>
      <p:nvGrpSpPr>
        <p:cNvPr id="1" name=""/>
        <p:cNvGrpSpPr/>
        <p:nvPr/>
      </p:nvGrpSpPr>
      <p:grpSpPr>
        <a:xfrm>
          <a:off x="0" y="0"/>
          <a:ext cx="0" cy="0"/>
          <a:chOff x="0" y="0"/>
          <a:chExt cx="0" cy="0"/>
        </a:xfrm>
      </p:grpSpPr>
      <p:pic>
        <p:nvPicPr>
          <p:cNvPr id="19" name="Picture 18" descr="Black and White Abstract Photo ">
            <a:extLst>
              <a:ext uri="{FF2B5EF4-FFF2-40B4-BE49-F238E27FC236}">
                <a16:creationId xmlns:a16="http://schemas.microsoft.com/office/drawing/2014/main" id="{AA949C74-6ACB-42B6-BB63-2758FFBCDAB9}"/>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6999" y="-2666998"/>
            <a:ext cx="6858001" cy="12191999"/>
          </a:xfrm>
          <a:custGeom>
            <a:avLst/>
            <a:gdLst>
              <a:gd name="connsiteX0" fmla="*/ 0 w 6858001"/>
              <a:gd name="connsiteY0" fmla="*/ 12191999 h 12191999"/>
              <a:gd name="connsiteX1" fmla="*/ 0 w 6858001"/>
              <a:gd name="connsiteY1" fmla="*/ 0 h 12191999"/>
              <a:gd name="connsiteX2" fmla="*/ 6858001 w 6858001"/>
              <a:gd name="connsiteY2" fmla="*/ 0 h 12191999"/>
              <a:gd name="connsiteX3" fmla="*/ 6858001 w 6858001"/>
              <a:gd name="connsiteY3" fmla="*/ 12191999 h 12191999"/>
            </a:gdLst>
            <a:ahLst/>
            <a:cxnLst>
              <a:cxn ang="0">
                <a:pos x="connsiteX0" y="connsiteY0"/>
              </a:cxn>
              <a:cxn ang="0">
                <a:pos x="connsiteX1" y="connsiteY1"/>
              </a:cxn>
              <a:cxn ang="0">
                <a:pos x="connsiteX2" y="connsiteY2"/>
              </a:cxn>
              <a:cxn ang="0">
                <a:pos x="connsiteX3" y="connsiteY3"/>
              </a:cxn>
            </a:cxnLst>
            <a:rect l="l" t="t" r="r" b="b"/>
            <a:pathLst>
              <a:path w="6858001" h="12191999">
                <a:moveTo>
                  <a:pt x="0" y="12191999"/>
                </a:moveTo>
                <a:lnTo>
                  <a:pt x="0" y="0"/>
                </a:lnTo>
                <a:lnTo>
                  <a:pt x="6858001" y="0"/>
                </a:lnTo>
                <a:lnTo>
                  <a:pt x="6858001" y="12191999"/>
                </a:lnTo>
                <a:close/>
              </a:path>
            </a:pathLst>
          </a:cu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738C75F-8563-4D38-84FC-1DEF5AD2C9B2}"/>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0A0AB3-E158-4A22-8AC7-C9E5403C1F10}"/>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F639C93-AF59-46C8-9CFE-EA7FEA6FB9FE}"/>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C9A5FD2-34A9-411E-A9C3-1BD7CCCDA9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BEC7-EE62-4EA2-B646-A96E75EAD48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7" name="Title 1">
            <a:extLst>
              <a:ext uri="{FF2B5EF4-FFF2-40B4-BE49-F238E27FC236}">
                <a16:creationId xmlns:a16="http://schemas.microsoft.com/office/drawing/2014/main" id="{9CDC3D56-C844-4208-8420-3398E92EF836}"/>
              </a:ext>
            </a:extLst>
          </p:cNvPr>
          <p:cNvSpPr>
            <a:spLocks noGrp="1"/>
          </p:cNvSpPr>
          <p:nvPr>
            <p:ph type="title" hasCustomPrompt="1"/>
          </p:nvPr>
        </p:nvSpPr>
        <p:spPr>
          <a:xfrm>
            <a:off x="735466" y="505767"/>
            <a:ext cx="10721068" cy="553998"/>
          </a:xfrm>
        </p:spPr>
        <p:txBody>
          <a:bodyPr lIns="0" tIns="0" rIns="0" bIns="0" anchor="t" anchorCtr="0">
            <a:normAutofit/>
          </a:bodyPr>
          <a:lstStyle>
            <a:lvl1pPr>
              <a:defRPr sz="4000">
                <a:solidFill>
                  <a:schemeClr val="accent1"/>
                </a:solidFill>
              </a:defRPr>
            </a:lvl1pPr>
          </a:lstStyle>
          <a:p>
            <a:r>
              <a:rPr lang="en-US"/>
              <a:t>Data Hasil Penelitian</a:t>
            </a:r>
          </a:p>
        </p:txBody>
      </p:sp>
      <p:sp>
        <p:nvSpPr>
          <p:cNvPr id="8" name="Text Placeholder 8">
            <a:extLst>
              <a:ext uri="{FF2B5EF4-FFF2-40B4-BE49-F238E27FC236}">
                <a16:creationId xmlns:a16="http://schemas.microsoft.com/office/drawing/2014/main" id="{05BC9719-3222-4D91-A175-3B20DAEB9C0A}"/>
              </a:ext>
            </a:extLst>
          </p:cNvPr>
          <p:cNvSpPr>
            <a:spLocks noGrp="1"/>
          </p:cNvSpPr>
          <p:nvPr>
            <p:ph type="body" sz="quarter" idx="14" hasCustomPrompt="1"/>
          </p:nvPr>
        </p:nvSpPr>
        <p:spPr>
          <a:xfrm>
            <a:off x="735467" y="1115415"/>
            <a:ext cx="10721067" cy="387798"/>
          </a:xfrm>
        </p:spPr>
        <p:txBody>
          <a:bodyPr lIns="0" tIns="0" rIns="0" bIns="0">
            <a:normAutofit/>
          </a:bodyPr>
          <a:lstStyle>
            <a:lvl1pPr>
              <a:buNone/>
              <a:defRPr sz="2800"/>
            </a:lvl1pPr>
            <a:lvl2pPr>
              <a:buNone/>
              <a:defRPr/>
            </a:lvl2pPr>
            <a:lvl3pPr>
              <a:buNone/>
              <a:defRPr/>
            </a:lvl3pPr>
            <a:lvl4pPr>
              <a:buNone/>
              <a:defRPr/>
            </a:lvl4pPr>
            <a:lvl5pPr>
              <a:buNone/>
              <a:defRPr/>
            </a:lvl5pPr>
          </a:lstStyle>
          <a:p>
            <a:pPr lvl="0"/>
            <a:r>
              <a:rPr lang="en-US"/>
              <a:t>Poin – poin penting penelitian</a:t>
            </a:r>
          </a:p>
        </p:txBody>
      </p:sp>
      <p:sp>
        <p:nvSpPr>
          <p:cNvPr id="9" name="Text Placeholder 19">
            <a:extLst>
              <a:ext uri="{FF2B5EF4-FFF2-40B4-BE49-F238E27FC236}">
                <a16:creationId xmlns:a16="http://schemas.microsoft.com/office/drawing/2014/main" id="{10CD3712-2C12-4388-886C-9A5E84524E5B}"/>
              </a:ext>
            </a:extLst>
          </p:cNvPr>
          <p:cNvSpPr>
            <a:spLocks noGrp="1"/>
          </p:cNvSpPr>
          <p:nvPr>
            <p:ph type="body" sz="quarter" idx="17" hasCustomPrompt="1"/>
          </p:nvPr>
        </p:nvSpPr>
        <p:spPr>
          <a:xfrm>
            <a:off x="6623055" y="1745377"/>
            <a:ext cx="4833479" cy="1432798"/>
          </a:xfrm>
          <a:prstGeom prst="roundRect">
            <a:avLst>
              <a:gd name="adj" fmla="val 10205"/>
            </a:avLst>
          </a:prstGeom>
          <a:solidFill>
            <a:schemeClr val="accent1"/>
          </a:solidFill>
        </p:spPr>
        <p:txBody>
          <a:bodyPr lIns="0" tIns="0" rIns="0" bIns="0" anchor="ctr" anchorCtr="1">
            <a:normAutofit/>
          </a:bodyPr>
          <a:lstStyle>
            <a:lvl1pPr marL="0" indent="0" algn="l">
              <a:lnSpc>
                <a:spcPct val="100000"/>
              </a:lnSpc>
              <a:buFont typeface="Arial" panose="020B0604020202020204" pitchFamily="34" charset="0"/>
              <a:buNone/>
              <a:defRPr sz="4400" b="1"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Informasi Utama dari Chart</a:t>
            </a:r>
          </a:p>
        </p:txBody>
      </p:sp>
      <p:sp>
        <p:nvSpPr>
          <p:cNvPr id="10" name="Text Placeholder 19">
            <a:extLst>
              <a:ext uri="{FF2B5EF4-FFF2-40B4-BE49-F238E27FC236}">
                <a16:creationId xmlns:a16="http://schemas.microsoft.com/office/drawing/2014/main" id="{3CEFF45C-7DE4-4327-9D5A-DC6FA7F76149}"/>
              </a:ext>
            </a:extLst>
          </p:cNvPr>
          <p:cNvSpPr>
            <a:spLocks noGrp="1"/>
          </p:cNvSpPr>
          <p:nvPr>
            <p:ph type="body" sz="quarter" idx="18" hasCustomPrompt="1"/>
          </p:nvPr>
        </p:nvSpPr>
        <p:spPr>
          <a:xfrm>
            <a:off x="6628266" y="3481356"/>
            <a:ext cx="4828268" cy="2020297"/>
          </a:xfrm>
        </p:spPr>
        <p:txBody>
          <a:bodyPr lIns="0" tIns="0" rIns="0" bIns="0">
            <a:normAutofit/>
          </a:bodyPr>
          <a:lstStyle>
            <a:lvl1pPr marL="0" indent="0">
              <a:lnSpc>
                <a:spcPct val="120000"/>
              </a:lnSpc>
              <a:buFont typeface="Arial" panose="020B0604020202020204" pitchFamily="34" charset="0"/>
              <a:buNone/>
              <a:defRPr sz="28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di sini untuk menambahkan deskripsi penjelasan </a:t>
            </a:r>
            <a:r>
              <a:rPr lang="en-AI"/>
              <a:t>data </a:t>
            </a:r>
            <a:r>
              <a:rPr lang="en-US"/>
              <a:t>dari chart</a:t>
            </a:r>
            <a:r>
              <a:rPr lang="en-AI"/>
              <a:t> yang ditampilkan</a:t>
            </a:r>
            <a:r>
              <a:rPr lang="en-US"/>
              <a:t>.</a:t>
            </a:r>
          </a:p>
        </p:txBody>
      </p:sp>
      <p:sp>
        <p:nvSpPr>
          <p:cNvPr id="11" name="Chart Placeholder 10">
            <a:extLst>
              <a:ext uri="{FF2B5EF4-FFF2-40B4-BE49-F238E27FC236}">
                <a16:creationId xmlns:a16="http://schemas.microsoft.com/office/drawing/2014/main" id="{F2AB4203-9BC8-4A8B-AFEA-57E4B794EB3C}"/>
              </a:ext>
            </a:extLst>
          </p:cNvPr>
          <p:cNvSpPr>
            <a:spLocks noGrp="1"/>
          </p:cNvSpPr>
          <p:nvPr>
            <p:ph type="chart" sz="quarter" idx="19"/>
          </p:nvPr>
        </p:nvSpPr>
        <p:spPr>
          <a:xfrm>
            <a:off x="735466" y="1753590"/>
            <a:ext cx="5593897" cy="4466235"/>
          </a:xfrm>
        </p:spPr>
        <p:txBody>
          <a:bodyPr anchor="ctr"/>
          <a:lstStyle>
            <a:lvl1pPr algn="ctr">
              <a:buNone/>
              <a:defRPr/>
            </a:lvl1pPr>
          </a:lstStyle>
          <a:p>
            <a:endParaRPr lang="en-US"/>
          </a:p>
        </p:txBody>
      </p:sp>
      <p:sp>
        <p:nvSpPr>
          <p:cNvPr id="17" name="Freeform: Shape 16">
            <a:extLst>
              <a:ext uri="{FF2B5EF4-FFF2-40B4-BE49-F238E27FC236}">
                <a16:creationId xmlns:a16="http://schemas.microsoft.com/office/drawing/2014/main" id="{4BAFE39A-12A2-4CD8-8438-7D0D5F7F898C}"/>
              </a:ext>
            </a:extLst>
          </p:cNvPr>
          <p:cNvSpPr/>
          <p:nvPr/>
        </p:nvSpPr>
        <p:spPr>
          <a:xfrm flipH="1">
            <a:off x="12002630" y="2238642"/>
            <a:ext cx="189370" cy="420811"/>
          </a:xfrm>
          <a:custGeom>
            <a:avLst/>
            <a:gdLst>
              <a:gd name="connsiteX0" fmla="*/ 0 w 189370"/>
              <a:gd name="connsiteY0" fmla="*/ 0 h 420811"/>
              <a:gd name="connsiteX1" fmla="*/ 0 w 189370"/>
              <a:gd name="connsiteY1" fmla="*/ 420811 h 420811"/>
              <a:gd name="connsiteX2" fmla="*/ 52342 w 189370"/>
              <a:gd name="connsiteY2" fmla="*/ 375930 h 420811"/>
              <a:gd name="connsiteX3" fmla="*/ 152910 w 189370"/>
              <a:gd name="connsiteY3" fmla="*/ 289699 h 420811"/>
              <a:gd name="connsiteX4" fmla="*/ 189370 w 189370"/>
              <a:gd name="connsiteY4" fmla="*/ 210405 h 420811"/>
              <a:gd name="connsiteX5" fmla="*/ 152910 w 189370"/>
              <a:gd name="connsiteY5" fmla="*/ 131112 h 420811"/>
              <a:gd name="connsiteX6" fmla="*/ 52342 w 189370"/>
              <a:gd name="connsiteY6" fmla="*/ 44881 h 420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70" h="420811">
                <a:moveTo>
                  <a:pt x="0" y="0"/>
                </a:moveTo>
                <a:lnTo>
                  <a:pt x="0" y="420811"/>
                </a:lnTo>
                <a:lnTo>
                  <a:pt x="52342" y="375930"/>
                </a:lnTo>
                <a:cubicBezTo>
                  <a:pt x="90345" y="343346"/>
                  <a:pt x="124386" y="314157"/>
                  <a:pt x="152910" y="289699"/>
                </a:cubicBezTo>
                <a:cubicBezTo>
                  <a:pt x="176051" y="269855"/>
                  <a:pt x="189370" y="240890"/>
                  <a:pt x="189370" y="210405"/>
                </a:cubicBezTo>
                <a:cubicBezTo>
                  <a:pt x="189370" y="179921"/>
                  <a:pt x="176051" y="150956"/>
                  <a:pt x="152910" y="131112"/>
                </a:cubicBezTo>
                <a:cubicBezTo>
                  <a:pt x="124386" y="106655"/>
                  <a:pt x="90345" y="77466"/>
                  <a:pt x="52342" y="44881"/>
                </a:cubicBezTo>
                <a:close/>
              </a:path>
            </a:pathLst>
          </a:custGeom>
          <a:solidFill>
            <a:schemeClr val="accent1"/>
          </a:solidFill>
          <a:ln w="277"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60167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ppt_y"/>
                                          </p:val>
                                        </p:tav>
                                        <p:tav tm="100000">
                                          <p:val>
                                            <p:strVal val="#ppt_y"/>
                                          </p:val>
                                        </p:tav>
                                      </p:tavLst>
                                    </p:anim>
                                  </p:childTnLst>
                                </p:cTn>
                              </p:par>
                              <p:par>
                                <p:cTn id="13" presetID="22" presetClass="entr" presetSubtype="4" fill="hold" grpId="0" nodeType="withEffect" nodePh="1">
                                  <p:stCondLst>
                                    <p:cond delay="50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par>
                                <p:cTn id="16" presetID="2" presetClass="entr" presetSubtype="2" decel="100000" fill="hold" grpId="0" nodeType="withEffect">
                                  <p:stCondLst>
                                    <p:cond delay="750"/>
                                  </p:stCondLst>
                                  <p:childTnLst>
                                    <p:set>
                                      <p:cBhvr>
                                        <p:cTn id="17" dur="1" fill="hold">
                                          <p:stCondLst>
                                            <p:cond delay="0"/>
                                          </p:stCondLst>
                                        </p:cTn>
                                        <p:tgtEl>
                                          <p:spTgt spid="9">
                                            <p:bg/>
                                          </p:spTgt>
                                        </p:tgtEl>
                                        <p:attrNameLst>
                                          <p:attrName>style.visibility</p:attrName>
                                        </p:attrNameLst>
                                      </p:cBhvr>
                                      <p:to>
                                        <p:strVal val="visible"/>
                                      </p:to>
                                    </p:set>
                                    <p:anim calcmode="lin" valueType="num">
                                      <p:cBhvr additive="base">
                                        <p:cTn id="18" dur="500" fill="hold"/>
                                        <p:tgtEl>
                                          <p:spTgt spid="9">
                                            <p:bg/>
                                          </p:spTgt>
                                        </p:tgtEl>
                                        <p:attrNameLst>
                                          <p:attrName>ppt_x</p:attrName>
                                        </p:attrNameLst>
                                      </p:cBhvr>
                                      <p:tavLst>
                                        <p:tav tm="0">
                                          <p:val>
                                            <p:strVal val="1+#ppt_w/2"/>
                                          </p:val>
                                        </p:tav>
                                        <p:tav tm="100000">
                                          <p:val>
                                            <p:strVal val="#ppt_x"/>
                                          </p:val>
                                        </p:tav>
                                      </p:tavLst>
                                    </p:anim>
                                    <p:anim calcmode="lin" valueType="num">
                                      <p:cBhvr additive="base">
                                        <p:cTn id="19" dur="500" fill="hold"/>
                                        <p:tgtEl>
                                          <p:spTgt spid="9">
                                            <p:bg/>
                                          </p:spTgt>
                                        </p:tgtEl>
                                        <p:attrNameLst>
                                          <p:attrName>ppt_y</p:attrName>
                                        </p:attrNameLst>
                                      </p:cBhvr>
                                      <p:tavLst>
                                        <p:tav tm="0">
                                          <p:val>
                                            <p:strVal val="#ppt_y"/>
                                          </p:val>
                                        </p:tav>
                                        <p:tav tm="100000">
                                          <p:val>
                                            <p:strVal val="#ppt_y"/>
                                          </p:val>
                                        </p:tav>
                                      </p:tavLst>
                                    </p:anim>
                                  </p:childTnLst>
                                </p:cTn>
                              </p:par>
                              <p:par>
                                <p:cTn id="20" presetID="2" presetClass="entr" presetSubtype="2" decel="100000" fill="hold" grpId="0" nodeType="withEffect">
                                  <p:stCondLst>
                                    <p:cond delay="750"/>
                                  </p:stCondLst>
                                  <p:childTnLst>
                                    <p:set>
                                      <p:cBhvr>
                                        <p:cTn id="21" dur="1" fill="hold">
                                          <p:stCondLst>
                                            <p:cond delay="0"/>
                                          </p:stCondLst>
                                        </p:cTn>
                                        <p:tgtEl>
                                          <p:spTgt spid="9">
                                            <p:txEl>
                                              <p:pRg st="0" end="0"/>
                                            </p:txEl>
                                          </p:spTgt>
                                        </p:tgtEl>
                                        <p:attrNameLst>
                                          <p:attrName>style.visibility</p:attrName>
                                        </p:attrNameLst>
                                      </p:cBhvr>
                                      <p:to>
                                        <p:strVal val="visible"/>
                                      </p:to>
                                    </p:set>
                                    <p:anim calcmode="lin" valueType="num">
                                      <p:cBhvr additive="base">
                                        <p:cTn id="22"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9">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100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1+#ppt_w/2"/>
                                          </p:val>
                                        </p:tav>
                                        <p:tav tm="100000">
                                          <p:val>
                                            <p:strVal val="#ppt_x"/>
                                          </p:val>
                                        </p:tav>
                                      </p:tavLst>
                                    </p:anim>
                                    <p:anim calcmode="lin" valueType="num">
                                      <p:cBhvr additive="base">
                                        <p:cTn id="27" dur="500" fill="hold"/>
                                        <p:tgtEl>
                                          <p:spTgt spid="17"/>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1250"/>
                                  </p:stCondLst>
                                  <p:childTnLst>
                                    <p:set>
                                      <p:cBhvr>
                                        <p:cTn id="29" dur="1" fill="hold">
                                          <p:stCondLst>
                                            <p:cond delay="0"/>
                                          </p:stCondLst>
                                        </p:cTn>
                                        <p:tgtEl>
                                          <p:spTgt spid="10">
                                            <p:txEl>
                                              <p:pRg st="0" end="0"/>
                                            </p:txEl>
                                          </p:spTgt>
                                        </p:tgtEl>
                                        <p:attrNameLst>
                                          <p:attrName>style.visibility</p:attrName>
                                        </p:attrNameLst>
                                      </p:cBhvr>
                                      <p:to>
                                        <p:strVal val="visible"/>
                                      </p:to>
                                    </p:set>
                                    <p:anim calcmode="lin" valueType="num">
                                      <p:cBhvr additive="base">
                                        <p:cTn id="30"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2" presetClass="entr" presetSubtype="8"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0-#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uiExpand="1" build="p" animBg="1">
        <p:tmplLst>
          <p:tmpl>
            <p:tnLst>
              <p:par>
                <p:cTn presetID="2" presetClass="entr" presetSubtype="2" decel="10000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7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2" decel="10000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1+#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p:bldP spid="17"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Pie Chart tengah">
    <p:spTree>
      <p:nvGrpSpPr>
        <p:cNvPr id="1" name=""/>
        <p:cNvGrpSpPr/>
        <p:nvPr/>
      </p:nvGrpSpPr>
      <p:grpSpPr>
        <a:xfrm>
          <a:off x="0" y="0"/>
          <a:ext cx="0" cy="0"/>
          <a:chOff x="0" y="0"/>
          <a:chExt cx="0" cy="0"/>
        </a:xfrm>
      </p:grpSpPr>
      <p:pic>
        <p:nvPicPr>
          <p:cNvPr id="23" name="Picture 22" descr="Black and White Abstract Photo ">
            <a:extLst>
              <a:ext uri="{FF2B5EF4-FFF2-40B4-BE49-F238E27FC236}">
                <a16:creationId xmlns:a16="http://schemas.microsoft.com/office/drawing/2014/main" id="{3F82154C-0715-4BDD-B900-EB28CC0107BE}"/>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0" y="-2666998"/>
            <a:ext cx="6858000" cy="12191999"/>
          </a:xfrm>
          <a:custGeom>
            <a:avLst/>
            <a:gdLst>
              <a:gd name="connsiteX0" fmla="*/ 0 w 6858000"/>
              <a:gd name="connsiteY0" fmla="*/ 12191999 h 12191999"/>
              <a:gd name="connsiteX1" fmla="*/ 0 w 6858000"/>
              <a:gd name="connsiteY1" fmla="*/ 0 h 12191999"/>
              <a:gd name="connsiteX2" fmla="*/ 6858000 w 6858000"/>
              <a:gd name="connsiteY2" fmla="*/ 0 h 12191999"/>
              <a:gd name="connsiteX3" fmla="*/ 6858000 w 6858000"/>
              <a:gd name="connsiteY3" fmla="*/ 12191999 h 12191999"/>
            </a:gdLst>
            <a:ahLst/>
            <a:cxnLst>
              <a:cxn ang="0">
                <a:pos x="connsiteX0" y="connsiteY0"/>
              </a:cxn>
              <a:cxn ang="0">
                <a:pos x="connsiteX1" y="connsiteY1"/>
              </a:cxn>
              <a:cxn ang="0">
                <a:pos x="connsiteX2" y="connsiteY2"/>
              </a:cxn>
              <a:cxn ang="0">
                <a:pos x="connsiteX3" y="connsiteY3"/>
              </a:cxn>
            </a:cxnLst>
            <a:rect l="l" t="t" r="r" b="b"/>
            <a:pathLst>
              <a:path w="6858000" h="12191999">
                <a:moveTo>
                  <a:pt x="0" y="12191999"/>
                </a:moveTo>
                <a:lnTo>
                  <a:pt x="0" y="0"/>
                </a:lnTo>
                <a:lnTo>
                  <a:pt x="6858000" y="0"/>
                </a:lnTo>
                <a:lnTo>
                  <a:pt x="6858000" y="12191999"/>
                </a:lnTo>
                <a:close/>
              </a:path>
            </a:pathLst>
          </a:cu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738C75F-8563-4D38-84FC-1DEF5AD2C9B2}"/>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0A0AB3-E158-4A22-8AC7-C9E5403C1F10}"/>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F639C93-AF59-46C8-9CFE-EA7FEA6FB9FE}"/>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C9A5FD2-34A9-411E-A9C3-1BD7CCCDA9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BEC7-EE62-4EA2-B646-A96E75EAD48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7" name="Title 1">
            <a:extLst>
              <a:ext uri="{FF2B5EF4-FFF2-40B4-BE49-F238E27FC236}">
                <a16:creationId xmlns:a16="http://schemas.microsoft.com/office/drawing/2014/main" id="{9CDC3D56-C844-4208-8420-3398E92EF836}"/>
              </a:ext>
            </a:extLst>
          </p:cNvPr>
          <p:cNvSpPr>
            <a:spLocks noGrp="1"/>
          </p:cNvSpPr>
          <p:nvPr>
            <p:ph type="title" hasCustomPrompt="1"/>
          </p:nvPr>
        </p:nvSpPr>
        <p:spPr>
          <a:xfrm>
            <a:off x="735466" y="505767"/>
            <a:ext cx="10721068" cy="553998"/>
          </a:xfrm>
        </p:spPr>
        <p:txBody>
          <a:bodyPr lIns="0" tIns="0" rIns="0" bIns="0" anchor="t" anchorCtr="0">
            <a:normAutofit/>
          </a:bodyPr>
          <a:lstStyle>
            <a:lvl1pPr algn="ctr">
              <a:defRPr sz="4000">
                <a:solidFill>
                  <a:schemeClr val="accent1"/>
                </a:solidFill>
              </a:defRPr>
            </a:lvl1pPr>
          </a:lstStyle>
          <a:p>
            <a:r>
              <a:rPr lang="en-US"/>
              <a:t>Data Hasil Penelitian</a:t>
            </a:r>
          </a:p>
        </p:txBody>
      </p:sp>
      <p:sp>
        <p:nvSpPr>
          <p:cNvPr id="8" name="Text Placeholder 8">
            <a:extLst>
              <a:ext uri="{FF2B5EF4-FFF2-40B4-BE49-F238E27FC236}">
                <a16:creationId xmlns:a16="http://schemas.microsoft.com/office/drawing/2014/main" id="{05BC9719-3222-4D91-A175-3B20DAEB9C0A}"/>
              </a:ext>
            </a:extLst>
          </p:cNvPr>
          <p:cNvSpPr>
            <a:spLocks noGrp="1"/>
          </p:cNvSpPr>
          <p:nvPr>
            <p:ph type="body" sz="quarter" idx="14" hasCustomPrompt="1"/>
          </p:nvPr>
        </p:nvSpPr>
        <p:spPr>
          <a:xfrm>
            <a:off x="735467" y="1087251"/>
            <a:ext cx="10721067" cy="387798"/>
          </a:xfrm>
        </p:spPr>
        <p:txBody>
          <a:bodyPr lIns="0" tIns="0" rIns="0" bIns="0">
            <a:normAutofit/>
          </a:bodyPr>
          <a:lstStyle>
            <a:lvl1pPr algn="ctr">
              <a:buNone/>
              <a:defRPr sz="2800"/>
            </a:lvl1pPr>
            <a:lvl2pPr>
              <a:buNone/>
              <a:defRPr/>
            </a:lvl2pPr>
            <a:lvl3pPr>
              <a:buNone/>
              <a:defRPr/>
            </a:lvl3pPr>
            <a:lvl4pPr>
              <a:buNone/>
              <a:defRPr/>
            </a:lvl4pPr>
            <a:lvl5pPr>
              <a:buNone/>
              <a:defRPr/>
            </a:lvl5pPr>
          </a:lstStyle>
          <a:p>
            <a:pPr lvl="0"/>
            <a:r>
              <a:rPr lang="en-US"/>
              <a:t>Poin – poin penting penelitian</a:t>
            </a:r>
          </a:p>
        </p:txBody>
      </p:sp>
      <p:sp>
        <p:nvSpPr>
          <p:cNvPr id="11" name="Chart Placeholder 10">
            <a:extLst>
              <a:ext uri="{FF2B5EF4-FFF2-40B4-BE49-F238E27FC236}">
                <a16:creationId xmlns:a16="http://schemas.microsoft.com/office/drawing/2014/main" id="{F2AB4203-9BC8-4A8B-AFEA-57E4B794EB3C}"/>
              </a:ext>
            </a:extLst>
          </p:cNvPr>
          <p:cNvSpPr>
            <a:spLocks noGrp="1"/>
          </p:cNvSpPr>
          <p:nvPr>
            <p:ph type="chart" sz="quarter" idx="19"/>
          </p:nvPr>
        </p:nvSpPr>
        <p:spPr>
          <a:xfrm>
            <a:off x="3980194" y="1964290"/>
            <a:ext cx="4231612" cy="4231612"/>
          </a:xfrm>
        </p:spPr>
        <p:txBody>
          <a:bodyPr anchor="ctr"/>
          <a:lstStyle>
            <a:lvl1pPr algn="ctr">
              <a:buNone/>
              <a:defRPr/>
            </a:lvl1pPr>
          </a:lstStyle>
          <a:p>
            <a:endParaRPr lang="en-US"/>
          </a:p>
        </p:txBody>
      </p:sp>
      <p:sp>
        <p:nvSpPr>
          <p:cNvPr id="15" name="Text Placeholder 22">
            <a:extLst>
              <a:ext uri="{FF2B5EF4-FFF2-40B4-BE49-F238E27FC236}">
                <a16:creationId xmlns:a16="http://schemas.microsoft.com/office/drawing/2014/main" id="{882A7067-8920-4E3D-95AC-416289F14521}"/>
              </a:ext>
            </a:extLst>
          </p:cNvPr>
          <p:cNvSpPr>
            <a:spLocks noGrp="1"/>
          </p:cNvSpPr>
          <p:nvPr>
            <p:ph type="body" sz="quarter" idx="20" hasCustomPrompt="1"/>
          </p:nvPr>
        </p:nvSpPr>
        <p:spPr>
          <a:xfrm>
            <a:off x="735466" y="5160241"/>
            <a:ext cx="3039264" cy="1265239"/>
          </a:xfrm>
        </p:spPr>
        <p:txBody>
          <a:bodyPr>
            <a:normAutofit/>
          </a:bodyPr>
          <a:lstStyle>
            <a:lvl1pPr marL="0" indent="0" algn="r">
              <a:lnSpc>
                <a:spcPct val="100000"/>
              </a:lnSpc>
              <a:buNone/>
              <a:defRPr sz="2400">
                <a:solidFill>
                  <a:sysClr val="windowText" lastClr="000000"/>
                </a:solidFill>
              </a:defRPr>
            </a:lvl1pPr>
            <a:lvl2pPr algn="l">
              <a:defRPr/>
            </a:lvl2pPr>
            <a:lvl3pPr algn="l">
              <a:defRPr/>
            </a:lvl3pPr>
            <a:lvl4pPr algn="l">
              <a:defRPr/>
            </a:lvl4pPr>
            <a:lvl5pPr algn="l">
              <a:defRPr/>
            </a:lvl5pPr>
          </a:lstStyle>
          <a:p>
            <a:pPr lvl="0"/>
            <a:r>
              <a:rPr lang="en-US" err="1"/>
              <a:t>Deskripsi</a:t>
            </a:r>
            <a:r>
              <a:rPr lang="en-US"/>
              <a:t> Chart</a:t>
            </a:r>
          </a:p>
        </p:txBody>
      </p:sp>
      <p:sp>
        <p:nvSpPr>
          <p:cNvPr id="17" name="Text Placeholder 22">
            <a:extLst>
              <a:ext uri="{FF2B5EF4-FFF2-40B4-BE49-F238E27FC236}">
                <a16:creationId xmlns:a16="http://schemas.microsoft.com/office/drawing/2014/main" id="{1AA55C38-F861-4B82-990B-BAA73A9554CD}"/>
              </a:ext>
            </a:extLst>
          </p:cNvPr>
          <p:cNvSpPr>
            <a:spLocks noGrp="1"/>
          </p:cNvSpPr>
          <p:nvPr>
            <p:ph type="body" sz="quarter" idx="16" hasCustomPrompt="1"/>
          </p:nvPr>
        </p:nvSpPr>
        <p:spPr>
          <a:xfrm>
            <a:off x="735466" y="3202210"/>
            <a:ext cx="3039264" cy="1736646"/>
          </a:xfrm>
          <a:prstGeom prst="roundRect">
            <a:avLst/>
          </a:prstGeom>
          <a:solidFill>
            <a:schemeClr val="accent1"/>
          </a:solidFill>
        </p:spPr>
        <p:txBody>
          <a:bodyPr vert="horz" lIns="91440" tIns="45720" rIns="91440" bIns="45720" rtlCol="0">
            <a:normAutofit/>
          </a:bodyPr>
          <a:lstStyle>
            <a:lvl1pPr marL="0" indent="0" algn="r">
              <a:lnSpc>
                <a:spcPct val="100000"/>
              </a:lnSpc>
              <a:buNone/>
              <a:defRPr lang="en-US" sz="9600" baseline="0" dirty="0">
                <a:solidFill>
                  <a:schemeClr val="bg1"/>
                </a:solidFill>
                <a:latin typeface="Segoe UI Semibold" panose="020B0702040204020203" pitchFamily="34" charset="0"/>
                <a:cs typeface="Segoe UI Semibold" panose="020B0702040204020203" pitchFamily="34" charset="0"/>
              </a:defRPr>
            </a:lvl1pPr>
          </a:lstStyle>
          <a:p>
            <a:pPr marL="228600" lvl="0" indent="-228600"/>
            <a:r>
              <a:rPr lang="en-US"/>
              <a:t>28%</a:t>
            </a:r>
          </a:p>
        </p:txBody>
      </p:sp>
      <p:sp>
        <p:nvSpPr>
          <p:cNvPr id="19" name="Text Placeholder 22">
            <a:extLst>
              <a:ext uri="{FF2B5EF4-FFF2-40B4-BE49-F238E27FC236}">
                <a16:creationId xmlns:a16="http://schemas.microsoft.com/office/drawing/2014/main" id="{612F0869-33ED-40DA-9533-A42CAE8A41E8}"/>
              </a:ext>
            </a:extLst>
          </p:cNvPr>
          <p:cNvSpPr>
            <a:spLocks noGrp="1"/>
          </p:cNvSpPr>
          <p:nvPr>
            <p:ph type="body" sz="quarter" idx="21" hasCustomPrompt="1"/>
          </p:nvPr>
        </p:nvSpPr>
        <p:spPr>
          <a:xfrm>
            <a:off x="8417270" y="3716375"/>
            <a:ext cx="3039264" cy="1265239"/>
          </a:xfrm>
        </p:spPr>
        <p:txBody>
          <a:bodyPr>
            <a:normAutofit/>
          </a:bodyPr>
          <a:lstStyle>
            <a:lvl1pPr marL="0" indent="0" algn="l">
              <a:lnSpc>
                <a:spcPct val="100000"/>
              </a:lnSpc>
              <a:buNone/>
              <a:defRPr sz="2400">
                <a:solidFill>
                  <a:sysClr val="windowText" lastClr="000000"/>
                </a:solidFill>
              </a:defRPr>
            </a:lvl1pPr>
            <a:lvl2pPr algn="l">
              <a:defRPr/>
            </a:lvl2pPr>
            <a:lvl3pPr algn="l">
              <a:defRPr/>
            </a:lvl3pPr>
            <a:lvl4pPr algn="l">
              <a:defRPr/>
            </a:lvl4pPr>
            <a:lvl5pPr algn="l">
              <a:defRPr/>
            </a:lvl5pPr>
          </a:lstStyle>
          <a:p>
            <a:pPr lvl="0"/>
            <a:r>
              <a:rPr lang="en-US"/>
              <a:t>Deskripsi Chart</a:t>
            </a:r>
          </a:p>
        </p:txBody>
      </p:sp>
      <p:sp>
        <p:nvSpPr>
          <p:cNvPr id="20" name="Text Placeholder 22">
            <a:extLst>
              <a:ext uri="{FF2B5EF4-FFF2-40B4-BE49-F238E27FC236}">
                <a16:creationId xmlns:a16="http://schemas.microsoft.com/office/drawing/2014/main" id="{65B55985-2728-494C-A047-A0D56AEA1FC7}"/>
              </a:ext>
            </a:extLst>
          </p:cNvPr>
          <p:cNvSpPr>
            <a:spLocks noGrp="1"/>
          </p:cNvSpPr>
          <p:nvPr>
            <p:ph type="body" sz="quarter" idx="22" hasCustomPrompt="1"/>
          </p:nvPr>
        </p:nvSpPr>
        <p:spPr>
          <a:xfrm>
            <a:off x="8417270" y="1820419"/>
            <a:ext cx="3039264" cy="1736646"/>
          </a:xfrm>
          <a:prstGeom prst="roundRect">
            <a:avLst/>
          </a:prstGeom>
          <a:solidFill>
            <a:schemeClr val="accent1"/>
          </a:solidFill>
        </p:spPr>
        <p:txBody>
          <a:bodyPr vert="horz" lIns="91440" tIns="45720" rIns="91440" bIns="45720" rtlCol="0">
            <a:normAutofit/>
          </a:bodyPr>
          <a:lstStyle>
            <a:lvl1pPr marL="0" indent="0" algn="r">
              <a:lnSpc>
                <a:spcPct val="100000"/>
              </a:lnSpc>
              <a:buNone/>
              <a:defRPr lang="en-US" sz="9600" baseline="0" dirty="0">
                <a:solidFill>
                  <a:schemeClr val="bg1"/>
                </a:solidFill>
                <a:latin typeface="Segoe UI Semibold" panose="020B0702040204020203" pitchFamily="34" charset="0"/>
                <a:cs typeface="Segoe UI Semibold" panose="020B0702040204020203" pitchFamily="34" charset="0"/>
              </a:defRPr>
            </a:lvl1pPr>
          </a:lstStyle>
          <a:p>
            <a:pPr marL="228600" lvl="0" indent="-228600"/>
            <a:r>
              <a:rPr lang="en-US"/>
              <a:t>28%</a:t>
            </a:r>
          </a:p>
        </p:txBody>
      </p:sp>
      <p:sp>
        <p:nvSpPr>
          <p:cNvPr id="21" name="Freeform: Shape 20">
            <a:extLst>
              <a:ext uri="{FF2B5EF4-FFF2-40B4-BE49-F238E27FC236}">
                <a16:creationId xmlns:a16="http://schemas.microsoft.com/office/drawing/2014/main" id="{50BB07EA-1F0C-4D89-B31C-3AD94EF2CF04}"/>
              </a:ext>
            </a:extLst>
          </p:cNvPr>
          <p:cNvSpPr/>
          <p:nvPr/>
        </p:nvSpPr>
        <p:spPr>
          <a:xfrm rot="5400000">
            <a:off x="6026929" y="-137787"/>
            <a:ext cx="251104" cy="526679"/>
          </a:xfrm>
          <a:custGeom>
            <a:avLst/>
            <a:gdLst>
              <a:gd name="connsiteX0" fmla="*/ 0 w 251104"/>
              <a:gd name="connsiteY0" fmla="*/ 526679 h 526679"/>
              <a:gd name="connsiteX1" fmla="*/ 0 w 251104"/>
              <a:gd name="connsiteY1" fmla="*/ 0 h 526679"/>
              <a:gd name="connsiteX2" fmla="*/ 114076 w 251104"/>
              <a:gd name="connsiteY2" fmla="*/ 97815 h 526679"/>
              <a:gd name="connsiteX3" fmla="*/ 214644 w 251104"/>
              <a:gd name="connsiteY3" fmla="*/ 184046 h 526679"/>
              <a:gd name="connsiteX4" fmla="*/ 251104 w 251104"/>
              <a:gd name="connsiteY4" fmla="*/ 263339 h 526679"/>
              <a:gd name="connsiteX5" fmla="*/ 214644 w 251104"/>
              <a:gd name="connsiteY5" fmla="*/ 342633 h 526679"/>
              <a:gd name="connsiteX6" fmla="*/ 114076 w 251104"/>
              <a:gd name="connsiteY6" fmla="*/ 428864 h 52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104" h="526679">
                <a:moveTo>
                  <a:pt x="0" y="526679"/>
                </a:moveTo>
                <a:lnTo>
                  <a:pt x="0" y="0"/>
                </a:lnTo>
                <a:lnTo>
                  <a:pt x="114076" y="97815"/>
                </a:lnTo>
                <a:cubicBezTo>
                  <a:pt x="152079" y="130400"/>
                  <a:pt x="186120" y="159589"/>
                  <a:pt x="214644" y="184046"/>
                </a:cubicBezTo>
                <a:cubicBezTo>
                  <a:pt x="237785" y="203890"/>
                  <a:pt x="251104" y="232855"/>
                  <a:pt x="251104" y="263339"/>
                </a:cubicBezTo>
                <a:cubicBezTo>
                  <a:pt x="251104" y="293824"/>
                  <a:pt x="237785" y="322789"/>
                  <a:pt x="214644" y="342633"/>
                </a:cubicBezTo>
                <a:cubicBezTo>
                  <a:pt x="186120" y="367091"/>
                  <a:pt x="152079" y="396280"/>
                  <a:pt x="114076" y="428864"/>
                </a:cubicBezTo>
                <a:close/>
              </a:path>
            </a:pathLst>
          </a:custGeom>
          <a:solidFill>
            <a:schemeClr val="accent1"/>
          </a:solidFill>
          <a:ln w="277"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231423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500"/>
                                        <p:tgtEl>
                                          <p:spTgt spid="8">
                                            <p:txEl>
                                              <p:pRg st="0" end="0"/>
                                            </p:txEl>
                                          </p:spTgt>
                                        </p:tgtEl>
                                      </p:cBhvr>
                                    </p:animEffect>
                                  </p:childTnLst>
                                </p:cTn>
                              </p:par>
                              <p:par>
                                <p:cTn id="15" presetID="53" presetClass="entr" presetSubtype="16" fill="hold" grpId="0" nodeType="withEffect" nodePh="1">
                                  <p:stCondLst>
                                    <p:cond delay="75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2" presetClass="entr" presetSubtype="8" decel="100000" fill="hold" grpId="0" nodeType="withEffect">
                                  <p:stCondLst>
                                    <p:cond delay="1000"/>
                                  </p:stCondLst>
                                  <p:childTnLst>
                                    <p:set>
                                      <p:cBhvr>
                                        <p:cTn id="21" dur="1" fill="hold">
                                          <p:stCondLst>
                                            <p:cond delay="0"/>
                                          </p:stCondLst>
                                        </p:cTn>
                                        <p:tgtEl>
                                          <p:spTgt spid="17">
                                            <p:bg/>
                                          </p:spTgt>
                                        </p:tgtEl>
                                        <p:attrNameLst>
                                          <p:attrName>style.visibility</p:attrName>
                                        </p:attrNameLst>
                                      </p:cBhvr>
                                      <p:to>
                                        <p:strVal val="visible"/>
                                      </p:to>
                                    </p:set>
                                    <p:anim calcmode="lin" valueType="num">
                                      <p:cBhvr additive="base">
                                        <p:cTn id="22" dur="500" fill="hold"/>
                                        <p:tgtEl>
                                          <p:spTgt spid="17">
                                            <p:bg/>
                                          </p:spTgt>
                                        </p:tgtEl>
                                        <p:attrNameLst>
                                          <p:attrName>ppt_x</p:attrName>
                                        </p:attrNameLst>
                                      </p:cBhvr>
                                      <p:tavLst>
                                        <p:tav tm="0">
                                          <p:val>
                                            <p:strVal val="0-#ppt_w/2"/>
                                          </p:val>
                                        </p:tav>
                                        <p:tav tm="100000">
                                          <p:val>
                                            <p:strVal val="#ppt_x"/>
                                          </p:val>
                                        </p:tav>
                                      </p:tavLst>
                                    </p:anim>
                                    <p:anim calcmode="lin" valueType="num">
                                      <p:cBhvr additive="base">
                                        <p:cTn id="23" dur="500" fill="hold"/>
                                        <p:tgtEl>
                                          <p:spTgt spid="17">
                                            <p:bg/>
                                          </p:spTgt>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1000"/>
                                  </p:stCondLst>
                                  <p:childTnLst>
                                    <p:set>
                                      <p:cBhvr>
                                        <p:cTn id="25" dur="1" fill="hold">
                                          <p:stCondLst>
                                            <p:cond delay="0"/>
                                          </p:stCondLst>
                                        </p:cTn>
                                        <p:tgtEl>
                                          <p:spTgt spid="17">
                                            <p:txEl>
                                              <p:pRg st="0" end="0"/>
                                            </p:txEl>
                                          </p:spTgt>
                                        </p:tgtEl>
                                        <p:attrNameLst>
                                          <p:attrName>style.visibility</p:attrName>
                                        </p:attrNameLst>
                                      </p:cBhvr>
                                      <p:to>
                                        <p:strVal val="visible"/>
                                      </p:to>
                                    </p:set>
                                    <p:anim calcmode="lin" valueType="num">
                                      <p:cBhvr additive="base">
                                        <p:cTn id="26" dur="50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17">
                                            <p:txEl>
                                              <p:pRg st="0" end="0"/>
                                            </p:txEl>
                                          </p:spTgt>
                                        </p:tgtEl>
                                        <p:attrNameLst>
                                          <p:attrName>ppt_y</p:attrName>
                                        </p:attrNameLst>
                                      </p:cBhvr>
                                      <p:tavLst>
                                        <p:tav tm="0">
                                          <p:val>
                                            <p:strVal val="#ppt_y"/>
                                          </p:val>
                                        </p:tav>
                                        <p:tav tm="100000">
                                          <p:val>
                                            <p:strVal val="#ppt_y"/>
                                          </p:val>
                                        </p:tav>
                                      </p:tavLst>
                                    </p:anim>
                                  </p:childTnLst>
                                </p:cTn>
                              </p:par>
                              <p:par>
                                <p:cTn id="28" presetID="2" presetClass="entr" presetSubtype="8" decel="100000" fill="hold" grpId="0" nodeType="withEffect">
                                  <p:stCondLst>
                                    <p:cond delay="1250"/>
                                  </p:stCondLst>
                                  <p:childTnLst>
                                    <p:set>
                                      <p:cBhvr>
                                        <p:cTn id="29" dur="1" fill="hold">
                                          <p:stCondLst>
                                            <p:cond delay="0"/>
                                          </p:stCondLst>
                                        </p:cTn>
                                        <p:tgtEl>
                                          <p:spTgt spid="15">
                                            <p:txEl>
                                              <p:pRg st="0" end="0"/>
                                            </p:txEl>
                                          </p:spTgt>
                                        </p:tgtEl>
                                        <p:attrNameLst>
                                          <p:attrName>style.visibility</p:attrName>
                                        </p:attrNameLst>
                                      </p:cBhvr>
                                      <p:to>
                                        <p:strVal val="visible"/>
                                      </p:to>
                                    </p:set>
                                    <p:anim calcmode="lin" valueType="num">
                                      <p:cBhvr additive="base">
                                        <p:cTn id="30"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5">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100000" fill="hold" grpId="0" nodeType="withEffect">
                                  <p:stCondLst>
                                    <p:cond delay="1500"/>
                                  </p:stCondLst>
                                  <p:childTnLst>
                                    <p:set>
                                      <p:cBhvr>
                                        <p:cTn id="33" dur="1" fill="hold">
                                          <p:stCondLst>
                                            <p:cond delay="0"/>
                                          </p:stCondLst>
                                        </p:cTn>
                                        <p:tgtEl>
                                          <p:spTgt spid="20">
                                            <p:bg/>
                                          </p:spTgt>
                                        </p:tgtEl>
                                        <p:attrNameLst>
                                          <p:attrName>style.visibility</p:attrName>
                                        </p:attrNameLst>
                                      </p:cBhvr>
                                      <p:to>
                                        <p:strVal val="visible"/>
                                      </p:to>
                                    </p:set>
                                    <p:anim calcmode="lin" valueType="num">
                                      <p:cBhvr additive="base">
                                        <p:cTn id="34" dur="500" fill="hold"/>
                                        <p:tgtEl>
                                          <p:spTgt spid="20">
                                            <p:bg/>
                                          </p:spTgt>
                                        </p:tgtEl>
                                        <p:attrNameLst>
                                          <p:attrName>ppt_x</p:attrName>
                                        </p:attrNameLst>
                                      </p:cBhvr>
                                      <p:tavLst>
                                        <p:tav tm="0">
                                          <p:val>
                                            <p:strVal val="1+#ppt_w/2"/>
                                          </p:val>
                                        </p:tav>
                                        <p:tav tm="100000">
                                          <p:val>
                                            <p:strVal val="#ppt_x"/>
                                          </p:val>
                                        </p:tav>
                                      </p:tavLst>
                                    </p:anim>
                                    <p:anim calcmode="lin" valueType="num">
                                      <p:cBhvr additive="base">
                                        <p:cTn id="35" dur="500" fill="hold"/>
                                        <p:tgtEl>
                                          <p:spTgt spid="20">
                                            <p:bg/>
                                          </p:spTgt>
                                        </p:tgtEl>
                                        <p:attrNameLst>
                                          <p:attrName>ppt_y</p:attrName>
                                        </p:attrNameLst>
                                      </p:cBhvr>
                                      <p:tavLst>
                                        <p:tav tm="0">
                                          <p:val>
                                            <p:strVal val="#ppt_y"/>
                                          </p:val>
                                        </p:tav>
                                        <p:tav tm="100000">
                                          <p:val>
                                            <p:strVal val="#ppt_y"/>
                                          </p:val>
                                        </p:tav>
                                      </p:tavLst>
                                    </p:anim>
                                  </p:childTnLst>
                                </p:cTn>
                              </p:par>
                              <p:par>
                                <p:cTn id="36" presetID="2" presetClass="entr" presetSubtype="2" decel="100000" fill="hold" grpId="0" nodeType="withEffect">
                                  <p:stCondLst>
                                    <p:cond delay="1500"/>
                                  </p:stCondLst>
                                  <p:childTnLst>
                                    <p:set>
                                      <p:cBhvr>
                                        <p:cTn id="37" dur="1" fill="hold">
                                          <p:stCondLst>
                                            <p:cond delay="0"/>
                                          </p:stCondLst>
                                        </p:cTn>
                                        <p:tgtEl>
                                          <p:spTgt spid="20">
                                            <p:txEl>
                                              <p:pRg st="0" end="0"/>
                                            </p:txEl>
                                          </p:spTgt>
                                        </p:tgtEl>
                                        <p:attrNameLst>
                                          <p:attrName>style.visibility</p:attrName>
                                        </p:attrNameLst>
                                      </p:cBhvr>
                                      <p:to>
                                        <p:strVal val="visible"/>
                                      </p:to>
                                    </p:set>
                                    <p:anim calcmode="lin" valueType="num">
                                      <p:cBhvr additive="base">
                                        <p:cTn id="38"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20">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1750"/>
                                  </p:stCondLst>
                                  <p:childTnLst>
                                    <p:set>
                                      <p:cBhvr>
                                        <p:cTn id="41" dur="1" fill="hold">
                                          <p:stCondLst>
                                            <p:cond delay="0"/>
                                          </p:stCondLst>
                                        </p:cTn>
                                        <p:tgtEl>
                                          <p:spTgt spid="19">
                                            <p:txEl>
                                              <p:pRg st="0" end="0"/>
                                            </p:txEl>
                                          </p:spTgt>
                                        </p:tgtEl>
                                        <p:attrNameLst>
                                          <p:attrName>style.visibility</p:attrName>
                                        </p:attrNameLst>
                                      </p:cBhvr>
                                      <p:to>
                                        <p:strVal val="visible"/>
                                      </p:to>
                                    </p:set>
                                    <p:anim calcmode="lin" valueType="num">
                                      <p:cBhvr additive="base">
                                        <p:cTn id="42"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10" presetClass="entr" presetSubtype="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p:bldP spid="15" grpId="0" build="p">
        <p:tmplLst>
          <p:tmpl lvl="1">
            <p:tnLst>
              <p:par>
                <p:cTn presetID="2" presetClass="entr" presetSubtype="8" decel="100000" fill="hold" nodeType="withEffect">
                  <p:stCondLst>
                    <p:cond delay="125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7" grpId="0" build="p" animBg="1">
        <p:tmplLst>
          <p:tmpl>
            <p:tnLst>
              <p:par>
                <p:cTn presetID="2" presetClass="entr" presetSubtype="8" decel="100000" fill="hold" nodeType="withEffect">
                  <p:stCondLst>
                    <p:cond delay="100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0-#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 lvl="1">
            <p:tnLst>
              <p:par>
                <p:cTn presetID="2" presetClass="entr" presetSubtype="8" decel="100000" fill="hold" nodeType="withEffect">
                  <p:stCondLst>
                    <p:cond delay="100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0-#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 presetClass="entr" presetSubtype="2" decel="100000" fill="hold" nodeType="withEffect">
                  <p:stCondLst>
                    <p:cond delay="17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uiExpand="1" build="p" animBg="1">
        <p:tmplLst>
          <p:tmpl>
            <p:tnLst>
              <p:par>
                <p:cTn presetID="2" presetClass="entr" presetSubtype="2" decel="100000" fill="hold" nodeType="withEffect">
                  <p:stCondLst>
                    <p:cond delay="150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150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ta Pie Chart Kiri">
    <p:spTree>
      <p:nvGrpSpPr>
        <p:cNvPr id="1" name=""/>
        <p:cNvGrpSpPr/>
        <p:nvPr/>
      </p:nvGrpSpPr>
      <p:grpSpPr>
        <a:xfrm>
          <a:off x="0" y="0"/>
          <a:ext cx="0" cy="0"/>
          <a:chOff x="0" y="0"/>
          <a:chExt cx="0" cy="0"/>
        </a:xfrm>
      </p:grpSpPr>
      <p:pic>
        <p:nvPicPr>
          <p:cNvPr id="20" name="Picture 19" descr="Black and White Abstract Photo ">
            <a:extLst>
              <a:ext uri="{FF2B5EF4-FFF2-40B4-BE49-F238E27FC236}">
                <a16:creationId xmlns:a16="http://schemas.microsoft.com/office/drawing/2014/main" id="{87E3579B-694C-4210-B549-7F897580D81F}"/>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0" y="-2667000"/>
            <a:ext cx="6858000" cy="12192000"/>
          </a:xfrm>
          <a:custGeom>
            <a:avLst/>
            <a:gdLst>
              <a:gd name="connsiteX0" fmla="*/ 0 w 6858000"/>
              <a:gd name="connsiteY0" fmla="*/ 12192000 h 12192000"/>
              <a:gd name="connsiteX1" fmla="*/ 0 w 6858000"/>
              <a:gd name="connsiteY1" fmla="*/ 0 h 12192000"/>
              <a:gd name="connsiteX2" fmla="*/ 6858000 w 6858000"/>
              <a:gd name="connsiteY2" fmla="*/ 0 h 12192000"/>
              <a:gd name="connsiteX3" fmla="*/ 6858000 w 6858000"/>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0" y="12192000"/>
                </a:moveTo>
                <a:lnTo>
                  <a:pt x="0" y="0"/>
                </a:lnTo>
                <a:lnTo>
                  <a:pt x="6858000" y="0"/>
                </a:lnTo>
                <a:lnTo>
                  <a:pt x="6858000" y="12192000"/>
                </a:lnTo>
                <a:close/>
              </a:path>
            </a:pathLst>
          </a:cu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738C75F-8563-4D38-84FC-1DEF5AD2C9B2}"/>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0A0AB3-E158-4A22-8AC7-C9E5403C1F10}"/>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F639C93-AF59-46C8-9CFE-EA7FEA6FB9FE}"/>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C9A5FD2-34A9-411E-A9C3-1BD7CCCDA9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BEC7-EE62-4EA2-B646-A96E75EAD48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7" name="Title 1">
            <a:extLst>
              <a:ext uri="{FF2B5EF4-FFF2-40B4-BE49-F238E27FC236}">
                <a16:creationId xmlns:a16="http://schemas.microsoft.com/office/drawing/2014/main" id="{9CDC3D56-C844-4208-8420-3398E92EF836}"/>
              </a:ext>
            </a:extLst>
          </p:cNvPr>
          <p:cNvSpPr>
            <a:spLocks noGrp="1"/>
          </p:cNvSpPr>
          <p:nvPr>
            <p:ph type="title" hasCustomPrompt="1"/>
          </p:nvPr>
        </p:nvSpPr>
        <p:spPr>
          <a:xfrm>
            <a:off x="735466" y="505767"/>
            <a:ext cx="10721068" cy="553998"/>
          </a:xfrm>
        </p:spPr>
        <p:txBody>
          <a:bodyPr lIns="0" tIns="0" rIns="0" bIns="0" anchor="t" anchorCtr="0">
            <a:normAutofit/>
          </a:bodyPr>
          <a:lstStyle>
            <a:lvl1pPr algn="ctr">
              <a:defRPr sz="4000">
                <a:solidFill>
                  <a:schemeClr val="accent1"/>
                </a:solidFill>
              </a:defRPr>
            </a:lvl1pPr>
          </a:lstStyle>
          <a:p>
            <a:r>
              <a:rPr lang="en-US"/>
              <a:t>Data Hasil Penelitian</a:t>
            </a:r>
          </a:p>
        </p:txBody>
      </p:sp>
      <p:sp>
        <p:nvSpPr>
          <p:cNvPr id="8" name="Text Placeholder 8">
            <a:extLst>
              <a:ext uri="{FF2B5EF4-FFF2-40B4-BE49-F238E27FC236}">
                <a16:creationId xmlns:a16="http://schemas.microsoft.com/office/drawing/2014/main" id="{05BC9719-3222-4D91-A175-3B20DAEB9C0A}"/>
              </a:ext>
            </a:extLst>
          </p:cNvPr>
          <p:cNvSpPr>
            <a:spLocks noGrp="1"/>
          </p:cNvSpPr>
          <p:nvPr>
            <p:ph type="body" sz="quarter" idx="14" hasCustomPrompt="1"/>
          </p:nvPr>
        </p:nvSpPr>
        <p:spPr>
          <a:xfrm>
            <a:off x="735467" y="1176814"/>
            <a:ext cx="10721067" cy="341562"/>
          </a:xfrm>
        </p:spPr>
        <p:txBody>
          <a:bodyPr lIns="0" tIns="0" rIns="0" bIns="0">
            <a:normAutofit/>
          </a:bodyPr>
          <a:lstStyle>
            <a:lvl1pPr algn="ctr">
              <a:buNone/>
              <a:defRPr sz="2400"/>
            </a:lvl1pPr>
            <a:lvl2pPr>
              <a:buNone/>
              <a:defRPr/>
            </a:lvl2pPr>
            <a:lvl3pPr>
              <a:buNone/>
              <a:defRPr/>
            </a:lvl3pPr>
            <a:lvl4pPr>
              <a:buNone/>
              <a:defRPr/>
            </a:lvl4pPr>
            <a:lvl5pPr>
              <a:buNone/>
              <a:defRPr/>
            </a:lvl5pPr>
          </a:lstStyle>
          <a:p>
            <a:pPr lvl="0"/>
            <a:r>
              <a:rPr lang="en-US"/>
              <a:t>Poin – poin penting penelitian</a:t>
            </a:r>
          </a:p>
        </p:txBody>
      </p:sp>
      <p:sp>
        <p:nvSpPr>
          <p:cNvPr id="11" name="Chart Placeholder 10">
            <a:extLst>
              <a:ext uri="{FF2B5EF4-FFF2-40B4-BE49-F238E27FC236}">
                <a16:creationId xmlns:a16="http://schemas.microsoft.com/office/drawing/2014/main" id="{F2AB4203-9BC8-4A8B-AFEA-57E4B794EB3C}"/>
              </a:ext>
            </a:extLst>
          </p:cNvPr>
          <p:cNvSpPr>
            <a:spLocks noGrp="1"/>
          </p:cNvSpPr>
          <p:nvPr>
            <p:ph type="chart" sz="quarter" idx="19"/>
          </p:nvPr>
        </p:nvSpPr>
        <p:spPr>
          <a:xfrm>
            <a:off x="735466" y="1821556"/>
            <a:ext cx="4545181" cy="4545181"/>
          </a:xfrm>
        </p:spPr>
        <p:txBody>
          <a:bodyPr anchor="ctr"/>
          <a:lstStyle>
            <a:lvl1pPr algn="ctr">
              <a:buNone/>
              <a:defRPr/>
            </a:lvl1pPr>
          </a:lstStyle>
          <a:p>
            <a:endParaRPr lang="en-US"/>
          </a:p>
        </p:txBody>
      </p:sp>
      <p:sp>
        <p:nvSpPr>
          <p:cNvPr id="22" name="Text Placeholder 19">
            <a:extLst>
              <a:ext uri="{FF2B5EF4-FFF2-40B4-BE49-F238E27FC236}">
                <a16:creationId xmlns:a16="http://schemas.microsoft.com/office/drawing/2014/main" id="{77DA8903-BDDF-4B5E-A7FF-BBAB26BDCD70}"/>
              </a:ext>
            </a:extLst>
          </p:cNvPr>
          <p:cNvSpPr>
            <a:spLocks noGrp="1"/>
          </p:cNvSpPr>
          <p:nvPr>
            <p:ph type="body" sz="quarter" idx="17" hasCustomPrompt="1"/>
          </p:nvPr>
        </p:nvSpPr>
        <p:spPr>
          <a:xfrm>
            <a:off x="5742633" y="1821557"/>
            <a:ext cx="5713901" cy="1432798"/>
          </a:xfrm>
          <a:prstGeom prst="roundRect">
            <a:avLst>
              <a:gd name="adj" fmla="val 10205"/>
            </a:avLst>
          </a:prstGeom>
          <a:solidFill>
            <a:schemeClr val="accent1"/>
          </a:solidFill>
        </p:spPr>
        <p:txBody>
          <a:bodyPr lIns="0" tIns="0" rIns="0" bIns="0" anchor="ctr" anchorCtr="1">
            <a:normAutofit/>
          </a:bodyPr>
          <a:lstStyle>
            <a:lvl1pPr marL="0" indent="0" algn="ctr">
              <a:lnSpc>
                <a:spcPct val="100000"/>
              </a:lnSpc>
              <a:buFont typeface="Arial" panose="020B0604020202020204" pitchFamily="34" charset="0"/>
              <a:buNone/>
              <a:defRPr sz="4400" b="1"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Informasi Utama dari Pie Chart</a:t>
            </a:r>
          </a:p>
        </p:txBody>
      </p:sp>
      <p:sp>
        <p:nvSpPr>
          <p:cNvPr id="23" name="Text Placeholder 19">
            <a:extLst>
              <a:ext uri="{FF2B5EF4-FFF2-40B4-BE49-F238E27FC236}">
                <a16:creationId xmlns:a16="http://schemas.microsoft.com/office/drawing/2014/main" id="{0725D58B-D6C2-42B4-B285-DC338B778FFA}"/>
              </a:ext>
            </a:extLst>
          </p:cNvPr>
          <p:cNvSpPr>
            <a:spLocks noGrp="1"/>
          </p:cNvSpPr>
          <p:nvPr>
            <p:ph type="body" sz="quarter" idx="18" hasCustomPrompt="1"/>
          </p:nvPr>
        </p:nvSpPr>
        <p:spPr>
          <a:xfrm>
            <a:off x="5748793" y="3671836"/>
            <a:ext cx="5707741" cy="2694902"/>
          </a:xfrm>
        </p:spPr>
        <p:txBody>
          <a:bodyPr lIns="0" tIns="0" rIns="0" bIns="0">
            <a:normAutofit/>
          </a:bodyPr>
          <a:lstStyle>
            <a:lvl1pPr marL="0" indent="0">
              <a:lnSpc>
                <a:spcPct val="100000"/>
              </a:lnSpc>
              <a:buFont typeface="Arial" panose="020B0604020202020204" pitchFamily="34" charset="0"/>
              <a:buNone/>
              <a:defRPr sz="28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di sini untuk menambahkan deskripsi penjelasan </a:t>
            </a:r>
            <a:r>
              <a:rPr lang="en-AI"/>
              <a:t>data </a:t>
            </a:r>
            <a:r>
              <a:rPr lang="en-US"/>
              <a:t>dari pie chart</a:t>
            </a:r>
            <a:r>
              <a:rPr lang="en-AI"/>
              <a:t> yang ditampilkan</a:t>
            </a:r>
            <a:r>
              <a:rPr lang="en-US"/>
              <a:t>.</a:t>
            </a:r>
          </a:p>
        </p:txBody>
      </p:sp>
      <p:sp>
        <p:nvSpPr>
          <p:cNvPr id="9" name="Freeform: Shape 8">
            <a:extLst>
              <a:ext uri="{FF2B5EF4-FFF2-40B4-BE49-F238E27FC236}">
                <a16:creationId xmlns:a16="http://schemas.microsoft.com/office/drawing/2014/main" id="{512CF8E4-0BEA-42CB-AA56-65BCB74E511F}"/>
              </a:ext>
            </a:extLst>
          </p:cNvPr>
          <p:cNvSpPr/>
          <p:nvPr userDrawn="1"/>
        </p:nvSpPr>
        <p:spPr>
          <a:xfrm flipH="1">
            <a:off x="12002630" y="2327550"/>
            <a:ext cx="189370" cy="420811"/>
          </a:xfrm>
          <a:custGeom>
            <a:avLst/>
            <a:gdLst>
              <a:gd name="connsiteX0" fmla="*/ 0 w 189370"/>
              <a:gd name="connsiteY0" fmla="*/ 0 h 420811"/>
              <a:gd name="connsiteX1" fmla="*/ 0 w 189370"/>
              <a:gd name="connsiteY1" fmla="*/ 420811 h 420811"/>
              <a:gd name="connsiteX2" fmla="*/ 52342 w 189370"/>
              <a:gd name="connsiteY2" fmla="*/ 375930 h 420811"/>
              <a:gd name="connsiteX3" fmla="*/ 152910 w 189370"/>
              <a:gd name="connsiteY3" fmla="*/ 289699 h 420811"/>
              <a:gd name="connsiteX4" fmla="*/ 189370 w 189370"/>
              <a:gd name="connsiteY4" fmla="*/ 210405 h 420811"/>
              <a:gd name="connsiteX5" fmla="*/ 152910 w 189370"/>
              <a:gd name="connsiteY5" fmla="*/ 131112 h 420811"/>
              <a:gd name="connsiteX6" fmla="*/ 52342 w 189370"/>
              <a:gd name="connsiteY6" fmla="*/ 44881 h 420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70" h="420811">
                <a:moveTo>
                  <a:pt x="0" y="0"/>
                </a:moveTo>
                <a:lnTo>
                  <a:pt x="0" y="420811"/>
                </a:lnTo>
                <a:lnTo>
                  <a:pt x="52342" y="375930"/>
                </a:lnTo>
                <a:cubicBezTo>
                  <a:pt x="90345" y="343346"/>
                  <a:pt x="124386" y="314157"/>
                  <a:pt x="152910" y="289699"/>
                </a:cubicBezTo>
                <a:cubicBezTo>
                  <a:pt x="176051" y="269855"/>
                  <a:pt x="189370" y="240890"/>
                  <a:pt x="189370" y="210405"/>
                </a:cubicBezTo>
                <a:cubicBezTo>
                  <a:pt x="189370" y="179921"/>
                  <a:pt x="176051" y="150956"/>
                  <a:pt x="152910" y="131112"/>
                </a:cubicBezTo>
                <a:cubicBezTo>
                  <a:pt x="124386" y="106655"/>
                  <a:pt x="90345" y="77466"/>
                  <a:pt x="52342" y="44881"/>
                </a:cubicBezTo>
                <a:close/>
              </a:path>
            </a:pathLst>
          </a:custGeom>
          <a:solidFill>
            <a:schemeClr val="accent1"/>
          </a:solidFill>
          <a:ln w="277"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147587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par>
                                <p:cTn id="11" presetID="53" presetClass="entr" presetSubtype="16" fill="hold" grpId="0" nodeType="withEffect" nodePh="1">
                                  <p:stCondLst>
                                    <p:cond delay="250"/>
                                  </p:stCondLst>
                                  <p:endCondLst>
                                    <p:cond evt="begin" delay="0">
                                      <p:tn val="11"/>
                                    </p:cond>
                                  </p:end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par>
                                <p:cTn id="16" presetID="2" presetClass="entr" presetSubtype="2" decel="100000" fill="hold" grpId="0" nodeType="withEffect">
                                  <p:stCondLst>
                                    <p:cond delay="500"/>
                                  </p:stCondLst>
                                  <p:childTnLst>
                                    <p:set>
                                      <p:cBhvr>
                                        <p:cTn id="17" dur="1" fill="hold">
                                          <p:stCondLst>
                                            <p:cond delay="0"/>
                                          </p:stCondLst>
                                        </p:cTn>
                                        <p:tgtEl>
                                          <p:spTgt spid="22">
                                            <p:bg/>
                                          </p:spTgt>
                                        </p:tgtEl>
                                        <p:attrNameLst>
                                          <p:attrName>style.visibility</p:attrName>
                                        </p:attrNameLst>
                                      </p:cBhvr>
                                      <p:to>
                                        <p:strVal val="visible"/>
                                      </p:to>
                                    </p:set>
                                    <p:anim calcmode="lin" valueType="num">
                                      <p:cBhvr additive="base">
                                        <p:cTn id="18" dur="500" fill="hold"/>
                                        <p:tgtEl>
                                          <p:spTgt spid="22">
                                            <p:bg/>
                                          </p:spTgt>
                                        </p:tgtEl>
                                        <p:attrNameLst>
                                          <p:attrName>ppt_x</p:attrName>
                                        </p:attrNameLst>
                                      </p:cBhvr>
                                      <p:tavLst>
                                        <p:tav tm="0">
                                          <p:val>
                                            <p:strVal val="1+#ppt_w/2"/>
                                          </p:val>
                                        </p:tav>
                                        <p:tav tm="100000">
                                          <p:val>
                                            <p:strVal val="#ppt_x"/>
                                          </p:val>
                                        </p:tav>
                                      </p:tavLst>
                                    </p:anim>
                                    <p:anim calcmode="lin" valueType="num">
                                      <p:cBhvr additive="base">
                                        <p:cTn id="19" dur="500" fill="hold"/>
                                        <p:tgtEl>
                                          <p:spTgt spid="22">
                                            <p:bg/>
                                          </p:spTgt>
                                        </p:tgtEl>
                                        <p:attrNameLst>
                                          <p:attrName>ppt_y</p:attrName>
                                        </p:attrNameLst>
                                      </p:cBhvr>
                                      <p:tavLst>
                                        <p:tav tm="0">
                                          <p:val>
                                            <p:strVal val="#ppt_y"/>
                                          </p:val>
                                        </p:tav>
                                        <p:tav tm="100000">
                                          <p:val>
                                            <p:strVal val="#ppt_y"/>
                                          </p:val>
                                        </p:tav>
                                      </p:tavLst>
                                    </p:anim>
                                  </p:childTnLst>
                                </p:cTn>
                              </p:par>
                              <p:par>
                                <p:cTn id="20" presetID="2" presetClass="entr" presetSubtype="2" decel="100000" fill="hold" grpId="0" nodeType="withEffect">
                                  <p:stCondLst>
                                    <p:cond delay="500"/>
                                  </p:stCondLst>
                                  <p:childTnLst>
                                    <p:set>
                                      <p:cBhvr>
                                        <p:cTn id="21" dur="1" fill="hold">
                                          <p:stCondLst>
                                            <p:cond delay="0"/>
                                          </p:stCondLst>
                                        </p:cTn>
                                        <p:tgtEl>
                                          <p:spTgt spid="22">
                                            <p:txEl>
                                              <p:pRg st="0" end="0"/>
                                            </p:txEl>
                                          </p:spTgt>
                                        </p:tgtEl>
                                        <p:attrNameLst>
                                          <p:attrName>style.visibility</p:attrName>
                                        </p:attrNameLst>
                                      </p:cBhvr>
                                      <p:to>
                                        <p:strVal val="visible"/>
                                      </p:to>
                                    </p:set>
                                    <p:anim calcmode="lin" valueType="num">
                                      <p:cBhvr additive="base">
                                        <p:cTn id="22"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22">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75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1+#ppt_w/2"/>
                                          </p:val>
                                        </p:tav>
                                        <p:tav tm="100000">
                                          <p:val>
                                            <p:strVal val="#ppt_x"/>
                                          </p:val>
                                        </p:tav>
                                      </p:tavLst>
                                    </p:anim>
                                    <p:anim calcmode="lin" valueType="num">
                                      <p:cBhvr additive="base">
                                        <p:cTn id="27" dur="500" fill="hold"/>
                                        <p:tgtEl>
                                          <p:spTgt spid="9"/>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1000"/>
                                  </p:stCondLst>
                                  <p:childTnLst>
                                    <p:set>
                                      <p:cBhvr>
                                        <p:cTn id="29" dur="1" fill="hold">
                                          <p:stCondLst>
                                            <p:cond delay="0"/>
                                          </p:stCondLst>
                                        </p:cTn>
                                        <p:tgtEl>
                                          <p:spTgt spid="23">
                                            <p:txEl>
                                              <p:pRg st="0" end="0"/>
                                            </p:txEl>
                                          </p:spTgt>
                                        </p:tgtEl>
                                        <p:attrNameLst>
                                          <p:attrName>style.visibility</p:attrName>
                                        </p:attrNameLst>
                                      </p:cBhvr>
                                      <p:to>
                                        <p:strVal val="visible"/>
                                      </p:to>
                                    </p:set>
                                    <p:anim calcmode="lin" valueType="num">
                                      <p:cBhvr additive="base">
                                        <p:cTn id="3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p:bldP spid="22" grpId="0" build="p" animBg="1">
        <p:tmplLst>
          <p:tmpl>
            <p:tnLst>
              <p:par>
                <p:cTn presetID="2" presetClass="entr" presetSubtype="2" decel="100000" fill="hold" nodeType="withEffect">
                  <p:stCondLst>
                    <p:cond delay="5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 lvl="1">
            <p:tnLst>
              <p:par>
                <p:cTn presetID="2" presetClass="entr" presetSubtype="2" decel="100000" fill="hold" nodeType="withEffect">
                  <p:stCondLst>
                    <p:cond delay="5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100000" fill="hold" nodeType="withEffect">
                  <p:stCondLst>
                    <p:cond delay="10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9"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ta Pie Chart Kanan">
    <p:spTree>
      <p:nvGrpSpPr>
        <p:cNvPr id="1" name=""/>
        <p:cNvGrpSpPr/>
        <p:nvPr/>
      </p:nvGrpSpPr>
      <p:grpSpPr>
        <a:xfrm>
          <a:off x="0" y="0"/>
          <a:ext cx="0" cy="0"/>
          <a:chOff x="0" y="0"/>
          <a:chExt cx="0" cy="0"/>
        </a:xfrm>
      </p:grpSpPr>
      <p:pic>
        <p:nvPicPr>
          <p:cNvPr id="17" name="Picture 16" descr="Black and White Abstract Photo ">
            <a:extLst>
              <a:ext uri="{FF2B5EF4-FFF2-40B4-BE49-F238E27FC236}">
                <a16:creationId xmlns:a16="http://schemas.microsoft.com/office/drawing/2014/main" id="{23163FF9-7DA0-49BF-86F1-19A9DC387684}"/>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1" y="-2667001"/>
            <a:ext cx="6857998" cy="12192000"/>
          </a:xfrm>
          <a:custGeom>
            <a:avLst/>
            <a:gdLst>
              <a:gd name="connsiteX0" fmla="*/ 0 w 6857998"/>
              <a:gd name="connsiteY0" fmla="*/ 12192000 h 12192000"/>
              <a:gd name="connsiteX1" fmla="*/ 0 w 6857998"/>
              <a:gd name="connsiteY1" fmla="*/ 0 h 12192000"/>
              <a:gd name="connsiteX2" fmla="*/ 6857998 w 6857998"/>
              <a:gd name="connsiteY2" fmla="*/ 0 h 12192000"/>
              <a:gd name="connsiteX3" fmla="*/ 6857998 w 6857998"/>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7998" h="12192000">
                <a:moveTo>
                  <a:pt x="0" y="12192000"/>
                </a:moveTo>
                <a:lnTo>
                  <a:pt x="0" y="0"/>
                </a:lnTo>
                <a:lnTo>
                  <a:pt x="6857998" y="0"/>
                </a:lnTo>
                <a:lnTo>
                  <a:pt x="6857998" y="12192000"/>
                </a:lnTo>
                <a:close/>
              </a:path>
            </a:pathLst>
          </a:cu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9738C75F-8563-4D38-84FC-1DEF5AD2C9B2}"/>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0A0AB3-E158-4A22-8AC7-C9E5403C1F10}"/>
              </a:ext>
            </a:extLst>
          </p:cNvPr>
          <p:cNvSpPr/>
          <p:nvPr userDrawn="1"/>
        </p:nvSpPr>
        <p:spPr>
          <a:xfrm>
            <a:off x="0" y="0"/>
            <a:ext cx="12192000" cy="6858000"/>
          </a:xfrm>
          <a:prstGeom prst="rect">
            <a:avLst/>
          </a:prstGeom>
          <a:gradFill flip="none" rotWithShape="1">
            <a:gsLst>
              <a:gs pos="0">
                <a:schemeClr val="bg1">
                  <a:alpha val="0"/>
                </a:schemeClr>
              </a:gs>
              <a:gs pos="46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F639C93-AF59-46C8-9CFE-EA7FEA6FB9FE}"/>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2C9A5FD2-34A9-411E-A9C3-1BD7CCCDA9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BEC7-EE62-4EA2-B646-A96E75EAD48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7" name="Title 1">
            <a:extLst>
              <a:ext uri="{FF2B5EF4-FFF2-40B4-BE49-F238E27FC236}">
                <a16:creationId xmlns:a16="http://schemas.microsoft.com/office/drawing/2014/main" id="{9CDC3D56-C844-4208-8420-3398E92EF836}"/>
              </a:ext>
            </a:extLst>
          </p:cNvPr>
          <p:cNvSpPr>
            <a:spLocks noGrp="1"/>
          </p:cNvSpPr>
          <p:nvPr>
            <p:ph type="title" hasCustomPrompt="1"/>
          </p:nvPr>
        </p:nvSpPr>
        <p:spPr>
          <a:xfrm>
            <a:off x="735466" y="505767"/>
            <a:ext cx="10721068" cy="553998"/>
          </a:xfrm>
        </p:spPr>
        <p:txBody>
          <a:bodyPr lIns="0" tIns="0" rIns="0" bIns="0" anchor="t" anchorCtr="0">
            <a:normAutofit/>
          </a:bodyPr>
          <a:lstStyle>
            <a:lvl1pPr algn="ctr">
              <a:defRPr sz="4000">
                <a:solidFill>
                  <a:schemeClr val="accent1"/>
                </a:solidFill>
              </a:defRPr>
            </a:lvl1pPr>
          </a:lstStyle>
          <a:p>
            <a:r>
              <a:rPr lang="en-US"/>
              <a:t>Data Hasil Penelitian</a:t>
            </a:r>
          </a:p>
        </p:txBody>
      </p:sp>
      <p:sp>
        <p:nvSpPr>
          <p:cNvPr id="8" name="Text Placeholder 8">
            <a:extLst>
              <a:ext uri="{FF2B5EF4-FFF2-40B4-BE49-F238E27FC236}">
                <a16:creationId xmlns:a16="http://schemas.microsoft.com/office/drawing/2014/main" id="{05BC9719-3222-4D91-A175-3B20DAEB9C0A}"/>
              </a:ext>
            </a:extLst>
          </p:cNvPr>
          <p:cNvSpPr>
            <a:spLocks noGrp="1"/>
          </p:cNvSpPr>
          <p:nvPr>
            <p:ph type="body" sz="quarter" idx="14" hasCustomPrompt="1"/>
          </p:nvPr>
        </p:nvSpPr>
        <p:spPr>
          <a:xfrm>
            <a:off x="735467" y="1176814"/>
            <a:ext cx="10721067" cy="341562"/>
          </a:xfrm>
        </p:spPr>
        <p:txBody>
          <a:bodyPr lIns="0" tIns="0" rIns="0" bIns="0">
            <a:normAutofit/>
          </a:bodyPr>
          <a:lstStyle>
            <a:lvl1pPr algn="ctr">
              <a:buNone/>
              <a:defRPr sz="2400"/>
            </a:lvl1pPr>
            <a:lvl2pPr>
              <a:buNone/>
              <a:defRPr/>
            </a:lvl2pPr>
            <a:lvl3pPr>
              <a:buNone/>
              <a:defRPr/>
            </a:lvl3pPr>
            <a:lvl4pPr>
              <a:buNone/>
              <a:defRPr/>
            </a:lvl4pPr>
            <a:lvl5pPr>
              <a:buNone/>
              <a:defRPr/>
            </a:lvl5pPr>
          </a:lstStyle>
          <a:p>
            <a:pPr lvl="0"/>
            <a:r>
              <a:rPr lang="en-US"/>
              <a:t>Poin – poin penting penelitian</a:t>
            </a:r>
          </a:p>
        </p:txBody>
      </p:sp>
      <p:sp>
        <p:nvSpPr>
          <p:cNvPr id="11" name="Chart Placeholder 10">
            <a:extLst>
              <a:ext uri="{FF2B5EF4-FFF2-40B4-BE49-F238E27FC236}">
                <a16:creationId xmlns:a16="http://schemas.microsoft.com/office/drawing/2014/main" id="{F2AB4203-9BC8-4A8B-AFEA-57E4B794EB3C}"/>
              </a:ext>
            </a:extLst>
          </p:cNvPr>
          <p:cNvSpPr>
            <a:spLocks noGrp="1"/>
          </p:cNvSpPr>
          <p:nvPr>
            <p:ph type="chart" sz="quarter" idx="19"/>
          </p:nvPr>
        </p:nvSpPr>
        <p:spPr>
          <a:xfrm>
            <a:off x="6916055" y="1821556"/>
            <a:ext cx="4545181" cy="4545181"/>
          </a:xfrm>
        </p:spPr>
        <p:txBody>
          <a:bodyPr anchor="ctr"/>
          <a:lstStyle>
            <a:lvl1pPr algn="ctr">
              <a:buNone/>
              <a:defRPr/>
            </a:lvl1pPr>
          </a:lstStyle>
          <a:p>
            <a:endParaRPr lang="en-US"/>
          </a:p>
        </p:txBody>
      </p:sp>
      <p:sp>
        <p:nvSpPr>
          <p:cNvPr id="22" name="Text Placeholder 19">
            <a:extLst>
              <a:ext uri="{FF2B5EF4-FFF2-40B4-BE49-F238E27FC236}">
                <a16:creationId xmlns:a16="http://schemas.microsoft.com/office/drawing/2014/main" id="{77DA8903-BDDF-4B5E-A7FF-BBAB26BDCD70}"/>
              </a:ext>
            </a:extLst>
          </p:cNvPr>
          <p:cNvSpPr>
            <a:spLocks noGrp="1"/>
          </p:cNvSpPr>
          <p:nvPr>
            <p:ph type="body" sz="quarter" idx="17" hasCustomPrompt="1"/>
          </p:nvPr>
        </p:nvSpPr>
        <p:spPr>
          <a:xfrm>
            <a:off x="735466" y="1821557"/>
            <a:ext cx="5713901" cy="1432798"/>
          </a:xfrm>
          <a:prstGeom prst="roundRect">
            <a:avLst>
              <a:gd name="adj" fmla="val 10205"/>
            </a:avLst>
          </a:prstGeom>
          <a:solidFill>
            <a:schemeClr val="accent1"/>
          </a:solidFill>
        </p:spPr>
        <p:txBody>
          <a:bodyPr lIns="0" tIns="0" rIns="0" bIns="0" anchor="ctr" anchorCtr="1">
            <a:normAutofit/>
          </a:bodyPr>
          <a:lstStyle>
            <a:lvl1pPr marL="0" indent="0" algn="ctr">
              <a:lnSpc>
                <a:spcPct val="100000"/>
              </a:lnSpc>
              <a:buFont typeface="Arial" panose="020B0604020202020204" pitchFamily="34" charset="0"/>
              <a:buNone/>
              <a:defRPr sz="4400" b="1"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Informasi Utama dari Pie Chart</a:t>
            </a:r>
          </a:p>
        </p:txBody>
      </p:sp>
      <p:sp>
        <p:nvSpPr>
          <p:cNvPr id="23" name="Text Placeholder 19">
            <a:extLst>
              <a:ext uri="{FF2B5EF4-FFF2-40B4-BE49-F238E27FC236}">
                <a16:creationId xmlns:a16="http://schemas.microsoft.com/office/drawing/2014/main" id="{0725D58B-D6C2-42B4-B285-DC338B778FFA}"/>
              </a:ext>
            </a:extLst>
          </p:cNvPr>
          <p:cNvSpPr>
            <a:spLocks noGrp="1"/>
          </p:cNvSpPr>
          <p:nvPr>
            <p:ph type="body" sz="quarter" idx="18" hasCustomPrompt="1"/>
          </p:nvPr>
        </p:nvSpPr>
        <p:spPr>
          <a:xfrm>
            <a:off x="740169" y="3671836"/>
            <a:ext cx="5707741" cy="2694901"/>
          </a:xfrm>
        </p:spPr>
        <p:txBody>
          <a:bodyPr lIns="0" tIns="0" rIns="0" bIns="0">
            <a:normAutofit/>
          </a:bodyPr>
          <a:lstStyle>
            <a:lvl1pPr marL="0" indent="0">
              <a:lnSpc>
                <a:spcPct val="120000"/>
              </a:lnSpc>
              <a:buFont typeface="Arial" panose="020B0604020202020204" pitchFamily="34" charset="0"/>
              <a:buNone/>
              <a:defRPr sz="2800" baseline="0"/>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Klik di sini untuk menambahkan deskripsi penjelasan </a:t>
            </a:r>
            <a:r>
              <a:rPr lang="en-AI"/>
              <a:t>data </a:t>
            </a:r>
            <a:r>
              <a:rPr lang="en-US"/>
              <a:t>dari chart</a:t>
            </a:r>
            <a:r>
              <a:rPr lang="en-AI"/>
              <a:t> yang ditampilkan</a:t>
            </a:r>
            <a:r>
              <a:rPr lang="en-US"/>
              <a:t>.</a:t>
            </a:r>
          </a:p>
        </p:txBody>
      </p:sp>
      <p:sp>
        <p:nvSpPr>
          <p:cNvPr id="19" name="Freeform: Shape 18">
            <a:extLst>
              <a:ext uri="{FF2B5EF4-FFF2-40B4-BE49-F238E27FC236}">
                <a16:creationId xmlns:a16="http://schemas.microsoft.com/office/drawing/2014/main" id="{54FB492B-F787-4D25-9348-FCC698CFB4EF}"/>
              </a:ext>
            </a:extLst>
          </p:cNvPr>
          <p:cNvSpPr/>
          <p:nvPr/>
        </p:nvSpPr>
        <p:spPr>
          <a:xfrm>
            <a:off x="1" y="2297556"/>
            <a:ext cx="319009" cy="643128"/>
          </a:xfrm>
          <a:custGeom>
            <a:avLst/>
            <a:gdLst>
              <a:gd name="connsiteX0" fmla="*/ 0 w 319009"/>
              <a:gd name="connsiteY0" fmla="*/ 0 h 643128"/>
              <a:gd name="connsiteX1" fmla="*/ 57650 w 319009"/>
              <a:gd name="connsiteY1" fmla="*/ 49431 h 643128"/>
              <a:gd name="connsiteX2" fmla="*/ 282549 w 319009"/>
              <a:gd name="connsiteY2" fmla="*/ 242270 h 643128"/>
              <a:gd name="connsiteX3" fmla="*/ 319009 w 319009"/>
              <a:gd name="connsiteY3" fmla="*/ 321563 h 643128"/>
              <a:gd name="connsiteX4" fmla="*/ 282549 w 319009"/>
              <a:gd name="connsiteY4" fmla="*/ 400857 h 643128"/>
              <a:gd name="connsiteX5" fmla="*/ 57650 w 319009"/>
              <a:gd name="connsiteY5" fmla="*/ 593696 h 643128"/>
              <a:gd name="connsiteX6" fmla="*/ 0 w 319009"/>
              <a:gd name="connsiteY6" fmla="*/ 643128 h 643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09" h="643128">
                <a:moveTo>
                  <a:pt x="0" y="0"/>
                </a:moveTo>
                <a:lnTo>
                  <a:pt x="57650" y="49431"/>
                </a:lnTo>
                <a:cubicBezTo>
                  <a:pt x="146383" y="125515"/>
                  <a:pt x="225501" y="193355"/>
                  <a:pt x="282549" y="242270"/>
                </a:cubicBezTo>
                <a:cubicBezTo>
                  <a:pt x="305690" y="262114"/>
                  <a:pt x="319009" y="291079"/>
                  <a:pt x="319009" y="321563"/>
                </a:cubicBezTo>
                <a:cubicBezTo>
                  <a:pt x="319009" y="352048"/>
                  <a:pt x="305690" y="381013"/>
                  <a:pt x="282549" y="400857"/>
                </a:cubicBezTo>
                <a:cubicBezTo>
                  <a:pt x="225501" y="449772"/>
                  <a:pt x="146383" y="517612"/>
                  <a:pt x="57650" y="593696"/>
                </a:cubicBezTo>
                <a:lnTo>
                  <a:pt x="0" y="643128"/>
                </a:lnTo>
                <a:close/>
              </a:path>
            </a:pathLst>
          </a:custGeom>
          <a:solidFill>
            <a:schemeClr val="accent1"/>
          </a:solidFill>
          <a:ln w="277"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73500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par>
                                <p:cTn id="11" presetID="53" presetClass="entr" presetSubtype="16" fill="hold" grpId="0" nodeType="withEffect" nodePh="1">
                                  <p:stCondLst>
                                    <p:cond delay="500"/>
                                  </p:stCondLst>
                                  <p:endCondLst>
                                    <p:cond evt="begin" delay="0">
                                      <p:tn val="11"/>
                                    </p:cond>
                                  </p:end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par>
                                <p:cTn id="16" presetID="2" presetClass="entr" presetSubtype="8" decel="100000" fill="hold" grpId="0" nodeType="withEffect">
                                  <p:stCondLst>
                                    <p:cond delay="750"/>
                                  </p:stCondLst>
                                  <p:childTnLst>
                                    <p:set>
                                      <p:cBhvr>
                                        <p:cTn id="17" dur="1" fill="hold">
                                          <p:stCondLst>
                                            <p:cond delay="0"/>
                                          </p:stCondLst>
                                        </p:cTn>
                                        <p:tgtEl>
                                          <p:spTgt spid="22">
                                            <p:bg/>
                                          </p:spTgt>
                                        </p:tgtEl>
                                        <p:attrNameLst>
                                          <p:attrName>style.visibility</p:attrName>
                                        </p:attrNameLst>
                                      </p:cBhvr>
                                      <p:to>
                                        <p:strVal val="visible"/>
                                      </p:to>
                                    </p:set>
                                    <p:anim calcmode="lin" valueType="num">
                                      <p:cBhvr additive="base">
                                        <p:cTn id="18" dur="500" fill="hold"/>
                                        <p:tgtEl>
                                          <p:spTgt spid="22">
                                            <p:bg/>
                                          </p:spTgt>
                                        </p:tgtEl>
                                        <p:attrNameLst>
                                          <p:attrName>ppt_x</p:attrName>
                                        </p:attrNameLst>
                                      </p:cBhvr>
                                      <p:tavLst>
                                        <p:tav tm="0">
                                          <p:val>
                                            <p:strVal val="0-#ppt_w/2"/>
                                          </p:val>
                                        </p:tav>
                                        <p:tav tm="100000">
                                          <p:val>
                                            <p:strVal val="#ppt_x"/>
                                          </p:val>
                                        </p:tav>
                                      </p:tavLst>
                                    </p:anim>
                                    <p:anim calcmode="lin" valueType="num">
                                      <p:cBhvr additive="base">
                                        <p:cTn id="19" dur="500" fill="hold"/>
                                        <p:tgtEl>
                                          <p:spTgt spid="22">
                                            <p:bg/>
                                          </p:spTgt>
                                        </p:tgtEl>
                                        <p:attrNameLst>
                                          <p:attrName>ppt_y</p:attrName>
                                        </p:attrNameLst>
                                      </p:cBhvr>
                                      <p:tavLst>
                                        <p:tav tm="0">
                                          <p:val>
                                            <p:strVal val="#ppt_y"/>
                                          </p:val>
                                        </p:tav>
                                        <p:tav tm="100000">
                                          <p:val>
                                            <p:strVal val="#ppt_y"/>
                                          </p:val>
                                        </p:tav>
                                      </p:tavLst>
                                    </p:anim>
                                  </p:childTnLst>
                                </p:cTn>
                              </p:par>
                              <p:par>
                                <p:cTn id="20" presetID="2" presetClass="entr" presetSubtype="8" decel="100000" fill="hold" grpId="0" nodeType="withEffect">
                                  <p:stCondLst>
                                    <p:cond delay="750"/>
                                  </p:stCondLst>
                                  <p:childTnLst>
                                    <p:set>
                                      <p:cBhvr>
                                        <p:cTn id="21" dur="1" fill="hold">
                                          <p:stCondLst>
                                            <p:cond delay="0"/>
                                          </p:stCondLst>
                                        </p:cTn>
                                        <p:tgtEl>
                                          <p:spTgt spid="22">
                                            <p:txEl>
                                              <p:pRg st="0" end="0"/>
                                            </p:txEl>
                                          </p:spTgt>
                                        </p:tgtEl>
                                        <p:attrNameLst>
                                          <p:attrName>style.visibility</p:attrName>
                                        </p:attrNameLst>
                                      </p:cBhvr>
                                      <p:to>
                                        <p:strVal val="visible"/>
                                      </p:to>
                                    </p:set>
                                    <p:anim calcmode="lin" valueType="num">
                                      <p:cBhvr additive="base">
                                        <p:cTn id="22"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2">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75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0-#ppt_w/2"/>
                                          </p:val>
                                        </p:tav>
                                        <p:tav tm="100000">
                                          <p:val>
                                            <p:strVal val="#ppt_x"/>
                                          </p:val>
                                        </p:tav>
                                      </p:tavLst>
                                    </p:anim>
                                    <p:anim calcmode="lin" valueType="num">
                                      <p:cBhvr additive="base">
                                        <p:cTn id="27" dur="500" fill="hold"/>
                                        <p:tgtEl>
                                          <p:spTgt spid="19"/>
                                        </p:tgtEl>
                                        <p:attrNameLst>
                                          <p:attrName>ppt_y</p:attrName>
                                        </p:attrNameLst>
                                      </p:cBhvr>
                                      <p:tavLst>
                                        <p:tav tm="0">
                                          <p:val>
                                            <p:strVal val="#ppt_y"/>
                                          </p:val>
                                        </p:tav>
                                        <p:tav tm="100000">
                                          <p:val>
                                            <p:strVal val="#ppt_y"/>
                                          </p:val>
                                        </p:tav>
                                      </p:tavLst>
                                    </p:anim>
                                  </p:childTnLst>
                                </p:cTn>
                              </p:par>
                              <p:par>
                                <p:cTn id="28" presetID="2" presetClass="entr" presetSubtype="8" decel="100000" fill="hold" grpId="0" nodeType="withEffect">
                                  <p:stCondLst>
                                    <p:cond delay="1000"/>
                                  </p:stCondLst>
                                  <p:childTnLst>
                                    <p:set>
                                      <p:cBhvr>
                                        <p:cTn id="29" dur="1" fill="hold">
                                          <p:stCondLst>
                                            <p:cond delay="0"/>
                                          </p:stCondLst>
                                        </p:cTn>
                                        <p:tgtEl>
                                          <p:spTgt spid="23">
                                            <p:txEl>
                                              <p:pRg st="0" end="0"/>
                                            </p:txEl>
                                          </p:spTgt>
                                        </p:tgtEl>
                                        <p:attrNameLst>
                                          <p:attrName>style.visibility</p:attrName>
                                        </p:attrNameLst>
                                      </p:cBhvr>
                                      <p:to>
                                        <p:strVal val="visible"/>
                                      </p:to>
                                    </p:set>
                                    <p:anim calcmode="lin" valueType="num">
                                      <p:cBhvr additive="base">
                                        <p:cTn id="30" dur="5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tmplLst>
          <p:tmpl lvl="1">
            <p:tnLst>
              <p:par>
                <p:cTn presetID="10" presetClass="entr" presetSubtype="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p:bldP spid="22" grpId="0" uiExpand="1" build="p" animBg="1">
        <p:tmplLst>
          <p:tmpl>
            <p:tnLst>
              <p:par>
                <p:cTn presetID="2" presetClass="entr" presetSubtype="8" decel="100000" fill="hold" nodeType="withEffect">
                  <p:stCondLst>
                    <p:cond delay="7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 lvl="1">
            <p:tnLst>
              <p:par>
                <p:cTn presetID="2" presetClass="entr" presetSubtype="8" decel="100000" fill="hold" nodeType="withEffect">
                  <p:stCondLst>
                    <p:cond delay="7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8" decel="100000" fill="hold" nodeType="withEffect">
                  <p:stCondLst>
                    <p:cond delay="10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0-#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19"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aleri Foto 1">
    <p:spTree>
      <p:nvGrpSpPr>
        <p:cNvPr id="1" name=""/>
        <p:cNvGrpSpPr/>
        <p:nvPr/>
      </p:nvGrpSpPr>
      <p:grpSpPr>
        <a:xfrm>
          <a:off x="0" y="0"/>
          <a:ext cx="0" cy="0"/>
          <a:chOff x="0" y="0"/>
          <a:chExt cx="0" cy="0"/>
        </a:xfrm>
      </p:grpSpPr>
      <p:pic>
        <p:nvPicPr>
          <p:cNvPr id="2" name="Picture 6" descr="Geometrical Illustration">
            <a:extLst>
              <a:ext uri="{FF2B5EF4-FFF2-40B4-BE49-F238E27FC236}">
                <a16:creationId xmlns:a16="http://schemas.microsoft.com/office/drawing/2014/main" id="{1B6EB39A-F6B2-433D-AF97-9D33704F2FF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A36B802-C670-40B7-9F16-7B6D338D4808}"/>
              </a:ext>
            </a:extLst>
          </p:cNvPr>
          <p:cNvSpPr/>
          <p:nvPr userDrawn="1"/>
        </p:nvSpPr>
        <p:spPr>
          <a:xfrm flipV="1">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540A18F7-645E-41A5-941F-E5F67144FC7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9594B641-3A39-4294-B1F0-1105B9957E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14FD5-FE95-414B-B4D6-B0335C450B04}"/>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3" name="Title 1">
            <a:extLst>
              <a:ext uri="{FF2B5EF4-FFF2-40B4-BE49-F238E27FC236}">
                <a16:creationId xmlns:a16="http://schemas.microsoft.com/office/drawing/2014/main" id="{BBCC136B-6ABB-4633-9FE9-0A8EC90904B4}"/>
              </a:ext>
            </a:extLst>
          </p:cNvPr>
          <p:cNvSpPr>
            <a:spLocks noGrp="1"/>
          </p:cNvSpPr>
          <p:nvPr userDrawn="1">
            <p:ph type="title" hasCustomPrompt="1"/>
          </p:nvPr>
        </p:nvSpPr>
        <p:spPr>
          <a:xfrm>
            <a:off x="735466" y="505767"/>
            <a:ext cx="10721068" cy="553998"/>
          </a:xfrm>
        </p:spPr>
        <p:txBody>
          <a:bodyPr lIns="0" tIns="0" rIns="0" bIns="0" anchor="t" anchorCtr="0">
            <a:normAutofit/>
          </a:bodyPr>
          <a:lstStyle>
            <a:lvl1pPr algn="ctr">
              <a:defRPr sz="4000">
                <a:solidFill>
                  <a:schemeClr val="accent1"/>
                </a:solidFill>
              </a:defRPr>
            </a:lvl1pPr>
          </a:lstStyle>
          <a:p>
            <a:r>
              <a:rPr lang="en-US"/>
              <a:t>Galeri Hasil Penelitian</a:t>
            </a:r>
          </a:p>
        </p:txBody>
      </p:sp>
      <p:sp>
        <p:nvSpPr>
          <p:cNvPr id="14" name="Text Placeholder 8">
            <a:extLst>
              <a:ext uri="{FF2B5EF4-FFF2-40B4-BE49-F238E27FC236}">
                <a16:creationId xmlns:a16="http://schemas.microsoft.com/office/drawing/2014/main" id="{82343113-03DF-4431-81F6-3EE1E2531F47}"/>
              </a:ext>
            </a:extLst>
          </p:cNvPr>
          <p:cNvSpPr>
            <a:spLocks noGrp="1"/>
          </p:cNvSpPr>
          <p:nvPr userDrawn="1">
            <p:ph type="body" sz="quarter" idx="14" hasCustomPrompt="1"/>
          </p:nvPr>
        </p:nvSpPr>
        <p:spPr>
          <a:xfrm>
            <a:off x="735467" y="1176814"/>
            <a:ext cx="10721067" cy="387798"/>
          </a:xfrm>
        </p:spPr>
        <p:txBody>
          <a:bodyPr lIns="0" tIns="0" rIns="0" bIns="0">
            <a:normAutofit/>
          </a:bodyPr>
          <a:lstStyle>
            <a:lvl1pPr algn="ctr">
              <a:buNone/>
              <a:defRPr sz="2800"/>
            </a:lvl1pPr>
            <a:lvl2pPr>
              <a:buNone/>
              <a:defRPr/>
            </a:lvl2pPr>
            <a:lvl3pPr>
              <a:buNone/>
              <a:defRPr/>
            </a:lvl3pPr>
            <a:lvl4pPr>
              <a:buNone/>
              <a:defRPr/>
            </a:lvl4pPr>
            <a:lvl5pPr>
              <a:buNone/>
              <a:defRPr/>
            </a:lvl5pPr>
          </a:lstStyle>
          <a:p>
            <a:pPr lvl="0"/>
            <a:r>
              <a:rPr lang="en-US"/>
              <a:t>Galeri Hasil Penelitian</a:t>
            </a:r>
          </a:p>
        </p:txBody>
      </p:sp>
      <p:sp>
        <p:nvSpPr>
          <p:cNvPr id="22" name="Picture Placeholder 15">
            <a:extLst>
              <a:ext uri="{FF2B5EF4-FFF2-40B4-BE49-F238E27FC236}">
                <a16:creationId xmlns:a16="http://schemas.microsoft.com/office/drawing/2014/main" id="{E62A231D-084D-4AAC-95B9-D25C9BE9AFBA}"/>
              </a:ext>
            </a:extLst>
          </p:cNvPr>
          <p:cNvSpPr>
            <a:spLocks noGrp="1"/>
          </p:cNvSpPr>
          <p:nvPr>
            <p:ph type="pic" sz="quarter" idx="15"/>
          </p:nvPr>
        </p:nvSpPr>
        <p:spPr>
          <a:xfrm>
            <a:off x="861035" y="1787409"/>
            <a:ext cx="4332361" cy="2436952"/>
          </a:xfrm>
          <a:pattFill prst="pct5">
            <a:fgClr>
              <a:schemeClr val="accent1"/>
            </a:fgClr>
            <a:bgClr>
              <a:schemeClr val="bg1"/>
            </a:bgClr>
          </a:pattFill>
        </p:spPr>
        <p:txBody>
          <a:bodyPr anchor="ctr"/>
          <a:lstStyle>
            <a:lvl1pPr algn="ctr">
              <a:buNone/>
              <a:defRPr/>
            </a:lvl1pPr>
          </a:lstStyle>
          <a:p>
            <a:endParaRPr lang="en-US"/>
          </a:p>
        </p:txBody>
      </p:sp>
      <p:sp>
        <p:nvSpPr>
          <p:cNvPr id="23" name="Picture Placeholder 15">
            <a:extLst>
              <a:ext uri="{FF2B5EF4-FFF2-40B4-BE49-F238E27FC236}">
                <a16:creationId xmlns:a16="http://schemas.microsoft.com/office/drawing/2014/main" id="{918DD294-C904-4C00-BBAD-D3DE185B96F8}"/>
              </a:ext>
            </a:extLst>
          </p:cNvPr>
          <p:cNvSpPr>
            <a:spLocks noGrp="1"/>
          </p:cNvSpPr>
          <p:nvPr>
            <p:ph type="pic" sz="quarter" idx="16"/>
          </p:nvPr>
        </p:nvSpPr>
        <p:spPr>
          <a:xfrm>
            <a:off x="861036" y="4383642"/>
            <a:ext cx="2082608" cy="2077665"/>
          </a:xfrm>
          <a:pattFill prst="pct5">
            <a:fgClr>
              <a:schemeClr val="accent1"/>
            </a:fgClr>
            <a:bgClr>
              <a:schemeClr val="bg1"/>
            </a:bgClr>
          </a:pattFill>
        </p:spPr>
        <p:txBody>
          <a:bodyPr anchor="ctr"/>
          <a:lstStyle>
            <a:lvl1pPr algn="ctr">
              <a:buNone/>
              <a:defRPr/>
            </a:lvl1pPr>
          </a:lstStyle>
          <a:p>
            <a:endParaRPr lang="en-US"/>
          </a:p>
        </p:txBody>
      </p:sp>
      <p:sp>
        <p:nvSpPr>
          <p:cNvPr id="24" name="Picture Placeholder 15">
            <a:extLst>
              <a:ext uri="{FF2B5EF4-FFF2-40B4-BE49-F238E27FC236}">
                <a16:creationId xmlns:a16="http://schemas.microsoft.com/office/drawing/2014/main" id="{2D224626-0F4B-4FAE-9491-19BFF003BA1F}"/>
              </a:ext>
            </a:extLst>
          </p:cNvPr>
          <p:cNvSpPr>
            <a:spLocks noGrp="1"/>
          </p:cNvSpPr>
          <p:nvPr>
            <p:ph type="pic" sz="quarter" idx="17"/>
          </p:nvPr>
        </p:nvSpPr>
        <p:spPr>
          <a:xfrm>
            <a:off x="3123934" y="4383642"/>
            <a:ext cx="2082608" cy="2077665"/>
          </a:xfrm>
          <a:pattFill prst="pct5">
            <a:fgClr>
              <a:schemeClr val="accent1"/>
            </a:fgClr>
            <a:bgClr>
              <a:schemeClr val="bg1"/>
            </a:bgClr>
          </a:pattFill>
        </p:spPr>
        <p:txBody>
          <a:bodyPr anchor="ctr"/>
          <a:lstStyle>
            <a:lvl1pPr algn="ctr">
              <a:buNone/>
              <a:defRPr/>
            </a:lvl1pPr>
          </a:lstStyle>
          <a:p>
            <a:endParaRPr lang="en-US"/>
          </a:p>
        </p:txBody>
      </p:sp>
      <p:sp>
        <p:nvSpPr>
          <p:cNvPr id="25" name="Picture Placeholder 15">
            <a:extLst>
              <a:ext uri="{FF2B5EF4-FFF2-40B4-BE49-F238E27FC236}">
                <a16:creationId xmlns:a16="http://schemas.microsoft.com/office/drawing/2014/main" id="{316ADE28-5D06-4EBD-9508-F0EC77FCD37C}"/>
              </a:ext>
            </a:extLst>
          </p:cNvPr>
          <p:cNvSpPr>
            <a:spLocks noGrp="1"/>
          </p:cNvSpPr>
          <p:nvPr>
            <p:ph type="pic" sz="quarter" idx="18"/>
          </p:nvPr>
        </p:nvSpPr>
        <p:spPr>
          <a:xfrm>
            <a:off x="5370902" y="1759458"/>
            <a:ext cx="3525893" cy="4701850"/>
          </a:xfrm>
          <a:pattFill prst="pct5">
            <a:fgClr>
              <a:schemeClr val="accent1"/>
            </a:fgClr>
            <a:bgClr>
              <a:schemeClr val="bg1"/>
            </a:bgClr>
          </a:pattFill>
        </p:spPr>
        <p:txBody>
          <a:bodyPr anchor="ctr"/>
          <a:lstStyle>
            <a:lvl1pPr algn="ctr">
              <a:buNone/>
              <a:defRPr/>
            </a:lvl1pPr>
          </a:lstStyle>
          <a:p>
            <a:endParaRPr lang="en-US"/>
          </a:p>
        </p:txBody>
      </p:sp>
      <p:sp>
        <p:nvSpPr>
          <p:cNvPr id="26" name="Picture Placeholder 15">
            <a:extLst>
              <a:ext uri="{FF2B5EF4-FFF2-40B4-BE49-F238E27FC236}">
                <a16:creationId xmlns:a16="http://schemas.microsoft.com/office/drawing/2014/main" id="{752700C0-604B-40F1-97E4-92506EC54FE4}"/>
              </a:ext>
            </a:extLst>
          </p:cNvPr>
          <p:cNvSpPr>
            <a:spLocks noGrp="1"/>
          </p:cNvSpPr>
          <p:nvPr>
            <p:ph type="pic" sz="quarter" idx="19"/>
          </p:nvPr>
        </p:nvSpPr>
        <p:spPr>
          <a:xfrm>
            <a:off x="9070850" y="1759458"/>
            <a:ext cx="2256661" cy="2254526"/>
          </a:xfrm>
          <a:pattFill prst="pct5">
            <a:fgClr>
              <a:schemeClr val="accent1"/>
            </a:fgClr>
            <a:bgClr>
              <a:schemeClr val="bg1"/>
            </a:bgClr>
          </a:pattFill>
        </p:spPr>
        <p:txBody>
          <a:bodyPr anchor="ctr"/>
          <a:lstStyle>
            <a:lvl1pPr algn="ctr">
              <a:buNone/>
              <a:defRPr/>
            </a:lvl1pPr>
          </a:lstStyle>
          <a:p>
            <a:endParaRPr lang="en-US"/>
          </a:p>
        </p:txBody>
      </p:sp>
      <p:sp>
        <p:nvSpPr>
          <p:cNvPr id="27" name="Picture Placeholder 15">
            <a:extLst>
              <a:ext uri="{FF2B5EF4-FFF2-40B4-BE49-F238E27FC236}">
                <a16:creationId xmlns:a16="http://schemas.microsoft.com/office/drawing/2014/main" id="{BDBBD556-0029-4E50-B64B-9E380F1C021B}"/>
              </a:ext>
            </a:extLst>
          </p:cNvPr>
          <p:cNvSpPr>
            <a:spLocks noGrp="1"/>
          </p:cNvSpPr>
          <p:nvPr>
            <p:ph type="pic" sz="quarter" idx="20"/>
          </p:nvPr>
        </p:nvSpPr>
        <p:spPr>
          <a:xfrm>
            <a:off x="9070850" y="4206781"/>
            <a:ext cx="2256661" cy="2254526"/>
          </a:xfrm>
          <a:pattFill prst="pct5">
            <a:fgClr>
              <a:schemeClr val="accent1"/>
            </a:fgClr>
            <a:bgClr>
              <a:schemeClr val="bg1"/>
            </a:bgClr>
          </a:pattFill>
        </p:spPr>
        <p:txBody>
          <a:bodyPr anchor="ctr"/>
          <a:lstStyle>
            <a:lvl1pPr algn="ctr">
              <a:buNone/>
              <a:defRPr/>
            </a:lvl1pPr>
          </a:lstStyle>
          <a:p>
            <a:endParaRPr lang="en-US"/>
          </a:p>
        </p:txBody>
      </p:sp>
    </p:spTree>
    <p:extLst>
      <p:ext uri="{BB962C8B-B14F-4D97-AF65-F5344CB8AC3E}">
        <p14:creationId xmlns:p14="http://schemas.microsoft.com/office/powerpoint/2010/main" val="240073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xEl>
                                              <p:pRg st="0" end="0"/>
                                            </p:txEl>
                                          </p:spTgt>
                                        </p:tgtEl>
                                        <p:attrNameLst>
                                          <p:attrName>style.visibility</p:attrName>
                                        </p:attrNameLst>
                                      </p:cBhvr>
                                      <p:to>
                                        <p:strVal val="visible"/>
                                      </p:to>
                                    </p:set>
                                    <p:animEffect transition="in" filter="fade">
                                      <p:cBhvr>
                                        <p:cTn id="10" dur="500"/>
                                        <p:tgtEl>
                                          <p:spTgt spid="14">
                                            <p:txEl>
                                              <p:pRg st="0" end="0"/>
                                            </p:txEl>
                                          </p:spTgt>
                                        </p:tgtEl>
                                      </p:cBhvr>
                                    </p:animEffect>
                                  </p:childTnLst>
                                </p:cTn>
                              </p:par>
                              <p:par>
                                <p:cTn id="11" presetID="2" presetClass="entr" presetSubtype="8" decel="10000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0-#ppt_w/2"/>
                                          </p:val>
                                        </p:tav>
                                        <p:tav tm="100000">
                                          <p:val>
                                            <p:strVal val="#ppt_x"/>
                                          </p:val>
                                        </p:tav>
                                      </p:tavLst>
                                    </p:anim>
                                    <p:anim calcmode="lin" valueType="num">
                                      <p:cBhvr additive="base">
                                        <p:cTn id="14" dur="500" fill="hold"/>
                                        <p:tgtEl>
                                          <p:spTgt spid="27"/>
                                        </p:tgtEl>
                                        <p:attrNameLst>
                                          <p:attrName>ppt_y</p:attrName>
                                        </p:attrNameLst>
                                      </p:cBhvr>
                                      <p:tavLst>
                                        <p:tav tm="0">
                                          <p:val>
                                            <p:strVal val="#ppt_y"/>
                                          </p:val>
                                        </p:tav>
                                        <p:tav tm="100000">
                                          <p:val>
                                            <p:strVal val="#ppt_y"/>
                                          </p:val>
                                        </p:tav>
                                      </p:tavLst>
                                    </p:anim>
                                  </p:childTnLst>
                                </p:cTn>
                              </p:par>
                              <p:par>
                                <p:cTn id="15" presetID="2" presetClass="entr" presetSubtype="8" decel="100000" fill="hold" grpId="0" nodeType="withEffect">
                                  <p:stCondLst>
                                    <p:cond delay="10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0-#ppt_w/2"/>
                                          </p:val>
                                        </p:tav>
                                        <p:tav tm="100000">
                                          <p:val>
                                            <p:strVal val="#ppt_x"/>
                                          </p:val>
                                        </p:tav>
                                      </p:tavLst>
                                    </p:anim>
                                    <p:anim calcmode="lin" valueType="num">
                                      <p:cBhvr additive="base">
                                        <p:cTn id="18" dur="500" fill="hold"/>
                                        <p:tgtEl>
                                          <p:spTgt spid="26"/>
                                        </p:tgtEl>
                                        <p:attrNameLst>
                                          <p:attrName>ppt_y</p:attrName>
                                        </p:attrNameLst>
                                      </p:cBhvr>
                                      <p:tavLst>
                                        <p:tav tm="0">
                                          <p:val>
                                            <p:strVal val="#ppt_y"/>
                                          </p:val>
                                        </p:tav>
                                        <p:tav tm="100000">
                                          <p:val>
                                            <p:strVal val="#ppt_y"/>
                                          </p:val>
                                        </p:tav>
                                      </p:tavLst>
                                    </p:anim>
                                  </p:childTnLst>
                                </p:cTn>
                              </p:par>
                              <p:par>
                                <p:cTn id="19" presetID="2" presetClass="entr" presetSubtype="8" decel="100000" fill="hold" grpId="0" nodeType="withEffect">
                                  <p:stCondLst>
                                    <p:cond delay="20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0-#ppt_w/2"/>
                                          </p:val>
                                        </p:tav>
                                        <p:tav tm="100000">
                                          <p:val>
                                            <p:strVal val="#ppt_x"/>
                                          </p:val>
                                        </p:tav>
                                      </p:tavLst>
                                    </p:anim>
                                    <p:anim calcmode="lin" valueType="num">
                                      <p:cBhvr additive="base">
                                        <p:cTn id="22" dur="500" fill="hold"/>
                                        <p:tgtEl>
                                          <p:spTgt spid="25"/>
                                        </p:tgtEl>
                                        <p:attrNameLst>
                                          <p:attrName>ppt_y</p:attrName>
                                        </p:attrNameLst>
                                      </p:cBhvr>
                                      <p:tavLst>
                                        <p:tav tm="0">
                                          <p:val>
                                            <p:strVal val="#ppt_y"/>
                                          </p:val>
                                        </p:tav>
                                        <p:tav tm="100000">
                                          <p:val>
                                            <p:strVal val="#ppt_y"/>
                                          </p:val>
                                        </p:tav>
                                      </p:tavLst>
                                    </p:anim>
                                  </p:childTnLst>
                                </p:cTn>
                              </p:par>
                              <p:par>
                                <p:cTn id="23" presetID="2" presetClass="entr" presetSubtype="8" decel="100000" fill="hold" grpId="0" nodeType="withEffect">
                                  <p:stCondLst>
                                    <p:cond delay="30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0-#ppt_w/2"/>
                                          </p:val>
                                        </p:tav>
                                        <p:tav tm="100000">
                                          <p:val>
                                            <p:strVal val="#ppt_x"/>
                                          </p:val>
                                        </p:tav>
                                      </p:tavLst>
                                    </p:anim>
                                    <p:anim calcmode="lin" valueType="num">
                                      <p:cBhvr additive="base">
                                        <p:cTn id="26" dur="500" fill="hold"/>
                                        <p:tgtEl>
                                          <p:spTgt spid="22"/>
                                        </p:tgtEl>
                                        <p:attrNameLst>
                                          <p:attrName>ppt_y</p:attrName>
                                        </p:attrNameLst>
                                      </p:cBhvr>
                                      <p:tavLst>
                                        <p:tav tm="0">
                                          <p:val>
                                            <p:strVal val="#ppt_y"/>
                                          </p:val>
                                        </p:tav>
                                        <p:tav tm="100000">
                                          <p:val>
                                            <p:strVal val="#ppt_y"/>
                                          </p:val>
                                        </p:tav>
                                      </p:tavLst>
                                    </p:anim>
                                  </p:childTnLst>
                                </p:cTn>
                              </p:par>
                              <p:par>
                                <p:cTn id="27" presetID="2" presetClass="entr" presetSubtype="8" decel="100000" fill="hold" grpId="0" nodeType="withEffect">
                                  <p:stCondLst>
                                    <p:cond delay="40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0-#ppt_w/2"/>
                                          </p:val>
                                        </p:tav>
                                        <p:tav tm="100000">
                                          <p:val>
                                            <p:strVal val="#ppt_x"/>
                                          </p:val>
                                        </p:tav>
                                      </p:tavLst>
                                    </p:anim>
                                    <p:anim calcmode="lin" valueType="num">
                                      <p:cBhvr additive="base">
                                        <p:cTn id="30" dur="500" fill="hold"/>
                                        <p:tgtEl>
                                          <p:spTgt spid="24"/>
                                        </p:tgtEl>
                                        <p:attrNameLst>
                                          <p:attrName>ppt_y</p:attrName>
                                        </p:attrNameLst>
                                      </p:cBhvr>
                                      <p:tavLst>
                                        <p:tav tm="0">
                                          <p:val>
                                            <p:strVal val="#ppt_y"/>
                                          </p:val>
                                        </p:tav>
                                        <p:tav tm="100000">
                                          <p:val>
                                            <p:strVal val="#ppt_y"/>
                                          </p:val>
                                        </p:tav>
                                      </p:tavLst>
                                    </p:anim>
                                  </p:childTnLst>
                                </p:cTn>
                              </p:par>
                              <p:par>
                                <p:cTn id="31" presetID="2" presetClass="entr" presetSubtype="8" decel="100000" fill="hold" grpId="0" nodeType="withEffect">
                                  <p:stCondLst>
                                    <p:cond delay="50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0-#ppt_w/2"/>
                                          </p:val>
                                        </p:tav>
                                        <p:tav tm="100000">
                                          <p:val>
                                            <p:strVal val="#ppt_x"/>
                                          </p:val>
                                        </p:tav>
                                      </p:tavLst>
                                    </p:anim>
                                    <p:anim calcmode="lin" valueType="num">
                                      <p:cBhvr additive="base">
                                        <p:cTn id="3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tmplLst>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22" grpId="0" animBg="1"/>
      <p:bldP spid="23" grpId="0" animBg="1"/>
      <p:bldP spid="24" grpId="0" animBg="1"/>
      <p:bldP spid="25" grpId="0" animBg="1"/>
      <p:bldP spid="26" grpId="0" animBg="1"/>
      <p:bldP spid="27"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aleri Foto 2">
    <p:spTree>
      <p:nvGrpSpPr>
        <p:cNvPr id="1" name=""/>
        <p:cNvGrpSpPr/>
        <p:nvPr/>
      </p:nvGrpSpPr>
      <p:grpSpPr>
        <a:xfrm>
          <a:off x="0" y="0"/>
          <a:ext cx="0" cy="0"/>
          <a:chOff x="0" y="0"/>
          <a:chExt cx="0" cy="0"/>
        </a:xfrm>
      </p:grpSpPr>
      <p:pic>
        <p:nvPicPr>
          <p:cNvPr id="6" name="Picture 6" descr="Geometrical Illustration">
            <a:extLst>
              <a:ext uri="{FF2B5EF4-FFF2-40B4-BE49-F238E27FC236}">
                <a16:creationId xmlns:a16="http://schemas.microsoft.com/office/drawing/2014/main" id="{9CB3D8DC-6618-467A-8E57-B02648A88DF5}"/>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DA6CCBA-701D-4F09-A7C0-E0BBEE9053FA}"/>
              </a:ext>
            </a:extLst>
          </p:cNvPr>
          <p:cNvSpPr/>
          <p:nvPr userDrawn="1"/>
        </p:nvSpPr>
        <p:spPr>
          <a:xfrm flipV="1">
            <a:off x="0" y="0"/>
            <a:ext cx="12192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540A18F7-645E-41A5-941F-E5F67144FC79}"/>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9594B641-3A39-4294-B1F0-1105B9957E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14FD5-FE95-414B-B4D6-B0335C450B04}"/>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13" name="Title 1">
            <a:extLst>
              <a:ext uri="{FF2B5EF4-FFF2-40B4-BE49-F238E27FC236}">
                <a16:creationId xmlns:a16="http://schemas.microsoft.com/office/drawing/2014/main" id="{BBCC136B-6ABB-4633-9FE9-0A8EC90904B4}"/>
              </a:ext>
            </a:extLst>
          </p:cNvPr>
          <p:cNvSpPr>
            <a:spLocks noGrp="1"/>
          </p:cNvSpPr>
          <p:nvPr userDrawn="1">
            <p:ph type="title" hasCustomPrompt="1"/>
          </p:nvPr>
        </p:nvSpPr>
        <p:spPr>
          <a:xfrm>
            <a:off x="735466" y="505767"/>
            <a:ext cx="10721068" cy="553998"/>
          </a:xfrm>
        </p:spPr>
        <p:txBody>
          <a:bodyPr lIns="0" tIns="0" rIns="0" bIns="0" anchor="t" anchorCtr="0">
            <a:normAutofit/>
          </a:bodyPr>
          <a:lstStyle>
            <a:lvl1pPr algn="ctr">
              <a:defRPr sz="4000">
                <a:solidFill>
                  <a:schemeClr val="accent1"/>
                </a:solidFill>
              </a:defRPr>
            </a:lvl1pPr>
          </a:lstStyle>
          <a:p>
            <a:r>
              <a:rPr lang="en-US"/>
              <a:t>Galeri Hasil Penelitian</a:t>
            </a:r>
          </a:p>
        </p:txBody>
      </p:sp>
      <p:sp>
        <p:nvSpPr>
          <p:cNvPr id="14" name="Text Placeholder 8">
            <a:extLst>
              <a:ext uri="{FF2B5EF4-FFF2-40B4-BE49-F238E27FC236}">
                <a16:creationId xmlns:a16="http://schemas.microsoft.com/office/drawing/2014/main" id="{82343113-03DF-4431-81F6-3EE1E2531F47}"/>
              </a:ext>
            </a:extLst>
          </p:cNvPr>
          <p:cNvSpPr>
            <a:spLocks noGrp="1"/>
          </p:cNvSpPr>
          <p:nvPr userDrawn="1">
            <p:ph type="body" sz="quarter" idx="14" hasCustomPrompt="1"/>
          </p:nvPr>
        </p:nvSpPr>
        <p:spPr>
          <a:xfrm>
            <a:off x="735467" y="1176814"/>
            <a:ext cx="10721067" cy="387798"/>
          </a:xfrm>
        </p:spPr>
        <p:txBody>
          <a:bodyPr lIns="0" tIns="0" rIns="0" bIns="0">
            <a:normAutofit/>
          </a:bodyPr>
          <a:lstStyle>
            <a:lvl1pPr algn="ctr">
              <a:buNone/>
              <a:defRPr sz="2800"/>
            </a:lvl1pPr>
            <a:lvl2pPr>
              <a:buNone/>
              <a:defRPr/>
            </a:lvl2pPr>
            <a:lvl3pPr>
              <a:buNone/>
              <a:defRPr/>
            </a:lvl3pPr>
            <a:lvl4pPr>
              <a:buNone/>
              <a:defRPr/>
            </a:lvl4pPr>
            <a:lvl5pPr>
              <a:buNone/>
              <a:defRPr/>
            </a:lvl5pPr>
          </a:lstStyle>
          <a:p>
            <a:pPr lvl="0"/>
            <a:r>
              <a:rPr lang="en-US"/>
              <a:t>Galeri Hasil Penelitian</a:t>
            </a:r>
          </a:p>
        </p:txBody>
      </p:sp>
      <p:sp>
        <p:nvSpPr>
          <p:cNvPr id="22" name="Picture Placeholder 15">
            <a:extLst>
              <a:ext uri="{FF2B5EF4-FFF2-40B4-BE49-F238E27FC236}">
                <a16:creationId xmlns:a16="http://schemas.microsoft.com/office/drawing/2014/main" id="{E62A231D-084D-4AAC-95B9-D25C9BE9AFBA}"/>
              </a:ext>
            </a:extLst>
          </p:cNvPr>
          <p:cNvSpPr>
            <a:spLocks noGrp="1"/>
          </p:cNvSpPr>
          <p:nvPr>
            <p:ph type="pic" sz="quarter" idx="15"/>
          </p:nvPr>
        </p:nvSpPr>
        <p:spPr>
          <a:xfrm>
            <a:off x="4305300" y="1787409"/>
            <a:ext cx="2133600" cy="2133600"/>
          </a:xfrm>
          <a:pattFill prst="pct5">
            <a:fgClr>
              <a:schemeClr val="accent1"/>
            </a:fgClr>
            <a:bgClr>
              <a:schemeClr val="bg1"/>
            </a:bgClr>
          </a:pattFill>
        </p:spPr>
        <p:txBody>
          <a:bodyPr anchor="ctr"/>
          <a:lstStyle>
            <a:lvl1pPr algn="ctr">
              <a:buNone/>
              <a:defRPr/>
            </a:lvl1pPr>
          </a:lstStyle>
          <a:p>
            <a:endParaRPr lang="en-US"/>
          </a:p>
        </p:txBody>
      </p:sp>
      <p:sp>
        <p:nvSpPr>
          <p:cNvPr id="15" name="Picture Placeholder 15">
            <a:extLst>
              <a:ext uri="{FF2B5EF4-FFF2-40B4-BE49-F238E27FC236}">
                <a16:creationId xmlns:a16="http://schemas.microsoft.com/office/drawing/2014/main" id="{80EE41B9-8EDF-432B-8417-9E0195C460BD}"/>
              </a:ext>
            </a:extLst>
          </p:cNvPr>
          <p:cNvSpPr>
            <a:spLocks noGrp="1"/>
          </p:cNvSpPr>
          <p:nvPr>
            <p:ph type="pic" sz="quarter" idx="16"/>
          </p:nvPr>
        </p:nvSpPr>
        <p:spPr>
          <a:xfrm>
            <a:off x="735466" y="1787408"/>
            <a:ext cx="3340301" cy="4453735"/>
          </a:xfrm>
          <a:pattFill prst="pct5">
            <a:fgClr>
              <a:schemeClr val="accent1"/>
            </a:fgClr>
            <a:bgClr>
              <a:schemeClr val="bg1"/>
            </a:bgClr>
          </a:pattFill>
        </p:spPr>
        <p:txBody>
          <a:bodyPr anchor="ctr"/>
          <a:lstStyle>
            <a:lvl1pPr algn="ctr">
              <a:buNone/>
              <a:defRPr/>
            </a:lvl1pPr>
          </a:lstStyle>
          <a:p>
            <a:endParaRPr lang="en-US"/>
          </a:p>
        </p:txBody>
      </p:sp>
      <p:sp>
        <p:nvSpPr>
          <p:cNvPr id="18" name="Picture Placeholder 15">
            <a:extLst>
              <a:ext uri="{FF2B5EF4-FFF2-40B4-BE49-F238E27FC236}">
                <a16:creationId xmlns:a16="http://schemas.microsoft.com/office/drawing/2014/main" id="{0B145F73-B4F6-49FF-BBA3-3599FE8DD5AD}"/>
              </a:ext>
            </a:extLst>
          </p:cNvPr>
          <p:cNvSpPr>
            <a:spLocks noGrp="1"/>
          </p:cNvSpPr>
          <p:nvPr>
            <p:ph type="pic" sz="quarter" idx="17"/>
          </p:nvPr>
        </p:nvSpPr>
        <p:spPr>
          <a:xfrm>
            <a:off x="4305300" y="4107544"/>
            <a:ext cx="2133600" cy="2133600"/>
          </a:xfrm>
          <a:pattFill prst="pct5">
            <a:fgClr>
              <a:schemeClr val="accent1"/>
            </a:fgClr>
            <a:bgClr>
              <a:schemeClr val="bg1"/>
            </a:bgClr>
          </a:pattFill>
        </p:spPr>
        <p:txBody>
          <a:bodyPr anchor="ctr"/>
          <a:lstStyle>
            <a:lvl1pPr algn="ctr">
              <a:buNone/>
              <a:defRPr/>
            </a:lvl1pPr>
          </a:lstStyle>
          <a:p>
            <a:endParaRPr lang="en-US"/>
          </a:p>
        </p:txBody>
      </p:sp>
      <p:sp>
        <p:nvSpPr>
          <p:cNvPr id="19" name="Text Placeholder 8">
            <a:extLst>
              <a:ext uri="{FF2B5EF4-FFF2-40B4-BE49-F238E27FC236}">
                <a16:creationId xmlns:a16="http://schemas.microsoft.com/office/drawing/2014/main" id="{4840031C-AC24-4728-8B85-F2DA82B2B59F}"/>
              </a:ext>
            </a:extLst>
          </p:cNvPr>
          <p:cNvSpPr>
            <a:spLocks noGrp="1"/>
          </p:cNvSpPr>
          <p:nvPr>
            <p:ph type="body" sz="quarter" idx="18" hasCustomPrompt="1"/>
          </p:nvPr>
        </p:nvSpPr>
        <p:spPr>
          <a:xfrm>
            <a:off x="6679319" y="1839409"/>
            <a:ext cx="4777215" cy="2081600"/>
          </a:xfrm>
        </p:spPr>
        <p:txBody>
          <a:bodyPr lIns="91440" tIns="45720" rIns="91440" bIns="45720">
            <a:normAutofit/>
          </a:bodyPr>
          <a:lstStyle>
            <a:lvl1pPr marL="0" indent="0" algn="l">
              <a:buNone/>
              <a:defRPr sz="3200"/>
            </a:lvl1pPr>
            <a:lvl2pPr>
              <a:buNone/>
              <a:defRPr/>
            </a:lvl2pPr>
            <a:lvl3pPr>
              <a:buNone/>
              <a:defRPr/>
            </a:lvl3pPr>
            <a:lvl4pPr>
              <a:buNone/>
              <a:defRPr/>
            </a:lvl4pPr>
            <a:lvl5pPr>
              <a:buNone/>
              <a:defRPr/>
            </a:lvl5pPr>
          </a:lstStyle>
          <a:p>
            <a:pPr lvl="0"/>
            <a:r>
              <a:rPr lang="en-US"/>
              <a:t>Deskripsikan secara umum gambar-gambar yang di tampilkan pada slide ini. Gunakan kalimat menarik. </a:t>
            </a:r>
          </a:p>
        </p:txBody>
      </p:sp>
      <p:sp>
        <p:nvSpPr>
          <p:cNvPr id="20" name="Picture Placeholder 15">
            <a:extLst>
              <a:ext uri="{FF2B5EF4-FFF2-40B4-BE49-F238E27FC236}">
                <a16:creationId xmlns:a16="http://schemas.microsoft.com/office/drawing/2014/main" id="{D067733F-AC92-47F2-BFC9-E38EEFB31F56}"/>
              </a:ext>
            </a:extLst>
          </p:cNvPr>
          <p:cNvSpPr>
            <a:spLocks noGrp="1"/>
          </p:cNvSpPr>
          <p:nvPr>
            <p:ph type="pic" sz="quarter" idx="19"/>
          </p:nvPr>
        </p:nvSpPr>
        <p:spPr>
          <a:xfrm>
            <a:off x="6679319" y="4107544"/>
            <a:ext cx="4777214" cy="2133599"/>
          </a:xfrm>
          <a:pattFill prst="pct5">
            <a:fgClr>
              <a:schemeClr val="accent1"/>
            </a:fgClr>
            <a:bgClr>
              <a:schemeClr val="bg1"/>
            </a:bgClr>
          </a:pattFill>
        </p:spPr>
        <p:txBody>
          <a:bodyPr anchor="ctr"/>
          <a:lstStyle>
            <a:lvl1pPr algn="ctr">
              <a:buNone/>
              <a:defRPr/>
            </a:lvl1pPr>
          </a:lstStyle>
          <a:p>
            <a:endParaRPr lang="en-US"/>
          </a:p>
        </p:txBody>
      </p:sp>
      <p:sp>
        <p:nvSpPr>
          <p:cNvPr id="2" name="Freeform: Shape 1">
            <a:extLst>
              <a:ext uri="{FF2B5EF4-FFF2-40B4-BE49-F238E27FC236}">
                <a16:creationId xmlns:a16="http://schemas.microsoft.com/office/drawing/2014/main" id="{4327B045-2D67-4DCD-BA73-C8F9D0F2E2E6}"/>
              </a:ext>
            </a:extLst>
          </p:cNvPr>
          <p:cNvSpPr/>
          <p:nvPr userDrawn="1"/>
        </p:nvSpPr>
        <p:spPr>
          <a:xfrm>
            <a:off x="6540252" y="1792904"/>
            <a:ext cx="571748" cy="488515"/>
          </a:xfrm>
          <a:custGeom>
            <a:avLst/>
            <a:gdLst/>
            <a:ahLst/>
            <a:cxnLst/>
            <a:rect l="l" t="t" r="r" b="b"/>
            <a:pathLst>
              <a:path w="1590689" h="1359122">
                <a:moveTo>
                  <a:pt x="1590689" y="0"/>
                </a:moveTo>
                <a:lnTo>
                  <a:pt x="1590689" y="306381"/>
                </a:lnTo>
                <a:cubicBezTo>
                  <a:pt x="1481437" y="330132"/>
                  <a:pt x="1403654" y="369320"/>
                  <a:pt x="1357340" y="423946"/>
                </a:cubicBezTo>
                <a:cubicBezTo>
                  <a:pt x="1311027" y="478572"/>
                  <a:pt x="1287870" y="556949"/>
                  <a:pt x="1287870" y="659076"/>
                </a:cubicBezTo>
                <a:lnTo>
                  <a:pt x="1590689" y="659076"/>
                </a:lnTo>
                <a:lnTo>
                  <a:pt x="1590689" y="1359122"/>
                </a:lnTo>
                <a:lnTo>
                  <a:pt x="897768" y="1359122"/>
                </a:lnTo>
                <a:lnTo>
                  <a:pt x="897768" y="685795"/>
                </a:lnTo>
                <a:cubicBezTo>
                  <a:pt x="897768" y="494604"/>
                  <a:pt x="957441" y="339632"/>
                  <a:pt x="1076788" y="220880"/>
                </a:cubicBezTo>
                <a:cubicBezTo>
                  <a:pt x="1196134" y="102127"/>
                  <a:pt x="1367434" y="28501"/>
                  <a:pt x="1590689" y="0"/>
                </a:cubicBezTo>
                <a:close/>
                <a:moveTo>
                  <a:pt x="692920" y="0"/>
                </a:moveTo>
                <a:lnTo>
                  <a:pt x="692920" y="306381"/>
                </a:lnTo>
                <a:cubicBezTo>
                  <a:pt x="583668" y="330132"/>
                  <a:pt x="505291" y="369320"/>
                  <a:pt x="457790" y="423946"/>
                </a:cubicBezTo>
                <a:cubicBezTo>
                  <a:pt x="410290" y="478572"/>
                  <a:pt x="386539" y="556949"/>
                  <a:pt x="386539" y="659076"/>
                </a:cubicBezTo>
                <a:lnTo>
                  <a:pt x="692920" y="659076"/>
                </a:lnTo>
                <a:lnTo>
                  <a:pt x="692920" y="1359122"/>
                </a:lnTo>
                <a:lnTo>
                  <a:pt x="0" y="1359122"/>
                </a:lnTo>
                <a:lnTo>
                  <a:pt x="0" y="685795"/>
                </a:lnTo>
                <a:cubicBezTo>
                  <a:pt x="0" y="494604"/>
                  <a:pt x="59970" y="339632"/>
                  <a:pt x="179910" y="220880"/>
                </a:cubicBezTo>
                <a:cubicBezTo>
                  <a:pt x="299850" y="102127"/>
                  <a:pt x="470853" y="28501"/>
                  <a:pt x="692920" y="0"/>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963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animEffect transition="in" filter="fade">
                                      <p:cBhvr>
                                        <p:cTn id="13" dur="500"/>
                                        <p:tgtEl>
                                          <p:spTgt spid="14">
                                            <p:txEl>
                                              <p:pRg st="0" end="0"/>
                                            </p:txEl>
                                          </p:spTgt>
                                        </p:tgtEl>
                                      </p:cBhvr>
                                    </p:animEffect>
                                  </p:childTnLst>
                                </p:cTn>
                              </p:par>
                              <p:par>
                                <p:cTn id="14" presetID="2" presetClass="entr" presetSubtype="2" decel="10000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1+#ppt_w/2"/>
                                          </p:val>
                                        </p:tav>
                                        <p:tav tm="100000">
                                          <p:val>
                                            <p:strVal val="#ppt_x"/>
                                          </p:val>
                                        </p:tav>
                                      </p:tavLst>
                                    </p:anim>
                                    <p:anim calcmode="lin" valueType="num">
                                      <p:cBhvr additive="base">
                                        <p:cTn id="17" dur="500" fill="hold"/>
                                        <p:tgtEl>
                                          <p:spTgt spid="15"/>
                                        </p:tgtEl>
                                        <p:attrNameLst>
                                          <p:attrName>ppt_y</p:attrName>
                                        </p:attrNameLst>
                                      </p:cBhvr>
                                      <p:tavLst>
                                        <p:tav tm="0">
                                          <p:val>
                                            <p:strVal val="#ppt_y"/>
                                          </p:val>
                                        </p:tav>
                                        <p:tav tm="100000">
                                          <p:val>
                                            <p:strVal val="#ppt_y"/>
                                          </p:val>
                                        </p:tav>
                                      </p:tavLst>
                                    </p:anim>
                                  </p:childTnLst>
                                </p:cTn>
                              </p:par>
                              <p:par>
                                <p:cTn id="18" presetID="2" presetClass="entr" presetSubtype="2" decel="100000" fill="hold" grpId="0" nodeType="withEffect">
                                  <p:stCondLst>
                                    <p:cond delay="10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500" fill="hold"/>
                                        <p:tgtEl>
                                          <p:spTgt spid="22"/>
                                        </p:tgtEl>
                                        <p:attrNameLst>
                                          <p:attrName>ppt_x</p:attrName>
                                        </p:attrNameLst>
                                      </p:cBhvr>
                                      <p:tavLst>
                                        <p:tav tm="0">
                                          <p:val>
                                            <p:strVal val="1+#ppt_w/2"/>
                                          </p:val>
                                        </p:tav>
                                        <p:tav tm="100000">
                                          <p:val>
                                            <p:strVal val="#ppt_x"/>
                                          </p:val>
                                        </p:tav>
                                      </p:tavLst>
                                    </p:anim>
                                    <p:anim calcmode="lin" valueType="num">
                                      <p:cBhvr additive="base">
                                        <p:cTn id="21" dur="500" fill="hold"/>
                                        <p:tgtEl>
                                          <p:spTgt spid="22"/>
                                        </p:tgtEl>
                                        <p:attrNameLst>
                                          <p:attrName>ppt_y</p:attrName>
                                        </p:attrNameLst>
                                      </p:cBhvr>
                                      <p:tavLst>
                                        <p:tav tm="0">
                                          <p:val>
                                            <p:strVal val="#ppt_y"/>
                                          </p:val>
                                        </p:tav>
                                        <p:tav tm="100000">
                                          <p:val>
                                            <p:strVal val="#ppt_y"/>
                                          </p:val>
                                        </p:tav>
                                      </p:tavLst>
                                    </p:anim>
                                  </p:childTnLst>
                                </p:cTn>
                              </p:par>
                              <p:par>
                                <p:cTn id="22" presetID="2" presetClass="entr" presetSubtype="2" decel="100000" fill="hold" grpId="0" nodeType="withEffect">
                                  <p:stCondLst>
                                    <p:cond delay="200"/>
                                  </p:stCondLst>
                                  <p:childTnLst>
                                    <p:set>
                                      <p:cBhvr>
                                        <p:cTn id="23" dur="1" fill="hold">
                                          <p:stCondLst>
                                            <p:cond delay="0"/>
                                          </p:stCondLst>
                                        </p:cTn>
                                        <p:tgtEl>
                                          <p:spTgt spid="18"/>
                                        </p:tgtEl>
                                        <p:attrNameLst>
                                          <p:attrName>style.visibility</p:attrName>
                                        </p:attrNameLst>
                                      </p:cBhvr>
                                      <p:to>
                                        <p:strVal val="visible"/>
                                      </p:to>
                                    </p:set>
                                    <p:anim calcmode="lin" valueType="num">
                                      <p:cBhvr additive="base">
                                        <p:cTn id="24" dur="500" fill="hold"/>
                                        <p:tgtEl>
                                          <p:spTgt spid="18"/>
                                        </p:tgtEl>
                                        <p:attrNameLst>
                                          <p:attrName>ppt_x</p:attrName>
                                        </p:attrNameLst>
                                      </p:cBhvr>
                                      <p:tavLst>
                                        <p:tav tm="0">
                                          <p:val>
                                            <p:strVal val="1+#ppt_w/2"/>
                                          </p:val>
                                        </p:tav>
                                        <p:tav tm="100000">
                                          <p:val>
                                            <p:strVal val="#ppt_x"/>
                                          </p:val>
                                        </p:tav>
                                      </p:tavLst>
                                    </p:anim>
                                    <p:anim calcmode="lin" valueType="num">
                                      <p:cBhvr additive="base">
                                        <p:cTn id="25" dur="500" fill="hold"/>
                                        <p:tgtEl>
                                          <p:spTgt spid="18"/>
                                        </p:tgtEl>
                                        <p:attrNameLst>
                                          <p:attrName>ppt_y</p:attrName>
                                        </p:attrNameLst>
                                      </p:cBhvr>
                                      <p:tavLst>
                                        <p:tav tm="0">
                                          <p:val>
                                            <p:strVal val="#ppt_y"/>
                                          </p:val>
                                        </p:tav>
                                        <p:tav tm="100000">
                                          <p:val>
                                            <p:strVal val="#ppt_y"/>
                                          </p:val>
                                        </p:tav>
                                      </p:tavLst>
                                    </p:anim>
                                  </p:childTnLst>
                                </p:cTn>
                              </p:par>
                              <p:par>
                                <p:cTn id="26" presetID="2" presetClass="entr" presetSubtype="2" decel="100000" fill="hold" grpId="0" nodeType="withEffect">
                                  <p:stCondLst>
                                    <p:cond delay="30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500" fill="hold"/>
                                        <p:tgtEl>
                                          <p:spTgt spid="20"/>
                                        </p:tgtEl>
                                        <p:attrNameLst>
                                          <p:attrName>ppt_x</p:attrName>
                                        </p:attrNameLst>
                                      </p:cBhvr>
                                      <p:tavLst>
                                        <p:tav tm="0">
                                          <p:val>
                                            <p:strVal val="1+#ppt_w/2"/>
                                          </p:val>
                                        </p:tav>
                                        <p:tav tm="100000">
                                          <p:val>
                                            <p:strVal val="#ppt_x"/>
                                          </p:val>
                                        </p:tav>
                                      </p:tavLst>
                                    </p:anim>
                                    <p:anim calcmode="lin" valueType="num">
                                      <p:cBhvr additive="base">
                                        <p:cTn id="29" dur="500" fill="hold"/>
                                        <p:tgtEl>
                                          <p:spTgt spid="20"/>
                                        </p:tgtEl>
                                        <p:attrNameLst>
                                          <p:attrName>ppt_y</p:attrName>
                                        </p:attrNameLst>
                                      </p:cBhvr>
                                      <p:tavLst>
                                        <p:tav tm="0">
                                          <p:val>
                                            <p:strVal val="#ppt_y"/>
                                          </p:val>
                                        </p:tav>
                                        <p:tav tm="100000">
                                          <p:val>
                                            <p:strVal val="#ppt_y"/>
                                          </p:val>
                                        </p:tav>
                                      </p:tavLst>
                                    </p:anim>
                                  </p:childTnLst>
                                </p:cTn>
                              </p:par>
                              <p:par>
                                <p:cTn id="30" presetID="2" presetClass="entr" presetSubtype="2" decel="100000" fill="hold" grpId="0" nodeType="withEffect">
                                  <p:stCondLst>
                                    <p:cond delay="400"/>
                                  </p:stCondLst>
                                  <p:childTnLst>
                                    <p:set>
                                      <p:cBhvr>
                                        <p:cTn id="31" dur="1" fill="hold">
                                          <p:stCondLst>
                                            <p:cond delay="0"/>
                                          </p:stCondLst>
                                        </p:cTn>
                                        <p:tgtEl>
                                          <p:spTgt spid="19">
                                            <p:txEl>
                                              <p:pRg st="0" end="0"/>
                                            </p:txEl>
                                          </p:spTgt>
                                        </p:tgtEl>
                                        <p:attrNameLst>
                                          <p:attrName>style.visibility</p:attrName>
                                        </p:attrNameLst>
                                      </p:cBhvr>
                                      <p:to>
                                        <p:strVal val="visible"/>
                                      </p:to>
                                    </p:set>
                                    <p:anim calcmode="lin" valueType="num">
                                      <p:cBhvr additive="base">
                                        <p:cTn id="32"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tmplLst>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22" grpId="0" animBg="1"/>
      <p:bldP spid="15" grpId="0" animBg="1"/>
      <p:bldP spid="18" grpId="0" animBg="1"/>
      <p:bldP spid="19" grpId="0" build="p">
        <p:tmplLst>
          <p:tmpl lvl="1">
            <p:tnLst>
              <p:par>
                <p:cTn presetID="2" presetClass="entr" presetSubtype="2" decel="100000" fill="hold" nodeType="withEffect">
                  <p:stCondLst>
                    <p:cond delay="40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animBg="1"/>
      <p:bldP spid="2"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Kesimpulan">
    <p:spTree>
      <p:nvGrpSpPr>
        <p:cNvPr id="1" name=""/>
        <p:cNvGrpSpPr/>
        <p:nvPr/>
      </p:nvGrpSpPr>
      <p:grpSpPr>
        <a:xfrm>
          <a:off x="0" y="0"/>
          <a:ext cx="0" cy="0"/>
          <a:chOff x="0" y="0"/>
          <a:chExt cx="0" cy="0"/>
        </a:xfrm>
      </p:grpSpPr>
      <p:pic>
        <p:nvPicPr>
          <p:cNvPr id="6" name="Picture 4" descr="white roof tiles">
            <a:extLst>
              <a:ext uri="{FF2B5EF4-FFF2-40B4-BE49-F238E27FC236}">
                <a16:creationId xmlns:a16="http://schemas.microsoft.com/office/drawing/2014/main" id="{6A85D888-DD38-4B02-B059-F68B2F899E4A}"/>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A61E201-D9BE-484A-9A5B-503ED426C1CB}"/>
              </a:ext>
            </a:extLst>
          </p:cNvPr>
          <p:cNvSpPr/>
          <p:nvPr userDrawn="1"/>
        </p:nvSpPr>
        <p:spPr>
          <a:xfrm>
            <a:off x="0" y="1"/>
            <a:ext cx="12192000" cy="6857999"/>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00D233D-483B-497F-AE73-B252DB6D81E0}"/>
              </a:ext>
            </a:extLst>
          </p:cNvPr>
          <p:cNvSpPr/>
          <p:nvPr userDrawn="1"/>
        </p:nvSpPr>
        <p:spPr>
          <a:xfrm>
            <a:off x="0" y="1"/>
            <a:ext cx="12192000" cy="6857999"/>
          </a:xfrm>
          <a:prstGeom prst="rect">
            <a:avLst/>
          </a:prstGeom>
          <a:gradFill flip="none" rotWithShape="1">
            <a:gsLst>
              <a:gs pos="0">
                <a:schemeClr val="bg1"/>
              </a:gs>
              <a:gs pos="41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60D7771-09B4-4427-BDF3-3ED5D891381F}"/>
              </a:ext>
            </a:extLst>
          </p:cNvPr>
          <p:cNvSpPr/>
          <p:nvPr userDrawn="1"/>
        </p:nvSpPr>
        <p:spPr>
          <a:xfrm rot="10800000">
            <a:off x="2279990" y="-256326"/>
            <a:ext cx="7637512" cy="1773031"/>
          </a:xfrm>
          <a:custGeom>
            <a:avLst/>
            <a:gdLst>
              <a:gd name="connsiteX0" fmla="*/ 7637512 w 7637512"/>
              <a:gd name="connsiteY0" fmla="*/ 1773031 h 1773031"/>
              <a:gd name="connsiteX1" fmla="*/ 0 w 7637512"/>
              <a:gd name="connsiteY1" fmla="*/ 1773031 h 1773031"/>
              <a:gd name="connsiteX2" fmla="*/ 116374 w 7637512"/>
              <a:gd name="connsiteY2" fmla="*/ 1638685 h 1773031"/>
              <a:gd name="connsiteX3" fmla="*/ 3818756 w 7637512"/>
              <a:gd name="connsiteY3" fmla="*/ 0 h 1773031"/>
              <a:gd name="connsiteX4" fmla="*/ 7521138 w 7637512"/>
              <a:gd name="connsiteY4" fmla="*/ 1638685 h 1773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7512" h="1773031">
                <a:moveTo>
                  <a:pt x="7637512" y="1773031"/>
                </a:moveTo>
                <a:lnTo>
                  <a:pt x="0" y="1773031"/>
                </a:lnTo>
                <a:lnTo>
                  <a:pt x="116374" y="1638685"/>
                </a:lnTo>
                <a:cubicBezTo>
                  <a:pt x="1031332" y="632006"/>
                  <a:pt x="2351238" y="0"/>
                  <a:pt x="3818756" y="0"/>
                </a:cubicBezTo>
                <a:cubicBezTo>
                  <a:pt x="5286274" y="0"/>
                  <a:pt x="6606179" y="632006"/>
                  <a:pt x="7521138" y="1638685"/>
                </a:cubicBez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95131B9-A836-4462-B820-DC26C899D413}"/>
              </a:ext>
            </a:extLst>
          </p:cNvPr>
          <p:cNvSpPr/>
          <p:nvPr/>
        </p:nvSpPr>
        <p:spPr>
          <a:xfrm rot="10800000">
            <a:off x="2002560" y="-256326"/>
            <a:ext cx="8192372" cy="1988237"/>
          </a:xfrm>
          <a:custGeom>
            <a:avLst/>
            <a:gdLst>
              <a:gd name="connsiteX0" fmla="*/ 8192372 w 8192372"/>
              <a:gd name="connsiteY0" fmla="*/ 1988237 h 1988237"/>
              <a:gd name="connsiteX1" fmla="*/ 0 w 8192372"/>
              <a:gd name="connsiteY1" fmla="*/ 1988237 h 1988237"/>
              <a:gd name="connsiteX2" fmla="*/ 70531 w 8192372"/>
              <a:gd name="connsiteY2" fmla="*/ 1898486 h 1988237"/>
              <a:gd name="connsiteX3" fmla="*/ 4096186 w 8192372"/>
              <a:gd name="connsiteY3" fmla="*/ 0 h 1988237"/>
              <a:gd name="connsiteX4" fmla="*/ 8121841 w 8192372"/>
              <a:gd name="connsiteY4" fmla="*/ 1898486 h 1988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2372" h="1988237">
                <a:moveTo>
                  <a:pt x="8192372" y="1988237"/>
                </a:moveTo>
                <a:lnTo>
                  <a:pt x="0" y="1988237"/>
                </a:lnTo>
                <a:lnTo>
                  <a:pt x="70531" y="1898486"/>
                </a:lnTo>
                <a:cubicBezTo>
                  <a:pt x="1027397" y="739033"/>
                  <a:pt x="2475486" y="0"/>
                  <a:pt x="4096186" y="0"/>
                </a:cubicBezTo>
                <a:cubicBezTo>
                  <a:pt x="5716886" y="0"/>
                  <a:pt x="7164975" y="739033"/>
                  <a:pt x="8121841" y="1898486"/>
                </a:cubicBezTo>
                <a:close/>
              </a:path>
            </a:pathLst>
          </a:custGeom>
          <a:noFill/>
          <a:ln w="19050">
            <a:solidFill>
              <a:schemeClr val="accent1">
                <a:alpha val="30196"/>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F56202E5-41CE-4BDB-B57B-E75013FD9195}"/>
              </a:ext>
            </a:extLst>
          </p:cNvPr>
          <p:cNvSpPr>
            <a:spLocks noGrp="1"/>
          </p:cNvSpPr>
          <p:nvPr userDrawn="1">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1F98438A-1BD9-4CEE-9923-E3B669CE893B}"/>
              </a:ext>
            </a:extLst>
          </p:cNvPr>
          <p:cNvSpPr>
            <a:spLocks noGrp="1"/>
          </p:cNvSpPr>
          <p:nvPr userDrawn="1">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A4D2A2-BD08-4B16-AF11-C4932F6FE871}"/>
              </a:ext>
            </a:extLst>
          </p:cNvPr>
          <p:cNvSpPr>
            <a:spLocks noGrp="1"/>
          </p:cNvSpPr>
          <p:nvPr userDrawn="1">
            <p:ph type="sldNum" sz="quarter" idx="12"/>
          </p:nvPr>
        </p:nvSpPr>
        <p:spPr/>
        <p:txBody>
          <a:bodyPr/>
          <a:lstStyle/>
          <a:p>
            <a:fld id="{4839939F-AE78-4021-9750-CF0C87105817}" type="slidenum">
              <a:rPr lang="en-US" smtClean="0"/>
              <a:t>‹#›</a:t>
            </a:fld>
            <a:endParaRPr lang="en-US"/>
          </a:p>
        </p:txBody>
      </p:sp>
      <p:sp>
        <p:nvSpPr>
          <p:cNvPr id="15" name="Title 1">
            <a:extLst>
              <a:ext uri="{FF2B5EF4-FFF2-40B4-BE49-F238E27FC236}">
                <a16:creationId xmlns:a16="http://schemas.microsoft.com/office/drawing/2014/main" id="{F33C35B1-95FA-4162-9DB7-F30EC94538F2}"/>
              </a:ext>
            </a:extLst>
          </p:cNvPr>
          <p:cNvSpPr>
            <a:spLocks noGrp="1"/>
          </p:cNvSpPr>
          <p:nvPr userDrawn="1">
            <p:ph type="title" hasCustomPrompt="1"/>
          </p:nvPr>
        </p:nvSpPr>
        <p:spPr>
          <a:xfrm>
            <a:off x="2834639" y="291576"/>
            <a:ext cx="6840025" cy="1107996"/>
          </a:xfrm>
        </p:spPr>
        <p:txBody>
          <a:bodyPr lIns="0" tIns="0" rIns="0" bIns="0" anchor="ctr" anchorCtr="0">
            <a:noAutofit/>
          </a:bodyPr>
          <a:lstStyle>
            <a:lvl1pPr algn="ctr">
              <a:defRPr sz="4000">
                <a:solidFill>
                  <a:schemeClr val="bg1"/>
                </a:solidFill>
              </a:defRPr>
            </a:lvl1pPr>
          </a:lstStyle>
          <a:p>
            <a:r>
              <a:rPr lang="en-US"/>
              <a:t>Kesimpulan</a:t>
            </a:r>
          </a:p>
        </p:txBody>
      </p:sp>
      <p:sp>
        <p:nvSpPr>
          <p:cNvPr id="16" name="Text Placeholder 19">
            <a:extLst>
              <a:ext uri="{FF2B5EF4-FFF2-40B4-BE49-F238E27FC236}">
                <a16:creationId xmlns:a16="http://schemas.microsoft.com/office/drawing/2014/main" id="{32A6669F-BB13-4296-AB9F-D17DE7944614}"/>
              </a:ext>
            </a:extLst>
          </p:cNvPr>
          <p:cNvSpPr>
            <a:spLocks noGrp="1"/>
          </p:cNvSpPr>
          <p:nvPr userDrawn="1">
            <p:ph type="body" sz="quarter" idx="14" hasCustomPrompt="1"/>
          </p:nvPr>
        </p:nvSpPr>
        <p:spPr>
          <a:xfrm>
            <a:off x="838200" y="2139922"/>
            <a:ext cx="10515600" cy="3262303"/>
          </a:xfrm>
        </p:spPr>
        <p:txBody>
          <a:bodyPr lIns="0" tIns="0" rIns="0" bIns="0">
            <a:normAutofit/>
          </a:bodyPr>
          <a:lstStyle>
            <a:lvl1pPr marL="0" indent="0" algn="ctr">
              <a:lnSpc>
                <a:spcPct val="120000"/>
              </a:lnSpc>
              <a:buFont typeface="Arial" panose="020B0604020202020204" pitchFamily="34" charset="0"/>
              <a:buNone/>
              <a:defRPr sz="3600" baseline="0">
                <a:latin typeface="Segoe UI" panose="020B0502040204020203" pitchFamily="34" charset="0"/>
                <a:cs typeface="Segoe UI" panose="020B0502040204020203"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“Simpan kesimpulan dari presentasi skripsi Anda di sini. Anda bisa menyimpan sampai 5 baris teks pada bagian ini. Berikan kontras pada kata atau kalimat tertentu agar lebih terlihat bahwa bagian tersebut penting dan perlu diperhatikan.”</a:t>
            </a:r>
          </a:p>
        </p:txBody>
      </p:sp>
      <p:sp>
        <p:nvSpPr>
          <p:cNvPr id="2" name="Freeform: Shape 1">
            <a:extLst>
              <a:ext uri="{FF2B5EF4-FFF2-40B4-BE49-F238E27FC236}">
                <a16:creationId xmlns:a16="http://schemas.microsoft.com/office/drawing/2014/main" id="{DEB51088-BB22-4F3C-88C8-F83214815F72}"/>
              </a:ext>
            </a:extLst>
          </p:cNvPr>
          <p:cNvSpPr/>
          <p:nvPr userDrawn="1"/>
        </p:nvSpPr>
        <p:spPr>
          <a:xfrm rot="16200000">
            <a:off x="5630454" y="5534531"/>
            <a:ext cx="931092" cy="175871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1"/>
          </a:solidFill>
          <a:ln w="261" cap="flat">
            <a:noFill/>
            <a:prstDash val="solid"/>
            <a:round/>
          </a:ln>
        </p:spPr>
        <p:txBody>
          <a:bodyPr rtlCol="0" anchor="ctr"/>
          <a:lstStyle/>
          <a:p>
            <a:endParaRPr lang="en-US"/>
          </a:p>
        </p:txBody>
      </p:sp>
    </p:spTree>
    <p:extLst>
      <p:ext uri="{BB962C8B-B14F-4D97-AF65-F5344CB8AC3E}">
        <p14:creationId xmlns:p14="http://schemas.microsoft.com/office/powerpoint/2010/main" val="166878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6">
                                            <p:txEl>
                                              <p:pRg st="0" end="0"/>
                                            </p:txEl>
                                          </p:spTgt>
                                        </p:tgtEl>
                                        <p:attrNameLst>
                                          <p:attrName>style.visibility</p:attrName>
                                        </p:attrNameLst>
                                      </p:cBhvr>
                                      <p:to>
                                        <p:strVal val="visible"/>
                                      </p:to>
                                    </p:set>
                                    <p:anim calcmode="lin" valueType="num">
                                      <p:cBhvr additive="base">
                                        <p:cTn id="19"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16" grpId="0" build="p">
        <p:tmplLst>
          <p:tmpl lvl="1">
            <p:tnLst>
              <p:par>
                <p:cTn presetID="2" presetClass="entr" presetSubtype="2" decel="100000" fill="hold" nodeType="withEffect">
                  <p:stCondLst>
                    <p:cond delay="7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2"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esimpulan Poin">
    <p:spTree>
      <p:nvGrpSpPr>
        <p:cNvPr id="1" name=""/>
        <p:cNvGrpSpPr/>
        <p:nvPr/>
      </p:nvGrpSpPr>
      <p:grpSpPr>
        <a:xfrm>
          <a:off x="0" y="0"/>
          <a:ext cx="0" cy="0"/>
          <a:chOff x="0" y="0"/>
          <a:chExt cx="0" cy="0"/>
        </a:xfrm>
      </p:grpSpPr>
      <p:pic>
        <p:nvPicPr>
          <p:cNvPr id="6" name="Picture 4" descr="white roof tiles">
            <a:extLst>
              <a:ext uri="{FF2B5EF4-FFF2-40B4-BE49-F238E27FC236}">
                <a16:creationId xmlns:a16="http://schemas.microsoft.com/office/drawing/2014/main" id="{6A85D888-DD38-4B02-B059-F68B2F899E4A}"/>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A61E201-D9BE-484A-9A5B-503ED426C1CB}"/>
              </a:ext>
            </a:extLst>
          </p:cNvPr>
          <p:cNvSpPr/>
          <p:nvPr userDrawn="1"/>
        </p:nvSpPr>
        <p:spPr>
          <a:xfrm>
            <a:off x="0" y="1"/>
            <a:ext cx="12192000" cy="6857999"/>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00D233D-483B-497F-AE73-B252DB6D81E0}"/>
              </a:ext>
            </a:extLst>
          </p:cNvPr>
          <p:cNvSpPr/>
          <p:nvPr userDrawn="1"/>
        </p:nvSpPr>
        <p:spPr>
          <a:xfrm>
            <a:off x="0" y="1"/>
            <a:ext cx="12192000" cy="6857999"/>
          </a:xfrm>
          <a:prstGeom prst="rect">
            <a:avLst/>
          </a:prstGeom>
          <a:gradFill flip="none" rotWithShape="1">
            <a:gsLst>
              <a:gs pos="0">
                <a:schemeClr val="bg1"/>
              </a:gs>
              <a:gs pos="41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60D7771-09B4-4427-BDF3-3ED5D891381F}"/>
              </a:ext>
            </a:extLst>
          </p:cNvPr>
          <p:cNvSpPr/>
          <p:nvPr userDrawn="1"/>
        </p:nvSpPr>
        <p:spPr>
          <a:xfrm rot="10800000">
            <a:off x="2279990" y="-256326"/>
            <a:ext cx="7637512" cy="1773031"/>
          </a:xfrm>
          <a:custGeom>
            <a:avLst/>
            <a:gdLst>
              <a:gd name="connsiteX0" fmla="*/ 7637512 w 7637512"/>
              <a:gd name="connsiteY0" fmla="*/ 1773031 h 1773031"/>
              <a:gd name="connsiteX1" fmla="*/ 0 w 7637512"/>
              <a:gd name="connsiteY1" fmla="*/ 1773031 h 1773031"/>
              <a:gd name="connsiteX2" fmla="*/ 116374 w 7637512"/>
              <a:gd name="connsiteY2" fmla="*/ 1638685 h 1773031"/>
              <a:gd name="connsiteX3" fmla="*/ 3818756 w 7637512"/>
              <a:gd name="connsiteY3" fmla="*/ 0 h 1773031"/>
              <a:gd name="connsiteX4" fmla="*/ 7521138 w 7637512"/>
              <a:gd name="connsiteY4" fmla="*/ 1638685 h 1773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37512" h="1773031">
                <a:moveTo>
                  <a:pt x="7637512" y="1773031"/>
                </a:moveTo>
                <a:lnTo>
                  <a:pt x="0" y="1773031"/>
                </a:lnTo>
                <a:lnTo>
                  <a:pt x="116374" y="1638685"/>
                </a:lnTo>
                <a:cubicBezTo>
                  <a:pt x="1031332" y="632006"/>
                  <a:pt x="2351238" y="0"/>
                  <a:pt x="3818756" y="0"/>
                </a:cubicBezTo>
                <a:cubicBezTo>
                  <a:pt x="5286274" y="0"/>
                  <a:pt x="6606179" y="632006"/>
                  <a:pt x="7521138" y="1638685"/>
                </a:cubicBez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95131B9-A836-4462-B820-DC26C899D413}"/>
              </a:ext>
            </a:extLst>
          </p:cNvPr>
          <p:cNvSpPr/>
          <p:nvPr/>
        </p:nvSpPr>
        <p:spPr>
          <a:xfrm rot="10800000">
            <a:off x="2002560" y="-256326"/>
            <a:ext cx="8192372" cy="1988237"/>
          </a:xfrm>
          <a:custGeom>
            <a:avLst/>
            <a:gdLst>
              <a:gd name="connsiteX0" fmla="*/ 8192372 w 8192372"/>
              <a:gd name="connsiteY0" fmla="*/ 1988237 h 1988237"/>
              <a:gd name="connsiteX1" fmla="*/ 0 w 8192372"/>
              <a:gd name="connsiteY1" fmla="*/ 1988237 h 1988237"/>
              <a:gd name="connsiteX2" fmla="*/ 70531 w 8192372"/>
              <a:gd name="connsiteY2" fmla="*/ 1898486 h 1988237"/>
              <a:gd name="connsiteX3" fmla="*/ 4096186 w 8192372"/>
              <a:gd name="connsiteY3" fmla="*/ 0 h 1988237"/>
              <a:gd name="connsiteX4" fmla="*/ 8121841 w 8192372"/>
              <a:gd name="connsiteY4" fmla="*/ 1898486 h 1988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2372" h="1988237">
                <a:moveTo>
                  <a:pt x="8192372" y="1988237"/>
                </a:moveTo>
                <a:lnTo>
                  <a:pt x="0" y="1988237"/>
                </a:lnTo>
                <a:lnTo>
                  <a:pt x="70531" y="1898486"/>
                </a:lnTo>
                <a:cubicBezTo>
                  <a:pt x="1027397" y="739033"/>
                  <a:pt x="2475486" y="0"/>
                  <a:pt x="4096186" y="0"/>
                </a:cubicBezTo>
                <a:cubicBezTo>
                  <a:pt x="5716886" y="0"/>
                  <a:pt x="7164975" y="739033"/>
                  <a:pt x="8121841" y="1898486"/>
                </a:cubicBezTo>
                <a:close/>
              </a:path>
            </a:pathLst>
          </a:custGeom>
          <a:noFill/>
          <a:ln w="19050">
            <a:solidFill>
              <a:schemeClr val="accent1">
                <a:alpha val="30196"/>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F56202E5-41CE-4BDB-B57B-E75013FD9195}"/>
              </a:ext>
            </a:extLst>
          </p:cNvPr>
          <p:cNvSpPr>
            <a:spLocks noGrp="1"/>
          </p:cNvSpPr>
          <p:nvPr userDrawn="1">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1F98438A-1BD9-4CEE-9923-E3B669CE893B}"/>
              </a:ext>
            </a:extLst>
          </p:cNvPr>
          <p:cNvSpPr>
            <a:spLocks noGrp="1"/>
          </p:cNvSpPr>
          <p:nvPr userDrawn="1">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A4D2A2-BD08-4B16-AF11-C4932F6FE871}"/>
              </a:ext>
            </a:extLst>
          </p:cNvPr>
          <p:cNvSpPr>
            <a:spLocks noGrp="1"/>
          </p:cNvSpPr>
          <p:nvPr userDrawn="1">
            <p:ph type="sldNum" sz="quarter" idx="12"/>
          </p:nvPr>
        </p:nvSpPr>
        <p:spPr/>
        <p:txBody>
          <a:bodyPr/>
          <a:lstStyle/>
          <a:p>
            <a:fld id="{4839939F-AE78-4021-9750-CF0C87105817}" type="slidenum">
              <a:rPr lang="en-US" smtClean="0"/>
              <a:t>‹#›</a:t>
            </a:fld>
            <a:endParaRPr lang="en-US"/>
          </a:p>
        </p:txBody>
      </p:sp>
      <p:sp>
        <p:nvSpPr>
          <p:cNvPr id="15" name="Title 1">
            <a:extLst>
              <a:ext uri="{FF2B5EF4-FFF2-40B4-BE49-F238E27FC236}">
                <a16:creationId xmlns:a16="http://schemas.microsoft.com/office/drawing/2014/main" id="{F33C35B1-95FA-4162-9DB7-F30EC94538F2}"/>
              </a:ext>
            </a:extLst>
          </p:cNvPr>
          <p:cNvSpPr>
            <a:spLocks noGrp="1"/>
          </p:cNvSpPr>
          <p:nvPr userDrawn="1">
            <p:ph type="title" hasCustomPrompt="1"/>
          </p:nvPr>
        </p:nvSpPr>
        <p:spPr>
          <a:xfrm>
            <a:off x="2834639" y="291576"/>
            <a:ext cx="6840025" cy="1107996"/>
          </a:xfrm>
        </p:spPr>
        <p:txBody>
          <a:bodyPr lIns="0" tIns="0" rIns="0" bIns="0" anchor="ctr" anchorCtr="0">
            <a:noAutofit/>
          </a:bodyPr>
          <a:lstStyle>
            <a:lvl1pPr algn="ctr">
              <a:defRPr sz="4000">
                <a:solidFill>
                  <a:schemeClr val="bg1"/>
                </a:solidFill>
              </a:defRPr>
            </a:lvl1pPr>
          </a:lstStyle>
          <a:p>
            <a:r>
              <a:rPr lang="en-US"/>
              <a:t>Kesimpulan</a:t>
            </a:r>
          </a:p>
        </p:txBody>
      </p:sp>
      <p:sp>
        <p:nvSpPr>
          <p:cNvPr id="16" name="Text Placeholder 19">
            <a:extLst>
              <a:ext uri="{FF2B5EF4-FFF2-40B4-BE49-F238E27FC236}">
                <a16:creationId xmlns:a16="http://schemas.microsoft.com/office/drawing/2014/main" id="{32A6669F-BB13-4296-AB9F-D17DE7944614}"/>
              </a:ext>
            </a:extLst>
          </p:cNvPr>
          <p:cNvSpPr>
            <a:spLocks noGrp="1"/>
          </p:cNvSpPr>
          <p:nvPr userDrawn="1">
            <p:ph type="body" sz="quarter" idx="14" hasCustomPrompt="1"/>
          </p:nvPr>
        </p:nvSpPr>
        <p:spPr>
          <a:xfrm>
            <a:off x="838200" y="2139922"/>
            <a:ext cx="10515600" cy="3567387"/>
          </a:xfrm>
        </p:spPr>
        <p:txBody>
          <a:bodyPr lIns="0" tIns="0" rIns="0" bIns="0">
            <a:spAutoFit/>
          </a:bodyPr>
          <a:lstStyle>
            <a:lvl1pPr marL="571500" indent="-571500">
              <a:lnSpc>
                <a:spcPct val="120000"/>
              </a:lnSpc>
              <a:buFont typeface="Wingdings" panose="05000000000000000000" pitchFamily="2" charset="2"/>
              <a:buChar char="ü"/>
              <a:defRPr sz="2800" baseline="0">
                <a:latin typeface="Segoe UI" panose="020B0502040204020203" pitchFamily="34" charset="0"/>
                <a:cs typeface="Segoe UI" panose="020B0502040204020203" pitchFamily="34" charset="0"/>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Simpan kesimpulan dari presentasi skripsi Anda di sini. </a:t>
            </a:r>
            <a:endParaRPr lang="en-AI"/>
          </a:p>
          <a:p>
            <a:pPr lvl="0"/>
            <a:r>
              <a:rPr lang="en-US"/>
              <a:t>Anda bisa menyimpan sampai </a:t>
            </a:r>
            <a:r>
              <a:rPr lang="en-AI"/>
              <a:t>4-5 </a:t>
            </a:r>
            <a:r>
              <a:rPr lang="en-US"/>
              <a:t>baris teks pada bagian ini. </a:t>
            </a:r>
            <a:endParaRPr lang="en-AI"/>
          </a:p>
          <a:p>
            <a:pPr lvl="0"/>
            <a:r>
              <a:rPr lang="en-US"/>
              <a:t>Berikan kontras pada kata atau kalimat tertentu agar lebih terlihat bahwa bagian tersebut penting dan perlu diperhatikan.</a:t>
            </a:r>
            <a:endParaRPr lang="en-AI"/>
          </a:p>
          <a:p>
            <a:pPr lvl="0"/>
            <a:r>
              <a:rPr lang="en-AI"/>
              <a:t>Gunakan kalimat efektif agar lebih mudah untuk dipahami.</a:t>
            </a:r>
          </a:p>
          <a:p>
            <a:pPr lvl="0"/>
            <a:r>
              <a:rPr lang="en-AI"/>
              <a:t>Poin terakhir dari kesimpulan</a:t>
            </a:r>
            <a:endParaRPr lang="en-US"/>
          </a:p>
        </p:txBody>
      </p:sp>
      <p:sp>
        <p:nvSpPr>
          <p:cNvPr id="2" name="Freeform: Shape 1">
            <a:extLst>
              <a:ext uri="{FF2B5EF4-FFF2-40B4-BE49-F238E27FC236}">
                <a16:creationId xmlns:a16="http://schemas.microsoft.com/office/drawing/2014/main" id="{DEB51088-BB22-4F3C-88C8-F83214815F72}"/>
              </a:ext>
            </a:extLst>
          </p:cNvPr>
          <p:cNvSpPr/>
          <p:nvPr userDrawn="1"/>
        </p:nvSpPr>
        <p:spPr>
          <a:xfrm rot="16200000">
            <a:off x="5630454" y="5534531"/>
            <a:ext cx="931092" cy="175871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1"/>
          </a:solidFill>
          <a:ln w="261" cap="flat">
            <a:noFill/>
            <a:prstDash val="solid"/>
            <a:round/>
          </a:ln>
        </p:spPr>
        <p:txBody>
          <a:bodyPr rtlCol="0" anchor="ctr"/>
          <a:lstStyle/>
          <a:p>
            <a:endParaRPr lang="en-US"/>
          </a:p>
        </p:txBody>
      </p:sp>
    </p:spTree>
    <p:extLst>
      <p:ext uri="{BB962C8B-B14F-4D97-AF65-F5344CB8AC3E}">
        <p14:creationId xmlns:p14="http://schemas.microsoft.com/office/powerpoint/2010/main" val="2843404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6">
                                            <p:txEl>
                                              <p:pRg st="0" end="0"/>
                                            </p:txEl>
                                          </p:spTgt>
                                        </p:tgtEl>
                                        <p:attrNameLst>
                                          <p:attrName>style.visibility</p:attrName>
                                        </p:attrNameLst>
                                      </p:cBhvr>
                                      <p:to>
                                        <p:strVal val="visible"/>
                                      </p:to>
                                    </p:set>
                                    <p:anim calcmode="lin" valueType="num">
                                      <p:cBhvr additive="base">
                                        <p:cTn id="19"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750"/>
                                  </p:stCondLst>
                                  <p:childTnLst>
                                    <p:set>
                                      <p:cBhvr>
                                        <p:cTn id="22" dur="1" fill="hold">
                                          <p:stCondLst>
                                            <p:cond delay="0"/>
                                          </p:stCondLst>
                                        </p:cTn>
                                        <p:tgtEl>
                                          <p:spTgt spid="16">
                                            <p:txEl>
                                              <p:pRg st="1" end="1"/>
                                            </p:txEl>
                                          </p:spTgt>
                                        </p:tgtEl>
                                        <p:attrNameLst>
                                          <p:attrName>style.visibility</p:attrName>
                                        </p:attrNameLst>
                                      </p:cBhvr>
                                      <p:to>
                                        <p:strVal val="visible"/>
                                      </p:to>
                                    </p:set>
                                    <p:anim calcmode="lin" valueType="num">
                                      <p:cBhvr additive="base">
                                        <p:cTn id="23" dur="500" fill="hold"/>
                                        <p:tgtEl>
                                          <p:spTgt spid="16">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
                                            <p:txEl>
                                              <p:pRg st="1" end="1"/>
                                            </p:txEl>
                                          </p:spTgt>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750"/>
                                  </p:stCondLst>
                                  <p:childTnLst>
                                    <p:set>
                                      <p:cBhvr>
                                        <p:cTn id="26" dur="1" fill="hold">
                                          <p:stCondLst>
                                            <p:cond delay="0"/>
                                          </p:stCondLst>
                                        </p:cTn>
                                        <p:tgtEl>
                                          <p:spTgt spid="16">
                                            <p:txEl>
                                              <p:pRg st="2" end="2"/>
                                            </p:txEl>
                                          </p:spTgt>
                                        </p:tgtEl>
                                        <p:attrNameLst>
                                          <p:attrName>style.visibility</p:attrName>
                                        </p:attrNameLst>
                                      </p:cBhvr>
                                      <p:to>
                                        <p:strVal val="visible"/>
                                      </p:to>
                                    </p:set>
                                    <p:anim calcmode="lin" valueType="num">
                                      <p:cBhvr additive="base">
                                        <p:cTn id="27" dur="500" fill="hold"/>
                                        <p:tgtEl>
                                          <p:spTgt spid="16">
                                            <p:txEl>
                                              <p:pRg st="2" end="2"/>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
                                            <p:txEl>
                                              <p:pRg st="2" end="2"/>
                                            </p:txEl>
                                          </p:spTgt>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750"/>
                                  </p:stCondLst>
                                  <p:childTnLst>
                                    <p:set>
                                      <p:cBhvr>
                                        <p:cTn id="30" dur="1" fill="hold">
                                          <p:stCondLst>
                                            <p:cond delay="0"/>
                                          </p:stCondLst>
                                        </p:cTn>
                                        <p:tgtEl>
                                          <p:spTgt spid="16">
                                            <p:txEl>
                                              <p:pRg st="3" end="3"/>
                                            </p:txEl>
                                          </p:spTgt>
                                        </p:tgtEl>
                                        <p:attrNameLst>
                                          <p:attrName>style.visibility</p:attrName>
                                        </p:attrNameLst>
                                      </p:cBhvr>
                                      <p:to>
                                        <p:strVal val="visible"/>
                                      </p:to>
                                    </p:set>
                                    <p:anim calcmode="lin" valueType="num">
                                      <p:cBhvr additive="base">
                                        <p:cTn id="31" dur="500" fill="hold"/>
                                        <p:tgtEl>
                                          <p:spTgt spid="16">
                                            <p:txEl>
                                              <p:pRg st="3" end="3"/>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
                                            <p:txEl>
                                              <p:pRg st="3" end="3"/>
                                            </p:txEl>
                                          </p:spTgt>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750"/>
                                  </p:stCondLst>
                                  <p:childTnLst>
                                    <p:set>
                                      <p:cBhvr>
                                        <p:cTn id="34" dur="1" fill="hold">
                                          <p:stCondLst>
                                            <p:cond delay="0"/>
                                          </p:stCondLst>
                                        </p:cTn>
                                        <p:tgtEl>
                                          <p:spTgt spid="16">
                                            <p:txEl>
                                              <p:pRg st="4" end="4"/>
                                            </p:txEl>
                                          </p:spTgt>
                                        </p:tgtEl>
                                        <p:attrNameLst>
                                          <p:attrName>style.visibility</p:attrName>
                                        </p:attrNameLst>
                                      </p:cBhvr>
                                      <p:to>
                                        <p:strVal val="visible"/>
                                      </p:to>
                                    </p:set>
                                    <p:anim calcmode="lin" valueType="num">
                                      <p:cBhvr additive="base">
                                        <p:cTn id="35" dur="500" fill="hold"/>
                                        <p:tgtEl>
                                          <p:spTgt spid="16">
                                            <p:txEl>
                                              <p:pRg st="4" end="4"/>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16" grpId="0" build="p">
        <p:tmplLst>
          <p:tmpl lvl="1">
            <p:tnLst>
              <p:par>
                <p:cTn presetID="2" presetClass="entr" presetSubtype="2" decel="100000" fill="hold" nodeType="withEffect">
                  <p:stCondLst>
                    <p:cond delay="7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2"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rima Kasih 1">
    <p:spTree>
      <p:nvGrpSpPr>
        <p:cNvPr id="1" name=""/>
        <p:cNvGrpSpPr/>
        <p:nvPr/>
      </p:nvGrpSpPr>
      <p:grpSpPr>
        <a:xfrm>
          <a:off x="0" y="0"/>
          <a:ext cx="0" cy="0"/>
          <a:chOff x="0" y="0"/>
          <a:chExt cx="0" cy="0"/>
        </a:xfrm>
      </p:grpSpPr>
      <p:pic>
        <p:nvPicPr>
          <p:cNvPr id="21" name="Picture 4" descr="white roof tiles">
            <a:extLst>
              <a:ext uri="{FF2B5EF4-FFF2-40B4-BE49-F238E27FC236}">
                <a16:creationId xmlns:a16="http://schemas.microsoft.com/office/drawing/2014/main" id="{B529A783-2CB9-4123-8471-0BE783CD9862}"/>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1AF3288C-3282-48D5-A16F-B923C24344A2}"/>
              </a:ext>
            </a:extLst>
          </p:cNvPr>
          <p:cNvSpPr/>
          <p:nvPr userDrawn="1"/>
        </p:nvSpPr>
        <p:spPr>
          <a:xfrm>
            <a:off x="0" y="1"/>
            <a:ext cx="12192000" cy="6857999"/>
          </a:xfrm>
          <a:prstGeom prst="rect">
            <a:avLst/>
          </a:prstGeom>
          <a:gradFill flip="none" rotWithShape="1">
            <a:gsLst>
              <a:gs pos="0">
                <a:schemeClr val="bg1"/>
              </a:gs>
              <a:gs pos="41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CE8D5EE-453D-45AE-8825-AC1EB84BFB15}"/>
              </a:ext>
            </a:extLst>
          </p:cNvPr>
          <p:cNvSpPr/>
          <p:nvPr userDrawn="1"/>
        </p:nvSpPr>
        <p:spPr>
          <a:xfrm>
            <a:off x="0" y="1"/>
            <a:ext cx="12192000" cy="6857999"/>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FF5AB6-D678-4066-B751-311D206DA0D5}"/>
              </a:ext>
            </a:extLst>
          </p:cNvPr>
          <p:cNvSpPr>
            <a:spLocks noGrp="1"/>
          </p:cNvSpPr>
          <p:nvPr>
            <p:ph type="title" hasCustomPrompt="1"/>
          </p:nvPr>
        </p:nvSpPr>
        <p:spPr>
          <a:xfrm>
            <a:off x="838200" y="2657845"/>
            <a:ext cx="10515600" cy="830997"/>
          </a:xfrm>
        </p:spPr>
        <p:txBody>
          <a:bodyPr lIns="0" tIns="0" rIns="0" bIns="0">
            <a:normAutofit/>
          </a:bodyPr>
          <a:lstStyle>
            <a:lvl1pPr algn="ctr">
              <a:defRPr sz="600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Terima Kasih</a:t>
            </a:r>
          </a:p>
        </p:txBody>
      </p:sp>
      <p:sp>
        <p:nvSpPr>
          <p:cNvPr id="3" name="Date Placeholder 2">
            <a:extLst>
              <a:ext uri="{FF2B5EF4-FFF2-40B4-BE49-F238E27FC236}">
                <a16:creationId xmlns:a16="http://schemas.microsoft.com/office/drawing/2014/main" id="{31FCBDC3-CDF9-439E-AFDB-9AD1F174170C}"/>
              </a:ext>
            </a:extLst>
          </p:cNvPr>
          <p:cNvSpPr>
            <a:spLocks noGrp="1"/>
          </p:cNvSpPr>
          <p:nvPr userDrawn="1">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B85A701E-3556-48F0-8A4D-3134B6D360E7}"/>
              </a:ext>
            </a:extLst>
          </p:cNvPr>
          <p:cNvSpPr>
            <a:spLocks noGrp="1"/>
          </p:cNvSpPr>
          <p:nvPr userDrawn="1">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D8023-A731-4B93-933B-39DA3143EFBD}"/>
              </a:ext>
            </a:extLst>
          </p:cNvPr>
          <p:cNvSpPr>
            <a:spLocks noGrp="1"/>
          </p:cNvSpPr>
          <p:nvPr userDrawn="1">
            <p:ph type="sldNum" sz="quarter" idx="12"/>
          </p:nvPr>
        </p:nvSpPr>
        <p:spPr/>
        <p:txBody>
          <a:bodyPr/>
          <a:lstStyle/>
          <a:p>
            <a:fld id="{4839939F-AE78-4021-9750-CF0C87105817}" type="slidenum">
              <a:rPr lang="en-US" smtClean="0"/>
              <a:t>‹#›</a:t>
            </a:fld>
            <a:endParaRPr lang="en-US"/>
          </a:p>
        </p:txBody>
      </p:sp>
      <p:sp>
        <p:nvSpPr>
          <p:cNvPr id="34" name="Freeform: Shape 33">
            <a:extLst>
              <a:ext uri="{FF2B5EF4-FFF2-40B4-BE49-F238E27FC236}">
                <a16:creationId xmlns:a16="http://schemas.microsoft.com/office/drawing/2014/main" id="{2DAC1D09-5187-48A1-9B99-FC90A6FF3759}"/>
              </a:ext>
            </a:extLst>
          </p:cNvPr>
          <p:cNvSpPr/>
          <p:nvPr userDrawn="1"/>
        </p:nvSpPr>
        <p:spPr>
          <a:xfrm rot="5400000">
            <a:off x="5835537" y="-231517"/>
            <a:ext cx="520926" cy="98396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1"/>
          </a:solidFill>
          <a:ln w="261" cap="flat">
            <a:noFill/>
            <a:prstDash val="solid"/>
            <a:round/>
          </a:ln>
        </p:spPr>
        <p:txBody>
          <a:bodyPr rtlCol="0" anchor="ctr"/>
          <a:lstStyle/>
          <a:p>
            <a:endParaRPr lang="en-US"/>
          </a:p>
        </p:txBody>
      </p:sp>
      <p:sp>
        <p:nvSpPr>
          <p:cNvPr id="6" name="Oval 5">
            <a:extLst>
              <a:ext uri="{FF2B5EF4-FFF2-40B4-BE49-F238E27FC236}">
                <a16:creationId xmlns:a16="http://schemas.microsoft.com/office/drawing/2014/main" id="{1F81BA33-1927-4529-9045-E5F4D9FEFE8D}"/>
              </a:ext>
            </a:extLst>
          </p:cNvPr>
          <p:cNvSpPr/>
          <p:nvPr userDrawn="1"/>
        </p:nvSpPr>
        <p:spPr>
          <a:xfrm>
            <a:off x="3124153" y="457155"/>
            <a:ext cx="5943695" cy="5943691"/>
          </a:xfrm>
          <a:prstGeom prst="ellipse">
            <a:avLst/>
          </a:prstGeom>
          <a:noFill/>
          <a:ln w="19050">
            <a:solidFill>
              <a:schemeClr val="accent1">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6001190-60D5-4D27-AD87-12D6013B4BE4}"/>
              </a:ext>
            </a:extLst>
          </p:cNvPr>
          <p:cNvSpPr/>
          <p:nvPr userDrawn="1"/>
        </p:nvSpPr>
        <p:spPr>
          <a:xfrm>
            <a:off x="2408594" y="-258402"/>
            <a:ext cx="7374812" cy="7374804"/>
          </a:xfrm>
          <a:prstGeom prst="ellipse">
            <a:avLst/>
          </a:prstGeom>
          <a:noFill/>
          <a:ln w="19050">
            <a:solidFill>
              <a:schemeClr val="accent1">
                <a:alpha val="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EDE3998-3CDA-4AE6-8D62-00F07C6C6E7B}"/>
              </a:ext>
            </a:extLst>
          </p:cNvPr>
          <p:cNvSpPr/>
          <p:nvPr userDrawn="1"/>
        </p:nvSpPr>
        <p:spPr>
          <a:xfrm>
            <a:off x="3657600" y="990601"/>
            <a:ext cx="4876802" cy="4876798"/>
          </a:xfrm>
          <a:prstGeom prst="ellipse">
            <a:avLst/>
          </a:prstGeom>
          <a:noFill/>
          <a:ln w="19050">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F7A5F42-74D0-43C0-9AE7-268F286AFB7A}"/>
              </a:ext>
            </a:extLst>
          </p:cNvPr>
          <p:cNvSpPr/>
          <p:nvPr userDrawn="1"/>
        </p:nvSpPr>
        <p:spPr>
          <a:xfrm rot="16200000">
            <a:off x="5630454" y="5534531"/>
            <a:ext cx="931092" cy="175871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1"/>
          </a:solidFill>
          <a:ln w="261" cap="flat">
            <a:noFill/>
            <a:prstDash val="solid"/>
            <a:round/>
          </a:ln>
        </p:spPr>
        <p:txBody>
          <a:bodyPr rtlCol="0" anchor="ctr"/>
          <a:lstStyle/>
          <a:p>
            <a:endParaRPr lang="en-US"/>
          </a:p>
        </p:txBody>
      </p:sp>
      <p:sp>
        <p:nvSpPr>
          <p:cNvPr id="14" name="Text Placeholder 8">
            <a:extLst>
              <a:ext uri="{FF2B5EF4-FFF2-40B4-BE49-F238E27FC236}">
                <a16:creationId xmlns:a16="http://schemas.microsoft.com/office/drawing/2014/main" id="{8D976B49-27DF-44E8-BA92-A73F158D82B0}"/>
              </a:ext>
            </a:extLst>
          </p:cNvPr>
          <p:cNvSpPr>
            <a:spLocks noGrp="1"/>
          </p:cNvSpPr>
          <p:nvPr>
            <p:ph type="body" sz="quarter" idx="17" hasCustomPrompt="1"/>
          </p:nvPr>
        </p:nvSpPr>
        <p:spPr>
          <a:xfrm>
            <a:off x="838200" y="3649636"/>
            <a:ext cx="10515600" cy="1065869"/>
          </a:xfrm>
        </p:spPr>
        <p:txBody>
          <a:bodyPr>
            <a:normAutofit/>
          </a:bodyPr>
          <a:lstStyle>
            <a:lvl1pPr marL="0" indent="0" algn="ctr">
              <a:lnSpc>
                <a:spcPct val="120000"/>
              </a:lnSpc>
              <a:buNone/>
              <a:defRPr sz="2400">
                <a:solidFill>
                  <a:schemeClr val="tx1">
                    <a:lumMod val="95000"/>
                    <a:lumOff val="5000"/>
                  </a:schemeClr>
                </a:solidFill>
              </a:defRPr>
            </a:lvl1pPr>
          </a:lstStyle>
          <a:p>
            <a:r>
              <a:rPr lang="en-US"/>
              <a:t>Demikian presentasi yang bisa di sampaikan. </a:t>
            </a:r>
          </a:p>
          <a:p>
            <a:r>
              <a:rPr lang="en-US"/>
              <a:t>Mohon maaf bila ada kesalahan.</a:t>
            </a:r>
          </a:p>
        </p:txBody>
      </p:sp>
    </p:spTree>
    <p:extLst>
      <p:ext uri="{BB962C8B-B14F-4D97-AF65-F5344CB8AC3E}">
        <p14:creationId xmlns:p14="http://schemas.microsoft.com/office/powerpoint/2010/main" val="40235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2" presetClass="entr" presetSubtype="1" decel="10000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additive="base">
                                        <p:cTn id="12" dur="500" fill="hold"/>
                                        <p:tgtEl>
                                          <p:spTgt spid="34"/>
                                        </p:tgtEl>
                                        <p:attrNameLst>
                                          <p:attrName>ppt_x</p:attrName>
                                        </p:attrNameLst>
                                      </p:cBhvr>
                                      <p:tavLst>
                                        <p:tav tm="0">
                                          <p:val>
                                            <p:strVal val="#ppt_x"/>
                                          </p:val>
                                        </p:tav>
                                        <p:tav tm="100000">
                                          <p:val>
                                            <p:strVal val="#ppt_x"/>
                                          </p:val>
                                        </p:tav>
                                      </p:tavLst>
                                    </p:anim>
                                    <p:anim calcmode="lin" valueType="num">
                                      <p:cBhvr additive="base">
                                        <p:cTn id="13" dur="500" fill="hold"/>
                                        <p:tgtEl>
                                          <p:spTgt spid="34"/>
                                        </p:tgtEl>
                                        <p:attrNameLst>
                                          <p:attrName>ppt_y</p:attrName>
                                        </p:attrNameLst>
                                      </p:cBhvr>
                                      <p:tavLst>
                                        <p:tav tm="0">
                                          <p:val>
                                            <p:strVal val="0-#ppt_h/2"/>
                                          </p:val>
                                        </p:tav>
                                        <p:tav tm="100000">
                                          <p:val>
                                            <p:strVal val="#ppt_y"/>
                                          </p:val>
                                        </p:tav>
                                      </p:tavLst>
                                    </p:anim>
                                  </p:childTnLst>
                                </p:cTn>
                              </p:par>
                              <p:par>
                                <p:cTn id="14" presetID="2" presetClass="entr" presetSubtype="4" decel="10000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ppt_x"/>
                                          </p:val>
                                        </p:tav>
                                        <p:tav tm="100000">
                                          <p:val>
                                            <p:strVal val="#ppt_x"/>
                                          </p:val>
                                        </p:tav>
                                      </p:tavLst>
                                    </p:anim>
                                    <p:anim calcmode="lin" valueType="num">
                                      <p:cBhvr additive="base">
                                        <p:cTn id="17" dur="500" fill="hold"/>
                                        <p:tgtEl>
                                          <p:spTgt spid="22"/>
                                        </p:tgtEl>
                                        <p:attrNameLst>
                                          <p:attrName>ppt_y</p:attrName>
                                        </p:attrNameLst>
                                      </p:cBhvr>
                                      <p:tavLst>
                                        <p:tav tm="0">
                                          <p:val>
                                            <p:strVal val="1+#ppt_h/2"/>
                                          </p:val>
                                        </p:tav>
                                        <p:tav tm="100000">
                                          <p:val>
                                            <p:strVal val="#ppt_y"/>
                                          </p:val>
                                        </p:tav>
                                      </p:tavLst>
                                    </p:anim>
                                  </p:childTnLst>
                                </p:cTn>
                              </p:par>
                              <p:par>
                                <p:cTn id="18" presetID="53" presetClass="entr" presetSubtype="16"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15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30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Effect transition="in" filter="fade">
                                      <p:cBhvr>
                                        <p:cTn id="32" dur="500"/>
                                        <p:tgtEl>
                                          <p:spTgt spid="7"/>
                                        </p:tgtEl>
                                      </p:cBhvr>
                                    </p:animEffect>
                                  </p:childTnLst>
                                </p:cTn>
                              </p:par>
                              <p:par>
                                <p:cTn id="33" presetID="10" presetClass="entr" presetSubtype="0" fill="hold" grpId="0" nodeType="withEffect">
                                  <p:stCondLst>
                                    <p:cond delay="500"/>
                                  </p:stCondLst>
                                  <p:childTnLst>
                                    <p:set>
                                      <p:cBhvr>
                                        <p:cTn id="34" dur="1" fill="hold">
                                          <p:stCondLst>
                                            <p:cond delay="0"/>
                                          </p:stCondLst>
                                        </p:cTn>
                                        <p:tgtEl>
                                          <p:spTgt spid="14">
                                            <p:txEl>
                                              <p:pRg st="0" end="0"/>
                                            </p:txEl>
                                          </p:spTgt>
                                        </p:tgtEl>
                                        <p:attrNameLst>
                                          <p:attrName>style.visibility</p:attrName>
                                        </p:attrNameLst>
                                      </p:cBhvr>
                                      <p:to>
                                        <p:strVal val="visible"/>
                                      </p:to>
                                    </p:set>
                                    <p:animEffect transition="in" filter="fade">
                                      <p:cBhvr>
                                        <p:cTn id="35" dur="500"/>
                                        <p:tgtEl>
                                          <p:spTgt spid="14">
                                            <p:txEl>
                                              <p:pRg st="0" end="0"/>
                                            </p:txEl>
                                          </p:spTgt>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14">
                                            <p:txEl>
                                              <p:pRg st="1" end="1"/>
                                            </p:txEl>
                                          </p:spTgt>
                                        </p:tgtEl>
                                        <p:attrNameLst>
                                          <p:attrName>style.visibility</p:attrName>
                                        </p:attrNameLst>
                                      </p:cBhvr>
                                      <p:to>
                                        <p:strVal val="visible"/>
                                      </p:to>
                                    </p:set>
                                    <p:animEffect transition="in" filter="fade">
                                      <p:cBhvr>
                                        <p:cTn id="38"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4" grpId="0" animBg="1"/>
      <p:bldP spid="6" grpId="0" animBg="1"/>
      <p:bldP spid="7" grpId="0" animBg="1"/>
      <p:bldP spid="8" grpId="0" animBg="1"/>
      <p:bldP spid="22" grpId="0" animBg="1"/>
      <p:bldP spid="14" grpId="0" build="p">
        <p:tmplLst>
          <p:tmpl lvl="1">
            <p:tnLst>
              <p:par>
                <p:cTn presetID="10" presetClass="entr" presetSubtype="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rima Kasih 2">
    <p:spTree>
      <p:nvGrpSpPr>
        <p:cNvPr id="1" name=""/>
        <p:cNvGrpSpPr/>
        <p:nvPr/>
      </p:nvGrpSpPr>
      <p:grpSpPr>
        <a:xfrm>
          <a:off x="0" y="0"/>
          <a:ext cx="0" cy="0"/>
          <a:chOff x="0" y="0"/>
          <a:chExt cx="0" cy="0"/>
        </a:xfrm>
      </p:grpSpPr>
      <p:pic>
        <p:nvPicPr>
          <p:cNvPr id="12" name="Picture 4" descr="white roof tiles">
            <a:extLst>
              <a:ext uri="{FF2B5EF4-FFF2-40B4-BE49-F238E27FC236}">
                <a16:creationId xmlns:a16="http://schemas.microsoft.com/office/drawing/2014/main" id="{CC4C533C-5950-4666-88D5-F6988D259742}"/>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FAC50669-B626-4DC6-996F-5E1B524966C9}"/>
              </a:ext>
            </a:extLst>
          </p:cNvPr>
          <p:cNvSpPr/>
          <p:nvPr userDrawn="1"/>
        </p:nvSpPr>
        <p:spPr>
          <a:xfrm>
            <a:off x="0" y="1"/>
            <a:ext cx="12192000" cy="6857999"/>
          </a:xfrm>
          <a:prstGeom prst="rect">
            <a:avLst/>
          </a:prstGeom>
          <a:gradFill flip="none" rotWithShape="1">
            <a:gsLst>
              <a:gs pos="0">
                <a:schemeClr val="bg1"/>
              </a:gs>
              <a:gs pos="4100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0F5EF65-F1CF-42E1-B4E8-0E9ADC9D8942}"/>
              </a:ext>
            </a:extLst>
          </p:cNvPr>
          <p:cNvSpPr/>
          <p:nvPr userDrawn="1"/>
        </p:nvSpPr>
        <p:spPr>
          <a:xfrm>
            <a:off x="0" y="-1"/>
            <a:ext cx="12192000" cy="6857999"/>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3D2C8797-D8C4-40FE-8324-9AC749A3278D}"/>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978BE558-B614-49C1-A74C-85086AE6CA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D3535F-55D4-4AEA-B8E1-41F5DE1DAA4C}"/>
              </a:ext>
            </a:extLst>
          </p:cNvPr>
          <p:cNvSpPr>
            <a:spLocks noGrp="1"/>
          </p:cNvSpPr>
          <p:nvPr>
            <p:ph type="sldNum" sz="quarter" idx="12"/>
          </p:nvPr>
        </p:nvSpPr>
        <p:spPr/>
        <p:txBody>
          <a:bodyPr/>
          <a:lstStyle/>
          <a:p>
            <a:fld id="{4839939F-AE78-4021-9750-CF0C87105817}" type="slidenum">
              <a:rPr lang="en-US" smtClean="0"/>
              <a:t>‹#›</a:t>
            </a:fld>
            <a:endParaRPr lang="en-US"/>
          </a:p>
        </p:txBody>
      </p:sp>
      <p:sp>
        <p:nvSpPr>
          <p:cNvPr id="25" name="Freeform: Shape 24">
            <a:extLst>
              <a:ext uri="{FF2B5EF4-FFF2-40B4-BE49-F238E27FC236}">
                <a16:creationId xmlns:a16="http://schemas.microsoft.com/office/drawing/2014/main" id="{BF9EDAB0-AA28-404E-8664-729DFACB45CE}"/>
              </a:ext>
            </a:extLst>
          </p:cNvPr>
          <p:cNvSpPr/>
          <p:nvPr userDrawn="1"/>
        </p:nvSpPr>
        <p:spPr>
          <a:xfrm>
            <a:off x="-304799" y="306613"/>
            <a:ext cx="6633029" cy="6857997"/>
          </a:xfrm>
          <a:custGeom>
            <a:avLst/>
            <a:gdLst>
              <a:gd name="connsiteX0" fmla="*/ 2639786 w 6633029"/>
              <a:gd name="connsiteY0" fmla="*/ 0 h 6857997"/>
              <a:gd name="connsiteX1" fmla="*/ 6633029 w 6633029"/>
              <a:gd name="connsiteY1" fmla="*/ 3993243 h 6857997"/>
              <a:gd name="connsiteX2" fmla="*/ 5463435 w 6633029"/>
              <a:gd name="connsiteY2" fmla="*/ 6816892 h 6857997"/>
              <a:gd name="connsiteX3" fmla="*/ 5418209 w 6633029"/>
              <a:gd name="connsiteY3" fmla="*/ 6857997 h 6857997"/>
              <a:gd name="connsiteX4" fmla="*/ 0 w 6633029"/>
              <a:gd name="connsiteY4" fmla="*/ 6857997 h 6857997"/>
              <a:gd name="connsiteX5" fmla="*/ 0 w 6633029"/>
              <a:gd name="connsiteY5" fmla="*/ 1002488 h 6857997"/>
              <a:gd name="connsiteX6" fmla="*/ 99713 w 6633029"/>
              <a:gd name="connsiteY6" fmla="*/ 911863 h 6857997"/>
              <a:gd name="connsiteX7" fmla="*/ 2639786 w 6633029"/>
              <a:gd name="connsiteY7" fmla="*/ 0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3029" h="6857997">
                <a:moveTo>
                  <a:pt x="2639786" y="0"/>
                </a:moveTo>
                <a:cubicBezTo>
                  <a:pt x="4845193" y="0"/>
                  <a:pt x="6633029" y="1787836"/>
                  <a:pt x="6633029" y="3993243"/>
                </a:cubicBezTo>
                <a:cubicBezTo>
                  <a:pt x="6633029" y="5095947"/>
                  <a:pt x="6186070" y="6094257"/>
                  <a:pt x="5463435" y="6816892"/>
                </a:cubicBezTo>
                <a:lnTo>
                  <a:pt x="5418209" y="6857997"/>
                </a:lnTo>
                <a:lnTo>
                  <a:pt x="0" y="6857997"/>
                </a:lnTo>
                <a:lnTo>
                  <a:pt x="0" y="1002488"/>
                </a:lnTo>
                <a:lnTo>
                  <a:pt x="99713" y="911863"/>
                </a:lnTo>
                <a:cubicBezTo>
                  <a:pt x="789981" y="342203"/>
                  <a:pt x="1674921" y="0"/>
                  <a:pt x="2639786" y="0"/>
                </a:cubicBezTo>
                <a:close/>
              </a:path>
            </a:pathLst>
          </a:custGeom>
          <a:solidFill>
            <a:schemeClr val="accent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Picture Placeholder 21">
            <a:extLst>
              <a:ext uri="{FF2B5EF4-FFF2-40B4-BE49-F238E27FC236}">
                <a16:creationId xmlns:a16="http://schemas.microsoft.com/office/drawing/2014/main" id="{4CE71A05-46E1-48CB-B5FD-305FD030B412}"/>
              </a:ext>
            </a:extLst>
          </p:cNvPr>
          <p:cNvSpPr>
            <a:spLocks noGrp="1"/>
          </p:cNvSpPr>
          <p:nvPr>
            <p:ph type="pic" sz="quarter" idx="15"/>
          </p:nvPr>
        </p:nvSpPr>
        <p:spPr>
          <a:xfrm>
            <a:off x="0" y="741559"/>
            <a:ext cx="5893284" cy="6116441"/>
          </a:xfrm>
          <a:custGeom>
            <a:avLst/>
            <a:gdLst>
              <a:gd name="connsiteX0" fmla="*/ 2334987 w 5893284"/>
              <a:gd name="connsiteY0" fmla="*/ 0 h 6116441"/>
              <a:gd name="connsiteX1" fmla="*/ 5893284 w 5893284"/>
              <a:gd name="connsiteY1" fmla="*/ 3558297 h 6116441"/>
              <a:gd name="connsiteX2" fmla="*/ 4851083 w 5893284"/>
              <a:gd name="connsiteY2" fmla="*/ 6074393 h 6116441"/>
              <a:gd name="connsiteX3" fmla="*/ 4804819 w 5893284"/>
              <a:gd name="connsiteY3" fmla="*/ 6116441 h 6116441"/>
              <a:gd name="connsiteX4" fmla="*/ 0 w 5893284"/>
              <a:gd name="connsiteY4" fmla="*/ 6116441 h 6116441"/>
              <a:gd name="connsiteX5" fmla="*/ 0 w 5893284"/>
              <a:gd name="connsiteY5" fmla="*/ 877598 h 6116441"/>
              <a:gd name="connsiteX6" fmla="*/ 71580 w 5893284"/>
              <a:gd name="connsiteY6" fmla="*/ 812542 h 6116441"/>
              <a:gd name="connsiteX7" fmla="*/ 2334987 w 5893284"/>
              <a:gd name="connsiteY7" fmla="*/ 0 h 6116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3284" h="6116441">
                <a:moveTo>
                  <a:pt x="2334987" y="0"/>
                </a:moveTo>
                <a:cubicBezTo>
                  <a:pt x="4300180" y="0"/>
                  <a:pt x="5893284" y="1593104"/>
                  <a:pt x="5893284" y="3558297"/>
                </a:cubicBezTo>
                <a:cubicBezTo>
                  <a:pt x="5893284" y="4540894"/>
                  <a:pt x="5495008" y="5430468"/>
                  <a:pt x="4851083" y="6074393"/>
                </a:cubicBezTo>
                <a:lnTo>
                  <a:pt x="4804819" y="6116441"/>
                </a:lnTo>
                <a:lnTo>
                  <a:pt x="0" y="6116441"/>
                </a:lnTo>
                <a:lnTo>
                  <a:pt x="0" y="877598"/>
                </a:lnTo>
                <a:lnTo>
                  <a:pt x="71580" y="812542"/>
                </a:lnTo>
                <a:cubicBezTo>
                  <a:pt x="686663" y="304930"/>
                  <a:pt x="1475215" y="0"/>
                  <a:pt x="2334987" y="0"/>
                </a:cubicBezTo>
                <a:close/>
              </a:path>
            </a:pathLst>
          </a:custGeom>
          <a:pattFill prst="pct5">
            <a:fgClr>
              <a:srgbClr val="8D1E1D"/>
            </a:fgClr>
            <a:bgClr>
              <a:schemeClr val="bg1"/>
            </a:bgClr>
          </a:pattFill>
        </p:spPr>
        <p:txBody>
          <a:bodyPr wrap="square" anchor="ctr">
            <a:noAutofit/>
          </a:bodyPr>
          <a:lstStyle>
            <a:lvl1pPr algn="ctr">
              <a:buNone/>
              <a:defRPr>
                <a:solidFill>
                  <a:schemeClr val="bg1"/>
                </a:solidFill>
              </a:defRPr>
            </a:lvl1pPr>
          </a:lstStyle>
          <a:p>
            <a:endParaRPr lang="en-US"/>
          </a:p>
        </p:txBody>
      </p:sp>
      <p:sp>
        <p:nvSpPr>
          <p:cNvPr id="9" name="Title 1">
            <a:extLst>
              <a:ext uri="{FF2B5EF4-FFF2-40B4-BE49-F238E27FC236}">
                <a16:creationId xmlns:a16="http://schemas.microsoft.com/office/drawing/2014/main" id="{C7A541DB-374E-49A3-A0EF-12CB2A4CC814}"/>
              </a:ext>
            </a:extLst>
          </p:cNvPr>
          <p:cNvSpPr>
            <a:spLocks noGrp="1"/>
          </p:cNvSpPr>
          <p:nvPr>
            <p:ph type="title" hasCustomPrompt="1"/>
          </p:nvPr>
        </p:nvSpPr>
        <p:spPr>
          <a:xfrm>
            <a:off x="6479426" y="1793180"/>
            <a:ext cx="5058960" cy="923330"/>
          </a:xfrm>
        </p:spPr>
        <p:txBody>
          <a:bodyPr lIns="0" tIns="0" rIns="0" bIns="0" anchor="b" anchorCtr="0">
            <a:noAutofit/>
          </a:bodyPr>
          <a:lstStyle>
            <a:lvl1pPr algn="l">
              <a:lnSpc>
                <a:spcPct val="100000"/>
              </a:lnSpc>
              <a:defRPr sz="540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Terima Kasih</a:t>
            </a:r>
          </a:p>
        </p:txBody>
      </p:sp>
      <p:sp>
        <p:nvSpPr>
          <p:cNvPr id="10" name="Text Placeholder 8">
            <a:extLst>
              <a:ext uri="{FF2B5EF4-FFF2-40B4-BE49-F238E27FC236}">
                <a16:creationId xmlns:a16="http://schemas.microsoft.com/office/drawing/2014/main" id="{C60EB325-7ECC-425E-8142-BD95B13D6CAD}"/>
              </a:ext>
            </a:extLst>
          </p:cNvPr>
          <p:cNvSpPr>
            <a:spLocks noGrp="1"/>
          </p:cNvSpPr>
          <p:nvPr>
            <p:ph type="body" sz="quarter" idx="17" hasCustomPrompt="1"/>
          </p:nvPr>
        </p:nvSpPr>
        <p:spPr>
          <a:xfrm>
            <a:off x="6479426" y="3007879"/>
            <a:ext cx="5058960" cy="1380827"/>
          </a:xfrm>
        </p:spPr>
        <p:txBody>
          <a:bodyPr>
            <a:normAutofit/>
          </a:bodyPr>
          <a:lstStyle>
            <a:lvl1pPr marL="0" indent="0">
              <a:lnSpc>
                <a:spcPct val="120000"/>
              </a:lnSpc>
              <a:buNone/>
              <a:defRPr sz="2400">
                <a:solidFill>
                  <a:schemeClr val="tx1">
                    <a:lumMod val="95000"/>
                    <a:lumOff val="5000"/>
                  </a:schemeClr>
                </a:solidFill>
              </a:defRPr>
            </a:lvl1pPr>
          </a:lstStyle>
          <a:p>
            <a:r>
              <a:rPr lang="en-US"/>
              <a:t>Demikian presentasi yang bisa di sampaikan. Mohon maaf bila ada kesalahan.</a:t>
            </a:r>
          </a:p>
        </p:txBody>
      </p:sp>
      <p:sp>
        <p:nvSpPr>
          <p:cNvPr id="20" name="Freeform: Shape 19">
            <a:extLst>
              <a:ext uri="{FF2B5EF4-FFF2-40B4-BE49-F238E27FC236}">
                <a16:creationId xmlns:a16="http://schemas.microsoft.com/office/drawing/2014/main" id="{7C40690E-EA36-4087-B965-F155F6AC2DF0}"/>
              </a:ext>
            </a:extLst>
          </p:cNvPr>
          <p:cNvSpPr/>
          <p:nvPr userDrawn="1"/>
        </p:nvSpPr>
        <p:spPr>
          <a:xfrm rot="10800000">
            <a:off x="11281229" y="17235"/>
            <a:ext cx="931092" cy="175871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1"/>
          </a:solidFill>
          <a:ln w="261" cap="flat">
            <a:noFill/>
            <a:prstDash val="solid"/>
            <a:round/>
          </a:ln>
        </p:spPr>
        <p:txBody>
          <a:bodyPr rtlCol="0" anchor="ctr"/>
          <a:lstStyle/>
          <a:p>
            <a:endParaRPr lang="en-US"/>
          </a:p>
        </p:txBody>
      </p:sp>
    </p:spTree>
    <p:extLst>
      <p:ext uri="{BB962C8B-B14F-4D97-AF65-F5344CB8AC3E}">
        <p14:creationId xmlns:p14="http://schemas.microsoft.com/office/powerpoint/2010/main" val="57922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5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1+#ppt_w/2"/>
                                          </p:val>
                                        </p:tav>
                                        <p:tav tm="100000">
                                          <p:val>
                                            <p:strVal val="#ppt_x"/>
                                          </p:val>
                                        </p:tav>
                                      </p:tavLst>
                                    </p:anim>
                                    <p:anim calcmode="lin" valueType="num">
                                      <p:cBhvr additive="base">
                                        <p:cTn id="16" dur="500" fill="hold"/>
                                        <p:tgtEl>
                                          <p:spTgt spid="20"/>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5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2" grpId="0" animBg="1"/>
      <p:bldP spid="9" grpId="0"/>
      <p:bldP spid="10" grpId="0" build="p">
        <p:tmplLst>
          <p:tmpl lvl="1">
            <p:tnLst>
              <p:par>
                <p:cTn presetID="10" presetClass="entr" presetSubtype="0" fill="hold" nodeType="withEffect">
                  <p:stCondLst>
                    <p:cond delay="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20"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descr="Black and White Abstract Photo ">
            <a:extLst>
              <a:ext uri="{FF2B5EF4-FFF2-40B4-BE49-F238E27FC236}">
                <a16:creationId xmlns:a16="http://schemas.microsoft.com/office/drawing/2014/main" id="{8A5994EA-ED43-494A-987E-9511CFE1C306}"/>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1" y="-2667000"/>
            <a:ext cx="6857999" cy="12192000"/>
          </a:xfrm>
          <a:custGeom>
            <a:avLst/>
            <a:gdLst>
              <a:gd name="connsiteX0" fmla="*/ 0 w 6857999"/>
              <a:gd name="connsiteY0" fmla="*/ 12192000 h 12192000"/>
              <a:gd name="connsiteX1" fmla="*/ 0 w 6857999"/>
              <a:gd name="connsiteY1" fmla="*/ 0 h 12192000"/>
              <a:gd name="connsiteX2" fmla="*/ 6857999 w 6857999"/>
              <a:gd name="connsiteY2" fmla="*/ 0 h 12192000"/>
              <a:gd name="connsiteX3" fmla="*/ 6857999 w 6857999"/>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7999" h="12192000">
                <a:moveTo>
                  <a:pt x="0" y="12192000"/>
                </a:moveTo>
                <a:lnTo>
                  <a:pt x="0" y="0"/>
                </a:lnTo>
                <a:lnTo>
                  <a:pt x="6857999" y="0"/>
                </a:lnTo>
                <a:lnTo>
                  <a:pt x="6857999" y="12192000"/>
                </a:lnTo>
                <a:close/>
              </a:path>
            </a:pathLst>
          </a:cu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75A2991D-142A-4DA6-8E51-69A07B64F2F4}"/>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6862C-32B7-4C2B-A0FE-081CC5BEE1C2}"/>
              </a:ext>
            </a:extLst>
          </p:cNvPr>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65643AC-A68F-4DB6-B0FD-7A39BBB37E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B32E45-96AF-425C-A691-3999033B17FF}"/>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5" name="Footer Placeholder 4">
            <a:extLst>
              <a:ext uri="{FF2B5EF4-FFF2-40B4-BE49-F238E27FC236}">
                <a16:creationId xmlns:a16="http://schemas.microsoft.com/office/drawing/2014/main" id="{36FDE4A5-A161-43ED-983D-44397837F0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ACE9A-F704-4F51-B5E5-4E39B855509C}"/>
              </a:ext>
            </a:extLst>
          </p:cNvPr>
          <p:cNvSpPr>
            <a:spLocks noGrp="1"/>
          </p:cNvSpPr>
          <p:nvPr>
            <p:ph type="sldNum" sz="quarter" idx="12"/>
          </p:nvPr>
        </p:nvSpPr>
        <p:spPr/>
        <p:txBody>
          <a:bodyPr/>
          <a:lstStyle/>
          <a:p>
            <a:fld id="{4839939F-AE78-4021-9750-CF0C87105817}" type="slidenum">
              <a:rPr lang="en-US" smtClean="0"/>
              <a:t>‹#›</a:t>
            </a:fld>
            <a:endParaRPr lang="en-US"/>
          </a:p>
        </p:txBody>
      </p:sp>
    </p:spTree>
    <p:extLst>
      <p:ext uri="{BB962C8B-B14F-4D97-AF65-F5344CB8AC3E}">
        <p14:creationId xmlns:p14="http://schemas.microsoft.com/office/powerpoint/2010/main" val="19394208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Black and White Abstract Photo ">
            <a:extLst>
              <a:ext uri="{FF2B5EF4-FFF2-40B4-BE49-F238E27FC236}">
                <a16:creationId xmlns:a16="http://schemas.microsoft.com/office/drawing/2014/main" id="{323C920F-18A2-4DEA-8283-BA316F229AA5}"/>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1" y="-2667000"/>
            <a:ext cx="6857999" cy="12192000"/>
          </a:xfrm>
          <a:custGeom>
            <a:avLst/>
            <a:gdLst>
              <a:gd name="connsiteX0" fmla="*/ 0 w 6857999"/>
              <a:gd name="connsiteY0" fmla="*/ 12192000 h 12192000"/>
              <a:gd name="connsiteX1" fmla="*/ 0 w 6857999"/>
              <a:gd name="connsiteY1" fmla="*/ 0 h 12192000"/>
              <a:gd name="connsiteX2" fmla="*/ 6857999 w 6857999"/>
              <a:gd name="connsiteY2" fmla="*/ 0 h 12192000"/>
              <a:gd name="connsiteX3" fmla="*/ 6857999 w 6857999"/>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7999" h="12192000">
                <a:moveTo>
                  <a:pt x="0" y="12192000"/>
                </a:moveTo>
                <a:lnTo>
                  <a:pt x="0" y="0"/>
                </a:lnTo>
                <a:lnTo>
                  <a:pt x="6857999" y="0"/>
                </a:lnTo>
                <a:lnTo>
                  <a:pt x="6857999" y="12192000"/>
                </a:lnTo>
                <a:close/>
              </a:path>
            </a:pathLst>
          </a:cu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2A30454-769A-4E2C-A112-014851DCA5BC}"/>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A1DA33-97F1-4D0C-9633-14C8D7A990B9}"/>
              </a:ext>
            </a:extLst>
          </p:cNvPr>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BC04F2C7-B7CC-45B2-ADC0-6FFEB6973EEF}"/>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4" name="Footer Placeholder 3">
            <a:extLst>
              <a:ext uri="{FF2B5EF4-FFF2-40B4-BE49-F238E27FC236}">
                <a16:creationId xmlns:a16="http://schemas.microsoft.com/office/drawing/2014/main" id="{8AC95771-40CA-43DD-9EAD-D8A4F8E34D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98B081-18EB-404F-BD33-C934FC5CA550}"/>
              </a:ext>
            </a:extLst>
          </p:cNvPr>
          <p:cNvSpPr>
            <a:spLocks noGrp="1"/>
          </p:cNvSpPr>
          <p:nvPr>
            <p:ph type="sldNum" sz="quarter" idx="12"/>
          </p:nvPr>
        </p:nvSpPr>
        <p:spPr/>
        <p:txBody>
          <a:bodyPr/>
          <a:lstStyle/>
          <a:p>
            <a:fld id="{4839939F-AE78-4021-9750-CF0C87105817}" type="slidenum">
              <a:rPr lang="en-US" smtClean="0"/>
              <a:t>‹#›</a:t>
            </a:fld>
            <a:endParaRPr lang="en-US"/>
          </a:p>
        </p:txBody>
      </p:sp>
    </p:spTree>
    <p:extLst>
      <p:ext uri="{BB962C8B-B14F-4D97-AF65-F5344CB8AC3E}">
        <p14:creationId xmlns:p14="http://schemas.microsoft.com/office/powerpoint/2010/main" val="15088309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Black and White Abstract Photo ">
            <a:extLst>
              <a:ext uri="{FF2B5EF4-FFF2-40B4-BE49-F238E27FC236}">
                <a16:creationId xmlns:a16="http://schemas.microsoft.com/office/drawing/2014/main" id="{49875546-540A-4CE5-B40A-C4ED4CBD055C}"/>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rot="5400000">
            <a:off x="2667001" y="-2667000"/>
            <a:ext cx="6857999" cy="12192000"/>
          </a:xfrm>
          <a:custGeom>
            <a:avLst/>
            <a:gdLst>
              <a:gd name="connsiteX0" fmla="*/ 0 w 6857999"/>
              <a:gd name="connsiteY0" fmla="*/ 12192000 h 12192000"/>
              <a:gd name="connsiteX1" fmla="*/ 0 w 6857999"/>
              <a:gd name="connsiteY1" fmla="*/ 0 h 12192000"/>
              <a:gd name="connsiteX2" fmla="*/ 6857999 w 6857999"/>
              <a:gd name="connsiteY2" fmla="*/ 0 h 12192000"/>
              <a:gd name="connsiteX3" fmla="*/ 6857999 w 6857999"/>
              <a:gd name="connsiteY3" fmla="*/ 12192000 h 12192000"/>
            </a:gdLst>
            <a:ahLst/>
            <a:cxnLst>
              <a:cxn ang="0">
                <a:pos x="connsiteX0" y="connsiteY0"/>
              </a:cxn>
              <a:cxn ang="0">
                <a:pos x="connsiteX1" y="connsiteY1"/>
              </a:cxn>
              <a:cxn ang="0">
                <a:pos x="connsiteX2" y="connsiteY2"/>
              </a:cxn>
              <a:cxn ang="0">
                <a:pos x="connsiteX3" y="connsiteY3"/>
              </a:cxn>
            </a:cxnLst>
            <a:rect l="l" t="t" r="r" b="b"/>
            <a:pathLst>
              <a:path w="6857999" h="12192000">
                <a:moveTo>
                  <a:pt x="0" y="12192000"/>
                </a:moveTo>
                <a:lnTo>
                  <a:pt x="0" y="0"/>
                </a:lnTo>
                <a:lnTo>
                  <a:pt x="6857999" y="0"/>
                </a:lnTo>
                <a:lnTo>
                  <a:pt x="6857999" y="12192000"/>
                </a:lnTo>
                <a:close/>
              </a:path>
            </a:pathLst>
          </a:cu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A23FB221-22D9-4535-8652-5538D95AFEE0}"/>
              </a:ext>
            </a:extLst>
          </p:cNvPr>
          <p:cNvSpPr/>
          <p:nvPr userDrawn="1"/>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4A08920-B1CC-4D84-8B72-A184878A5E40}"/>
              </a:ext>
            </a:extLst>
          </p:cNvPr>
          <p:cNvSpPr>
            <a:spLocks noGrp="1"/>
          </p:cNvSpPr>
          <p:nvPr>
            <p:ph type="dt" sz="half" idx="10"/>
          </p:nvPr>
        </p:nvSpPr>
        <p:spPr/>
        <p:txBody>
          <a:bodyPr/>
          <a:lstStyle/>
          <a:p>
            <a:fld id="{FC42DB47-DE52-405D-B4EB-7207DBB450B8}" type="datetimeFigureOut">
              <a:rPr lang="en-US" smtClean="0"/>
              <a:t>8/14/2022</a:t>
            </a:fld>
            <a:endParaRPr lang="en-US"/>
          </a:p>
        </p:txBody>
      </p:sp>
      <p:sp>
        <p:nvSpPr>
          <p:cNvPr id="3" name="Footer Placeholder 2">
            <a:extLst>
              <a:ext uri="{FF2B5EF4-FFF2-40B4-BE49-F238E27FC236}">
                <a16:creationId xmlns:a16="http://schemas.microsoft.com/office/drawing/2014/main" id="{90B60C19-E0F9-43E7-9EF1-59CACA92D5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22A5B6-2D2E-40DF-8B87-E76470C9306F}"/>
              </a:ext>
            </a:extLst>
          </p:cNvPr>
          <p:cNvSpPr>
            <a:spLocks noGrp="1"/>
          </p:cNvSpPr>
          <p:nvPr>
            <p:ph type="sldNum" sz="quarter" idx="12"/>
          </p:nvPr>
        </p:nvSpPr>
        <p:spPr/>
        <p:txBody>
          <a:bodyPr/>
          <a:lstStyle/>
          <a:p>
            <a:fld id="{4839939F-AE78-4021-9750-CF0C87105817}" type="slidenum">
              <a:rPr lang="en-US" smtClean="0"/>
              <a:t>‹#›</a:t>
            </a:fld>
            <a:endParaRPr lang="en-US"/>
          </a:p>
        </p:txBody>
      </p:sp>
    </p:spTree>
    <p:extLst>
      <p:ext uri="{BB962C8B-B14F-4D97-AF65-F5344CB8AC3E}">
        <p14:creationId xmlns:p14="http://schemas.microsoft.com/office/powerpoint/2010/main" val="36228169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Mini Title">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F699AD3-221C-4947-9C12-83C3F7905504}"/>
              </a:ext>
            </a:extLst>
          </p:cNvPr>
          <p:cNvSpPr/>
          <p:nvPr userDrawn="1"/>
        </p:nvSpPr>
        <p:spPr>
          <a:xfrm>
            <a:off x="5098047" y="2428123"/>
            <a:ext cx="1995902" cy="1995902"/>
          </a:xfrm>
          <a:prstGeom prst="ellipse">
            <a:avLst/>
          </a:prstGeom>
          <a:noFill/>
          <a:ln>
            <a:solidFill>
              <a:schemeClr val="bg2">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9735C25-3D17-4616-AA56-4C626B8300BF}"/>
              </a:ext>
            </a:extLst>
          </p:cNvPr>
          <p:cNvSpPr/>
          <p:nvPr userDrawn="1"/>
        </p:nvSpPr>
        <p:spPr>
          <a:xfrm>
            <a:off x="3403753" y="736753"/>
            <a:ext cx="5384494" cy="5384494"/>
          </a:xfrm>
          <a:prstGeom prst="ellipse">
            <a:avLst/>
          </a:prstGeom>
          <a:noFill/>
          <a:ln>
            <a:solidFill>
              <a:schemeClr val="bg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4E08A98-C50F-4E17-A6F4-7E5F23381052}"/>
              </a:ext>
            </a:extLst>
          </p:cNvPr>
          <p:cNvSpPr/>
          <p:nvPr userDrawn="1"/>
        </p:nvSpPr>
        <p:spPr>
          <a:xfrm>
            <a:off x="4046758" y="1379758"/>
            <a:ext cx="4098483" cy="4098483"/>
          </a:xfrm>
          <a:prstGeom prst="ellipse">
            <a:avLst/>
          </a:prstGeom>
          <a:noFill/>
          <a:ln>
            <a:solidFill>
              <a:schemeClr val="bg2">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0D3BFF-56AD-4066-BA8E-6594F8912518}"/>
              </a:ext>
            </a:extLst>
          </p:cNvPr>
          <p:cNvSpPr/>
          <p:nvPr userDrawn="1"/>
        </p:nvSpPr>
        <p:spPr>
          <a:xfrm>
            <a:off x="2751358" y="84358"/>
            <a:ext cx="6689282" cy="6689282"/>
          </a:xfrm>
          <a:prstGeom prst="ellipse">
            <a:avLst/>
          </a:prstGeom>
          <a:noFill/>
          <a:ln>
            <a:solidFill>
              <a:schemeClr val="bg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324F1B2-627C-4172-8B4D-03D0470FAD68}"/>
              </a:ext>
            </a:extLst>
          </p:cNvPr>
          <p:cNvSpPr/>
          <p:nvPr userDrawn="1"/>
        </p:nvSpPr>
        <p:spPr>
          <a:xfrm>
            <a:off x="1920991" y="-40942"/>
            <a:ext cx="8350018" cy="6953534"/>
          </a:xfrm>
          <a:custGeom>
            <a:avLst/>
            <a:gdLst>
              <a:gd name="connsiteX0" fmla="*/ 1838174 w 8235298"/>
              <a:gd name="connsiteY0" fmla="*/ 0 h 6858000"/>
              <a:gd name="connsiteX1" fmla="*/ 6397124 w 8235298"/>
              <a:gd name="connsiteY1" fmla="*/ 0 h 6858000"/>
              <a:gd name="connsiteX2" fmla="*/ 6419866 w 8235298"/>
              <a:gd name="connsiteY2" fmla="*/ 14580 h 6858000"/>
              <a:gd name="connsiteX3" fmla="*/ 8235298 w 8235298"/>
              <a:gd name="connsiteY3" fmla="*/ 3428999 h 6858000"/>
              <a:gd name="connsiteX4" fmla="*/ 6419866 w 8235298"/>
              <a:gd name="connsiteY4" fmla="*/ 6843419 h 6858000"/>
              <a:gd name="connsiteX5" fmla="*/ 6397121 w 8235298"/>
              <a:gd name="connsiteY5" fmla="*/ 6858000 h 6858000"/>
              <a:gd name="connsiteX6" fmla="*/ 1838178 w 8235298"/>
              <a:gd name="connsiteY6" fmla="*/ 6858000 h 6858000"/>
              <a:gd name="connsiteX7" fmla="*/ 1815432 w 8235298"/>
              <a:gd name="connsiteY7" fmla="*/ 6843419 h 6858000"/>
              <a:gd name="connsiteX8" fmla="*/ 0 w 8235298"/>
              <a:gd name="connsiteY8" fmla="*/ 3428999 h 6858000"/>
              <a:gd name="connsiteX9" fmla="*/ 1815432 w 8235298"/>
              <a:gd name="connsiteY9" fmla="*/ 14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35298" h="6858000">
                <a:moveTo>
                  <a:pt x="1838174" y="0"/>
                </a:moveTo>
                <a:lnTo>
                  <a:pt x="6397124" y="0"/>
                </a:lnTo>
                <a:lnTo>
                  <a:pt x="6419866" y="14580"/>
                </a:lnTo>
                <a:cubicBezTo>
                  <a:pt x="7515168" y="754551"/>
                  <a:pt x="8235298" y="2007677"/>
                  <a:pt x="8235298" y="3428999"/>
                </a:cubicBezTo>
                <a:cubicBezTo>
                  <a:pt x="8235298" y="4850321"/>
                  <a:pt x="7515168" y="6103447"/>
                  <a:pt x="6419866" y="6843419"/>
                </a:cubicBezTo>
                <a:lnTo>
                  <a:pt x="6397121" y="6858000"/>
                </a:lnTo>
                <a:lnTo>
                  <a:pt x="1838178" y="6858000"/>
                </a:lnTo>
                <a:lnTo>
                  <a:pt x="1815432" y="6843419"/>
                </a:lnTo>
                <a:cubicBezTo>
                  <a:pt x="720131" y="6103447"/>
                  <a:pt x="0" y="4850321"/>
                  <a:pt x="0" y="3428999"/>
                </a:cubicBezTo>
                <a:cubicBezTo>
                  <a:pt x="0" y="2007677"/>
                  <a:pt x="720131" y="754551"/>
                  <a:pt x="1815432" y="14580"/>
                </a:cubicBezTo>
                <a:close/>
              </a:path>
            </a:pathLst>
          </a:custGeom>
          <a:noFill/>
          <a:ln>
            <a:solidFill>
              <a:schemeClr val="bg2">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Block Arc 7">
            <a:extLst>
              <a:ext uri="{FF2B5EF4-FFF2-40B4-BE49-F238E27FC236}">
                <a16:creationId xmlns:a16="http://schemas.microsoft.com/office/drawing/2014/main" id="{A8026EEB-1DED-4E80-8F4A-FA2CB586BF1D}"/>
              </a:ext>
            </a:extLst>
          </p:cNvPr>
          <p:cNvSpPr/>
          <p:nvPr userDrawn="1"/>
        </p:nvSpPr>
        <p:spPr>
          <a:xfrm rot="5400000">
            <a:off x="-909819" y="3030743"/>
            <a:ext cx="1819637" cy="1819637"/>
          </a:xfrm>
          <a:prstGeom prst="blockArc">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Block Arc 8">
            <a:extLst>
              <a:ext uri="{FF2B5EF4-FFF2-40B4-BE49-F238E27FC236}">
                <a16:creationId xmlns:a16="http://schemas.microsoft.com/office/drawing/2014/main" id="{56A3EC8D-CFCE-4976-B5C5-9C1FB241952F}"/>
              </a:ext>
            </a:extLst>
          </p:cNvPr>
          <p:cNvSpPr/>
          <p:nvPr userDrawn="1"/>
        </p:nvSpPr>
        <p:spPr>
          <a:xfrm rot="11863426">
            <a:off x="10434192" y="898929"/>
            <a:ext cx="478097" cy="478097"/>
          </a:xfrm>
          <a:prstGeom prst="blockArc">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Oval 9">
            <a:extLst>
              <a:ext uri="{FF2B5EF4-FFF2-40B4-BE49-F238E27FC236}">
                <a16:creationId xmlns:a16="http://schemas.microsoft.com/office/drawing/2014/main" id="{58AB3E0D-4D3D-42D9-9E6B-9A550F02F2AC}"/>
              </a:ext>
            </a:extLst>
          </p:cNvPr>
          <p:cNvSpPr/>
          <p:nvPr userDrawn="1"/>
        </p:nvSpPr>
        <p:spPr>
          <a:xfrm>
            <a:off x="9251396" y="4372230"/>
            <a:ext cx="185132" cy="1851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Oval 10">
            <a:extLst>
              <a:ext uri="{FF2B5EF4-FFF2-40B4-BE49-F238E27FC236}">
                <a16:creationId xmlns:a16="http://schemas.microsoft.com/office/drawing/2014/main" id="{6E7C9118-020D-42CB-B0EE-326E1B95B60B}"/>
              </a:ext>
            </a:extLst>
          </p:cNvPr>
          <p:cNvSpPr/>
          <p:nvPr userDrawn="1"/>
        </p:nvSpPr>
        <p:spPr>
          <a:xfrm>
            <a:off x="1806157" y="555108"/>
            <a:ext cx="185132" cy="18513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2" name="Block Arc 11">
            <a:extLst>
              <a:ext uri="{FF2B5EF4-FFF2-40B4-BE49-F238E27FC236}">
                <a16:creationId xmlns:a16="http://schemas.microsoft.com/office/drawing/2014/main" id="{1D777596-F140-4E0F-96E0-62FDF66790A1}"/>
              </a:ext>
            </a:extLst>
          </p:cNvPr>
          <p:cNvSpPr/>
          <p:nvPr userDrawn="1"/>
        </p:nvSpPr>
        <p:spPr>
          <a:xfrm>
            <a:off x="3539875" y="6500039"/>
            <a:ext cx="722861" cy="722861"/>
          </a:xfrm>
          <a:prstGeom prst="blockArc">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77B1BEFE-261E-4494-AE6B-5CBDDCDAC2C5}"/>
              </a:ext>
            </a:extLst>
          </p:cNvPr>
          <p:cNvSpPr/>
          <p:nvPr userDrawn="1"/>
        </p:nvSpPr>
        <p:spPr>
          <a:xfrm>
            <a:off x="4002623" y="1475515"/>
            <a:ext cx="185132" cy="185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2">
            <a:extLst>
              <a:ext uri="{FF2B5EF4-FFF2-40B4-BE49-F238E27FC236}">
                <a16:creationId xmlns:a16="http://schemas.microsoft.com/office/drawing/2014/main" id="{FA32A1C5-BE34-47F1-9162-A67E5614E62B}"/>
              </a:ext>
            </a:extLst>
          </p:cNvPr>
          <p:cNvSpPr>
            <a:spLocks noGrp="1"/>
          </p:cNvSpPr>
          <p:nvPr>
            <p:ph type="body" sz="quarter" idx="10" hasCustomPrompt="1"/>
          </p:nvPr>
        </p:nvSpPr>
        <p:spPr>
          <a:xfrm>
            <a:off x="2385391" y="3010528"/>
            <a:ext cx="7421218" cy="836945"/>
          </a:xfrm>
        </p:spPr>
        <p:txBody>
          <a:bodyPr anchor="b">
            <a:normAutofit/>
          </a:bodyPr>
          <a:lstStyle>
            <a:lvl1pPr marL="0" indent="0" algn="ctr">
              <a:buNone/>
              <a:defRPr sz="4800">
                <a:latin typeface="Poppins SemiBold" panose="00000700000000000000" pitchFamily="2" charset="0"/>
                <a:cs typeface="Poppins SemiBold" panose="000007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MINI TITLE GOES HERE</a:t>
            </a:r>
          </a:p>
        </p:txBody>
      </p:sp>
      <p:sp>
        <p:nvSpPr>
          <p:cNvPr id="16" name="Oval 15">
            <a:extLst>
              <a:ext uri="{FF2B5EF4-FFF2-40B4-BE49-F238E27FC236}">
                <a16:creationId xmlns:a16="http://schemas.microsoft.com/office/drawing/2014/main" id="{89FFBA13-37C5-455B-A015-3DED58400A4F}"/>
              </a:ext>
            </a:extLst>
          </p:cNvPr>
          <p:cNvSpPr/>
          <p:nvPr userDrawn="1"/>
        </p:nvSpPr>
        <p:spPr>
          <a:xfrm>
            <a:off x="11212965" y="5961733"/>
            <a:ext cx="253359" cy="25335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31386E09-32BB-4BBD-A549-42456FC0034E}"/>
              </a:ext>
            </a:extLst>
          </p:cNvPr>
          <p:cNvSpPr/>
          <p:nvPr userDrawn="1"/>
        </p:nvSpPr>
        <p:spPr>
          <a:xfrm>
            <a:off x="154447" y="1347254"/>
            <a:ext cx="2024274" cy="948193"/>
          </a:xfrm>
          <a:custGeom>
            <a:avLst/>
            <a:gdLst>
              <a:gd name="connsiteX0" fmla="*/ 50296 w 1891562"/>
              <a:gd name="connsiteY0" fmla="*/ 785438 h 886029"/>
              <a:gd name="connsiteX1" fmla="*/ 100591 w 1891562"/>
              <a:gd name="connsiteY1" fmla="*/ 835734 h 886029"/>
              <a:gd name="connsiteX2" fmla="*/ 50296 w 1891562"/>
              <a:gd name="connsiteY2" fmla="*/ 886029 h 886029"/>
              <a:gd name="connsiteX3" fmla="*/ 0 w 1891562"/>
              <a:gd name="connsiteY3" fmla="*/ 835734 h 886029"/>
              <a:gd name="connsiteX4" fmla="*/ 50296 w 1891562"/>
              <a:gd name="connsiteY4" fmla="*/ 785438 h 886029"/>
              <a:gd name="connsiteX5" fmla="*/ 348791 w 1891562"/>
              <a:gd name="connsiteY5" fmla="*/ 785437 h 886029"/>
              <a:gd name="connsiteX6" fmla="*/ 399086 w 1891562"/>
              <a:gd name="connsiteY6" fmla="*/ 835733 h 886029"/>
              <a:gd name="connsiteX7" fmla="*/ 348791 w 1891562"/>
              <a:gd name="connsiteY7" fmla="*/ 886028 h 886029"/>
              <a:gd name="connsiteX8" fmla="*/ 298495 w 1891562"/>
              <a:gd name="connsiteY8" fmla="*/ 835733 h 886029"/>
              <a:gd name="connsiteX9" fmla="*/ 348791 w 1891562"/>
              <a:gd name="connsiteY9" fmla="*/ 785437 h 886029"/>
              <a:gd name="connsiteX10" fmla="*/ 647286 w 1891562"/>
              <a:gd name="connsiteY10" fmla="*/ 785436 h 886029"/>
              <a:gd name="connsiteX11" fmla="*/ 697581 w 1891562"/>
              <a:gd name="connsiteY11" fmla="*/ 835731 h 886029"/>
              <a:gd name="connsiteX12" fmla="*/ 647286 w 1891562"/>
              <a:gd name="connsiteY12" fmla="*/ 886027 h 886029"/>
              <a:gd name="connsiteX13" fmla="*/ 596991 w 1891562"/>
              <a:gd name="connsiteY13" fmla="*/ 835731 h 886029"/>
              <a:gd name="connsiteX14" fmla="*/ 647286 w 1891562"/>
              <a:gd name="connsiteY14" fmla="*/ 785436 h 886029"/>
              <a:gd name="connsiteX15" fmla="*/ 945781 w 1891562"/>
              <a:gd name="connsiteY15" fmla="*/ 785435 h 886029"/>
              <a:gd name="connsiteX16" fmla="*/ 996077 w 1891562"/>
              <a:gd name="connsiteY16" fmla="*/ 835730 h 886029"/>
              <a:gd name="connsiteX17" fmla="*/ 945781 w 1891562"/>
              <a:gd name="connsiteY17" fmla="*/ 886026 h 886029"/>
              <a:gd name="connsiteX18" fmla="*/ 895486 w 1891562"/>
              <a:gd name="connsiteY18" fmla="*/ 835730 h 886029"/>
              <a:gd name="connsiteX19" fmla="*/ 945781 w 1891562"/>
              <a:gd name="connsiteY19" fmla="*/ 785435 h 886029"/>
              <a:gd name="connsiteX20" fmla="*/ 1244276 w 1891562"/>
              <a:gd name="connsiteY20" fmla="*/ 785434 h 886029"/>
              <a:gd name="connsiteX21" fmla="*/ 1294572 w 1891562"/>
              <a:gd name="connsiteY21" fmla="*/ 835729 h 886029"/>
              <a:gd name="connsiteX22" fmla="*/ 1244276 w 1891562"/>
              <a:gd name="connsiteY22" fmla="*/ 886025 h 886029"/>
              <a:gd name="connsiteX23" fmla="*/ 1193981 w 1891562"/>
              <a:gd name="connsiteY23" fmla="*/ 835729 h 886029"/>
              <a:gd name="connsiteX24" fmla="*/ 1244276 w 1891562"/>
              <a:gd name="connsiteY24" fmla="*/ 785434 h 886029"/>
              <a:gd name="connsiteX25" fmla="*/ 1542772 w 1891562"/>
              <a:gd name="connsiteY25" fmla="*/ 785433 h 886029"/>
              <a:gd name="connsiteX26" fmla="*/ 1593067 w 1891562"/>
              <a:gd name="connsiteY26" fmla="*/ 835728 h 886029"/>
              <a:gd name="connsiteX27" fmla="*/ 1542772 w 1891562"/>
              <a:gd name="connsiteY27" fmla="*/ 886023 h 886029"/>
              <a:gd name="connsiteX28" fmla="*/ 1492476 w 1891562"/>
              <a:gd name="connsiteY28" fmla="*/ 835728 h 886029"/>
              <a:gd name="connsiteX29" fmla="*/ 1542772 w 1891562"/>
              <a:gd name="connsiteY29" fmla="*/ 785433 h 886029"/>
              <a:gd name="connsiteX30" fmla="*/ 1841267 w 1891562"/>
              <a:gd name="connsiteY30" fmla="*/ 785432 h 886029"/>
              <a:gd name="connsiteX31" fmla="*/ 1891562 w 1891562"/>
              <a:gd name="connsiteY31" fmla="*/ 835727 h 886029"/>
              <a:gd name="connsiteX32" fmla="*/ 1841267 w 1891562"/>
              <a:gd name="connsiteY32" fmla="*/ 886022 h 886029"/>
              <a:gd name="connsiteX33" fmla="*/ 1790971 w 1891562"/>
              <a:gd name="connsiteY33" fmla="*/ 835727 h 886029"/>
              <a:gd name="connsiteX34" fmla="*/ 1841267 w 1891562"/>
              <a:gd name="connsiteY34" fmla="*/ 785432 h 886029"/>
              <a:gd name="connsiteX35" fmla="*/ 50296 w 1891562"/>
              <a:gd name="connsiteY35" fmla="*/ 523628 h 886029"/>
              <a:gd name="connsiteX36" fmla="*/ 100591 w 1891562"/>
              <a:gd name="connsiteY36" fmla="*/ 573923 h 886029"/>
              <a:gd name="connsiteX37" fmla="*/ 50296 w 1891562"/>
              <a:gd name="connsiteY37" fmla="*/ 624218 h 886029"/>
              <a:gd name="connsiteX38" fmla="*/ 0 w 1891562"/>
              <a:gd name="connsiteY38" fmla="*/ 573923 h 886029"/>
              <a:gd name="connsiteX39" fmla="*/ 50296 w 1891562"/>
              <a:gd name="connsiteY39" fmla="*/ 523628 h 886029"/>
              <a:gd name="connsiteX40" fmla="*/ 348791 w 1891562"/>
              <a:gd name="connsiteY40" fmla="*/ 523627 h 886029"/>
              <a:gd name="connsiteX41" fmla="*/ 399086 w 1891562"/>
              <a:gd name="connsiteY41" fmla="*/ 573922 h 886029"/>
              <a:gd name="connsiteX42" fmla="*/ 348791 w 1891562"/>
              <a:gd name="connsiteY42" fmla="*/ 624217 h 886029"/>
              <a:gd name="connsiteX43" fmla="*/ 298495 w 1891562"/>
              <a:gd name="connsiteY43" fmla="*/ 573922 h 886029"/>
              <a:gd name="connsiteX44" fmla="*/ 348791 w 1891562"/>
              <a:gd name="connsiteY44" fmla="*/ 523627 h 886029"/>
              <a:gd name="connsiteX45" fmla="*/ 647286 w 1891562"/>
              <a:gd name="connsiteY45" fmla="*/ 523625 h 886029"/>
              <a:gd name="connsiteX46" fmla="*/ 697581 w 1891562"/>
              <a:gd name="connsiteY46" fmla="*/ 573921 h 886029"/>
              <a:gd name="connsiteX47" fmla="*/ 647286 w 1891562"/>
              <a:gd name="connsiteY47" fmla="*/ 624216 h 886029"/>
              <a:gd name="connsiteX48" fmla="*/ 596991 w 1891562"/>
              <a:gd name="connsiteY48" fmla="*/ 573921 h 886029"/>
              <a:gd name="connsiteX49" fmla="*/ 647286 w 1891562"/>
              <a:gd name="connsiteY49" fmla="*/ 523625 h 886029"/>
              <a:gd name="connsiteX50" fmla="*/ 945781 w 1891562"/>
              <a:gd name="connsiteY50" fmla="*/ 523624 h 886029"/>
              <a:gd name="connsiteX51" fmla="*/ 996077 w 1891562"/>
              <a:gd name="connsiteY51" fmla="*/ 573920 h 886029"/>
              <a:gd name="connsiteX52" fmla="*/ 945781 w 1891562"/>
              <a:gd name="connsiteY52" fmla="*/ 624215 h 886029"/>
              <a:gd name="connsiteX53" fmla="*/ 895486 w 1891562"/>
              <a:gd name="connsiteY53" fmla="*/ 573920 h 886029"/>
              <a:gd name="connsiteX54" fmla="*/ 945781 w 1891562"/>
              <a:gd name="connsiteY54" fmla="*/ 523624 h 886029"/>
              <a:gd name="connsiteX55" fmla="*/ 1244276 w 1891562"/>
              <a:gd name="connsiteY55" fmla="*/ 523623 h 886029"/>
              <a:gd name="connsiteX56" fmla="*/ 1294572 w 1891562"/>
              <a:gd name="connsiteY56" fmla="*/ 573919 h 886029"/>
              <a:gd name="connsiteX57" fmla="*/ 1244276 w 1891562"/>
              <a:gd name="connsiteY57" fmla="*/ 624214 h 886029"/>
              <a:gd name="connsiteX58" fmla="*/ 1193981 w 1891562"/>
              <a:gd name="connsiteY58" fmla="*/ 573919 h 886029"/>
              <a:gd name="connsiteX59" fmla="*/ 1244276 w 1891562"/>
              <a:gd name="connsiteY59" fmla="*/ 523623 h 886029"/>
              <a:gd name="connsiteX60" fmla="*/ 1542772 w 1891562"/>
              <a:gd name="connsiteY60" fmla="*/ 523622 h 886029"/>
              <a:gd name="connsiteX61" fmla="*/ 1593067 w 1891562"/>
              <a:gd name="connsiteY61" fmla="*/ 573917 h 886029"/>
              <a:gd name="connsiteX62" fmla="*/ 1542772 w 1891562"/>
              <a:gd name="connsiteY62" fmla="*/ 624213 h 886029"/>
              <a:gd name="connsiteX63" fmla="*/ 1492476 w 1891562"/>
              <a:gd name="connsiteY63" fmla="*/ 573917 h 886029"/>
              <a:gd name="connsiteX64" fmla="*/ 1542772 w 1891562"/>
              <a:gd name="connsiteY64" fmla="*/ 523622 h 886029"/>
              <a:gd name="connsiteX65" fmla="*/ 1841267 w 1891562"/>
              <a:gd name="connsiteY65" fmla="*/ 523621 h 886029"/>
              <a:gd name="connsiteX66" fmla="*/ 1891562 w 1891562"/>
              <a:gd name="connsiteY66" fmla="*/ 573916 h 886029"/>
              <a:gd name="connsiteX67" fmla="*/ 1841267 w 1891562"/>
              <a:gd name="connsiteY67" fmla="*/ 624212 h 886029"/>
              <a:gd name="connsiteX68" fmla="*/ 1790971 w 1891562"/>
              <a:gd name="connsiteY68" fmla="*/ 573916 h 886029"/>
              <a:gd name="connsiteX69" fmla="*/ 1841267 w 1891562"/>
              <a:gd name="connsiteY69" fmla="*/ 523621 h 886029"/>
              <a:gd name="connsiteX70" fmla="*/ 50297 w 1891562"/>
              <a:gd name="connsiteY70" fmla="*/ 261817 h 886029"/>
              <a:gd name="connsiteX71" fmla="*/ 100592 w 1891562"/>
              <a:gd name="connsiteY71" fmla="*/ 312112 h 886029"/>
              <a:gd name="connsiteX72" fmla="*/ 50297 w 1891562"/>
              <a:gd name="connsiteY72" fmla="*/ 362408 h 886029"/>
              <a:gd name="connsiteX73" fmla="*/ 1 w 1891562"/>
              <a:gd name="connsiteY73" fmla="*/ 312112 h 886029"/>
              <a:gd name="connsiteX74" fmla="*/ 50297 w 1891562"/>
              <a:gd name="connsiteY74" fmla="*/ 261817 h 886029"/>
              <a:gd name="connsiteX75" fmla="*/ 348791 w 1891562"/>
              <a:gd name="connsiteY75" fmla="*/ 261816 h 886029"/>
              <a:gd name="connsiteX76" fmla="*/ 399086 w 1891562"/>
              <a:gd name="connsiteY76" fmla="*/ 312111 h 886029"/>
              <a:gd name="connsiteX77" fmla="*/ 348791 w 1891562"/>
              <a:gd name="connsiteY77" fmla="*/ 362407 h 886029"/>
              <a:gd name="connsiteX78" fmla="*/ 298495 w 1891562"/>
              <a:gd name="connsiteY78" fmla="*/ 312111 h 886029"/>
              <a:gd name="connsiteX79" fmla="*/ 348791 w 1891562"/>
              <a:gd name="connsiteY79" fmla="*/ 261816 h 886029"/>
              <a:gd name="connsiteX80" fmla="*/ 647286 w 1891562"/>
              <a:gd name="connsiteY80" fmla="*/ 261815 h 886029"/>
              <a:gd name="connsiteX81" fmla="*/ 697581 w 1891562"/>
              <a:gd name="connsiteY81" fmla="*/ 312110 h 886029"/>
              <a:gd name="connsiteX82" fmla="*/ 647286 w 1891562"/>
              <a:gd name="connsiteY82" fmla="*/ 362406 h 886029"/>
              <a:gd name="connsiteX83" fmla="*/ 596992 w 1891562"/>
              <a:gd name="connsiteY83" fmla="*/ 312110 h 886029"/>
              <a:gd name="connsiteX84" fmla="*/ 647286 w 1891562"/>
              <a:gd name="connsiteY84" fmla="*/ 261815 h 886029"/>
              <a:gd name="connsiteX85" fmla="*/ 945781 w 1891562"/>
              <a:gd name="connsiteY85" fmla="*/ 261814 h 886029"/>
              <a:gd name="connsiteX86" fmla="*/ 996077 w 1891562"/>
              <a:gd name="connsiteY86" fmla="*/ 312109 h 886029"/>
              <a:gd name="connsiteX87" fmla="*/ 945781 w 1891562"/>
              <a:gd name="connsiteY87" fmla="*/ 362404 h 886029"/>
              <a:gd name="connsiteX88" fmla="*/ 895486 w 1891562"/>
              <a:gd name="connsiteY88" fmla="*/ 312109 h 886029"/>
              <a:gd name="connsiteX89" fmla="*/ 945781 w 1891562"/>
              <a:gd name="connsiteY89" fmla="*/ 261814 h 886029"/>
              <a:gd name="connsiteX90" fmla="*/ 1244276 w 1891562"/>
              <a:gd name="connsiteY90" fmla="*/ 261813 h 886029"/>
              <a:gd name="connsiteX91" fmla="*/ 1294572 w 1891562"/>
              <a:gd name="connsiteY91" fmla="*/ 312108 h 886029"/>
              <a:gd name="connsiteX92" fmla="*/ 1244276 w 1891562"/>
              <a:gd name="connsiteY92" fmla="*/ 362403 h 886029"/>
              <a:gd name="connsiteX93" fmla="*/ 1193981 w 1891562"/>
              <a:gd name="connsiteY93" fmla="*/ 312108 h 886029"/>
              <a:gd name="connsiteX94" fmla="*/ 1244276 w 1891562"/>
              <a:gd name="connsiteY94" fmla="*/ 261813 h 886029"/>
              <a:gd name="connsiteX95" fmla="*/ 1542772 w 1891562"/>
              <a:gd name="connsiteY95" fmla="*/ 261811 h 886029"/>
              <a:gd name="connsiteX96" fmla="*/ 1593067 w 1891562"/>
              <a:gd name="connsiteY96" fmla="*/ 312107 h 886029"/>
              <a:gd name="connsiteX97" fmla="*/ 1542772 w 1891562"/>
              <a:gd name="connsiteY97" fmla="*/ 362402 h 886029"/>
              <a:gd name="connsiteX98" fmla="*/ 1492476 w 1891562"/>
              <a:gd name="connsiteY98" fmla="*/ 312107 h 886029"/>
              <a:gd name="connsiteX99" fmla="*/ 1542772 w 1891562"/>
              <a:gd name="connsiteY99" fmla="*/ 261811 h 886029"/>
              <a:gd name="connsiteX100" fmla="*/ 1841267 w 1891562"/>
              <a:gd name="connsiteY100" fmla="*/ 261810 h 886029"/>
              <a:gd name="connsiteX101" fmla="*/ 1891562 w 1891562"/>
              <a:gd name="connsiteY101" fmla="*/ 312106 h 886029"/>
              <a:gd name="connsiteX102" fmla="*/ 1841267 w 1891562"/>
              <a:gd name="connsiteY102" fmla="*/ 362401 h 886029"/>
              <a:gd name="connsiteX103" fmla="*/ 1790971 w 1891562"/>
              <a:gd name="connsiteY103" fmla="*/ 312106 h 886029"/>
              <a:gd name="connsiteX104" fmla="*/ 1841267 w 1891562"/>
              <a:gd name="connsiteY104" fmla="*/ 261810 h 886029"/>
              <a:gd name="connsiteX105" fmla="*/ 50297 w 1891562"/>
              <a:gd name="connsiteY105" fmla="*/ 6 h 886029"/>
              <a:gd name="connsiteX106" fmla="*/ 100592 w 1891562"/>
              <a:gd name="connsiteY106" fmla="*/ 50302 h 886029"/>
              <a:gd name="connsiteX107" fmla="*/ 50297 w 1891562"/>
              <a:gd name="connsiteY107" fmla="*/ 100597 h 886029"/>
              <a:gd name="connsiteX108" fmla="*/ 1 w 1891562"/>
              <a:gd name="connsiteY108" fmla="*/ 50302 h 886029"/>
              <a:gd name="connsiteX109" fmla="*/ 50297 w 1891562"/>
              <a:gd name="connsiteY109" fmla="*/ 6 h 886029"/>
              <a:gd name="connsiteX110" fmla="*/ 348792 w 1891562"/>
              <a:gd name="connsiteY110" fmla="*/ 5 h 886029"/>
              <a:gd name="connsiteX111" fmla="*/ 399087 w 1891562"/>
              <a:gd name="connsiteY111" fmla="*/ 50301 h 886029"/>
              <a:gd name="connsiteX112" fmla="*/ 348792 w 1891562"/>
              <a:gd name="connsiteY112" fmla="*/ 100596 h 886029"/>
              <a:gd name="connsiteX113" fmla="*/ 298497 w 1891562"/>
              <a:gd name="connsiteY113" fmla="*/ 50301 h 886029"/>
              <a:gd name="connsiteX114" fmla="*/ 348792 w 1891562"/>
              <a:gd name="connsiteY114" fmla="*/ 5 h 886029"/>
              <a:gd name="connsiteX115" fmla="*/ 647287 w 1891562"/>
              <a:gd name="connsiteY115" fmla="*/ 4 h 886029"/>
              <a:gd name="connsiteX116" fmla="*/ 697581 w 1891562"/>
              <a:gd name="connsiteY116" fmla="*/ 50300 h 886029"/>
              <a:gd name="connsiteX117" fmla="*/ 647287 w 1891562"/>
              <a:gd name="connsiteY117" fmla="*/ 100595 h 886029"/>
              <a:gd name="connsiteX118" fmla="*/ 596992 w 1891562"/>
              <a:gd name="connsiteY118" fmla="*/ 50300 h 886029"/>
              <a:gd name="connsiteX119" fmla="*/ 647287 w 1891562"/>
              <a:gd name="connsiteY119" fmla="*/ 4 h 886029"/>
              <a:gd name="connsiteX120" fmla="*/ 945781 w 1891562"/>
              <a:gd name="connsiteY120" fmla="*/ 3 h 886029"/>
              <a:gd name="connsiteX121" fmla="*/ 996077 w 1891562"/>
              <a:gd name="connsiteY121" fmla="*/ 50298 h 886029"/>
              <a:gd name="connsiteX122" fmla="*/ 945781 w 1891562"/>
              <a:gd name="connsiteY122" fmla="*/ 100594 h 886029"/>
              <a:gd name="connsiteX123" fmla="*/ 895486 w 1891562"/>
              <a:gd name="connsiteY123" fmla="*/ 50298 h 886029"/>
              <a:gd name="connsiteX124" fmla="*/ 945781 w 1891562"/>
              <a:gd name="connsiteY124" fmla="*/ 3 h 886029"/>
              <a:gd name="connsiteX125" fmla="*/ 1244276 w 1891562"/>
              <a:gd name="connsiteY125" fmla="*/ 2 h 886029"/>
              <a:gd name="connsiteX126" fmla="*/ 1294572 w 1891562"/>
              <a:gd name="connsiteY126" fmla="*/ 50297 h 886029"/>
              <a:gd name="connsiteX127" fmla="*/ 1244276 w 1891562"/>
              <a:gd name="connsiteY127" fmla="*/ 100593 h 886029"/>
              <a:gd name="connsiteX128" fmla="*/ 1193981 w 1891562"/>
              <a:gd name="connsiteY128" fmla="*/ 50297 h 886029"/>
              <a:gd name="connsiteX129" fmla="*/ 1244276 w 1891562"/>
              <a:gd name="connsiteY129" fmla="*/ 2 h 886029"/>
              <a:gd name="connsiteX130" fmla="*/ 1542772 w 1891562"/>
              <a:gd name="connsiteY130" fmla="*/ 1 h 886029"/>
              <a:gd name="connsiteX131" fmla="*/ 1593067 w 1891562"/>
              <a:gd name="connsiteY131" fmla="*/ 50296 h 886029"/>
              <a:gd name="connsiteX132" fmla="*/ 1542772 w 1891562"/>
              <a:gd name="connsiteY132" fmla="*/ 100591 h 886029"/>
              <a:gd name="connsiteX133" fmla="*/ 1492476 w 1891562"/>
              <a:gd name="connsiteY133" fmla="*/ 50296 h 886029"/>
              <a:gd name="connsiteX134" fmla="*/ 1542772 w 1891562"/>
              <a:gd name="connsiteY134" fmla="*/ 1 h 886029"/>
              <a:gd name="connsiteX135" fmla="*/ 1841267 w 1891562"/>
              <a:gd name="connsiteY135" fmla="*/ 0 h 886029"/>
              <a:gd name="connsiteX136" fmla="*/ 1891562 w 1891562"/>
              <a:gd name="connsiteY136" fmla="*/ 50295 h 886029"/>
              <a:gd name="connsiteX137" fmla="*/ 1841267 w 1891562"/>
              <a:gd name="connsiteY137" fmla="*/ 100590 h 886029"/>
              <a:gd name="connsiteX138" fmla="*/ 1790971 w 1891562"/>
              <a:gd name="connsiteY138" fmla="*/ 50295 h 886029"/>
              <a:gd name="connsiteX139" fmla="*/ 1841267 w 1891562"/>
              <a:gd name="connsiteY139" fmla="*/ 0 h 8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891562" h="886029">
                <a:moveTo>
                  <a:pt x="50296" y="785438"/>
                </a:moveTo>
                <a:cubicBezTo>
                  <a:pt x="78073" y="785438"/>
                  <a:pt x="100591" y="807956"/>
                  <a:pt x="100591" y="835734"/>
                </a:cubicBezTo>
                <a:cubicBezTo>
                  <a:pt x="100591" y="863512"/>
                  <a:pt x="78073" y="886029"/>
                  <a:pt x="50296" y="886029"/>
                </a:cubicBezTo>
                <a:cubicBezTo>
                  <a:pt x="22518" y="886029"/>
                  <a:pt x="0" y="863512"/>
                  <a:pt x="0" y="835734"/>
                </a:cubicBezTo>
                <a:cubicBezTo>
                  <a:pt x="0" y="807956"/>
                  <a:pt x="22518" y="785438"/>
                  <a:pt x="50296" y="785438"/>
                </a:cubicBezTo>
                <a:close/>
                <a:moveTo>
                  <a:pt x="348791" y="785437"/>
                </a:moveTo>
                <a:cubicBezTo>
                  <a:pt x="376569" y="785437"/>
                  <a:pt x="399086" y="807955"/>
                  <a:pt x="399086" y="835733"/>
                </a:cubicBezTo>
                <a:cubicBezTo>
                  <a:pt x="399086" y="863510"/>
                  <a:pt x="376569" y="886028"/>
                  <a:pt x="348791" y="886028"/>
                </a:cubicBezTo>
                <a:cubicBezTo>
                  <a:pt x="321013" y="886028"/>
                  <a:pt x="298495" y="863510"/>
                  <a:pt x="298495" y="835733"/>
                </a:cubicBezTo>
                <a:cubicBezTo>
                  <a:pt x="298495" y="807955"/>
                  <a:pt x="321013" y="785437"/>
                  <a:pt x="348791" y="785437"/>
                </a:cubicBezTo>
                <a:close/>
                <a:moveTo>
                  <a:pt x="647286" y="785436"/>
                </a:moveTo>
                <a:cubicBezTo>
                  <a:pt x="675064" y="785436"/>
                  <a:pt x="697581" y="807954"/>
                  <a:pt x="697581" y="835731"/>
                </a:cubicBezTo>
                <a:cubicBezTo>
                  <a:pt x="697581" y="863509"/>
                  <a:pt x="675064" y="886027"/>
                  <a:pt x="647286" y="886027"/>
                </a:cubicBezTo>
                <a:cubicBezTo>
                  <a:pt x="619508" y="886027"/>
                  <a:pt x="596991" y="863509"/>
                  <a:pt x="596991" y="835731"/>
                </a:cubicBezTo>
                <a:cubicBezTo>
                  <a:pt x="596991" y="807954"/>
                  <a:pt x="619508" y="785436"/>
                  <a:pt x="647286" y="785436"/>
                </a:cubicBezTo>
                <a:close/>
                <a:moveTo>
                  <a:pt x="945781" y="785435"/>
                </a:moveTo>
                <a:cubicBezTo>
                  <a:pt x="973559" y="785435"/>
                  <a:pt x="996077" y="807952"/>
                  <a:pt x="996077" y="835730"/>
                </a:cubicBezTo>
                <a:cubicBezTo>
                  <a:pt x="996077" y="863508"/>
                  <a:pt x="973559" y="886026"/>
                  <a:pt x="945781" y="886026"/>
                </a:cubicBezTo>
                <a:cubicBezTo>
                  <a:pt x="918003" y="886026"/>
                  <a:pt x="895486" y="863508"/>
                  <a:pt x="895486" y="835730"/>
                </a:cubicBezTo>
                <a:cubicBezTo>
                  <a:pt x="895486" y="807952"/>
                  <a:pt x="918003" y="785435"/>
                  <a:pt x="945781" y="785435"/>
                </a:cubicBezTo>
                <a:close/>
                <a:moveTo>
                  <a:pt x="1244276" y="785434"/>
                </a:moveTo>
                <a:cubicBezTo>
                  <a:pt x="1272054" y="785434"/>
                  <a:pt x="1294572" y="807951"/>
                  <a:pt x="1294572" y="835729"/>
                </a:cubicBezTo>
                <a:cubicBezTo>
                  <a:pt x="1294572" y="863507"/>
                  <a:pt x="1272054" y="886025"/>
                  <a:pt x="1244276" y="886025"/>
                </a:cubicBezTo>
                <a:cubicBezTo>
                  <a:pt x="1216498" y="886025"/>
                  <a:pt x="1193981" y="863507"/>
                  <a:pt x="1193981" y="835729"/>
                </a:cubicBezTo>
                <a:cubicBezTo>
                  <a:pt x="1193981" y="807951"/>
                  <a:pt x="1216498" y="785434"/>
                  <a:pt x="1244276" y="785434"/>
                </a:cubicBezTo>
                <a:close/>
                <a:moveTo>
                  <a:pt x="1542772" y="785433"/>
                </a:moveTo>
                <a:cubicBezTo>
                  <a:pt x="1570549" y="785433"/>
                  <a:pt x="1593067" y="807950"/>
                  <a:pt x="1593067" y="835728"/>
                </a:cubicBezTo>
                <a:cubicBezTo>
                  <a:pt x="1593067" y="863506"/>
                  <a:pt x="1570549" y="886023"/>
                  <a:pt x="1542772" y="886023"/>
                </a:cubicBezTo>
                <a:cubicBezTo>
                  <a:pt x="1514994" y="886023"/>
                  <a:pt x="1492476" y="863506"/>
                  <a:pt x="1492476" y="835728"/>
                </a:cubicBezTo>
                <a:cubicBezTo>
                  <a:pt x="1492476" y="807950"/>
                  <a:pt x="1514994" y="785433"/>
                  <a:pt x="1542772" y="785433"/>
                </a:cubicBezTo>
                <a:close/>
                <a:moveTo>
                  <a:pt x="1841267" y="785432"/>
                </a:moveTo>
                <a:cubicBezTo>
                  <a:pt x="1869045" y="785432"/>
                  <a:pt x="1891562" y="807949"/>
                  <a:pt x="1891562" y="835727"/>
                </a:cubicBezTo>
                <a:cubicBezTo>
                  <a:pt x="1891562" y="863505"/>
                  <a:pt x="1869045" y="886022"/>
                  <a:pt x="1841267" y="886022"/>
                </a:cubicBezTo>
                <a:cubicBezTo>
                  <a:pt x="1813489" y="886022"/>
                  <a:pt x="1790971" y="863505"/>
                  <a:pt x="1790971" y="835727"/>
                </a:cubicBezTo>
                <a:cubicBezTo>
                  <a:pt x="1790971" y="807949"/>
                  <a:pt x="1813489" y="785432"/>
                  <a:pt x="1841267" y="785432"/>
                </a:cubicBezTo>
                <a:close/>
                <a:moveTo>
                  <a:pt x="50296" y="523628"/>
                </a:moveTo>
                <a:cubicBezTo>
                  <a:pt x="78073" y="523628"/>
                  <a:pt x="100591" y="546145"/>
                  <a:pt x="100591" y="573923"/>
                </a:cubicBezTo>
                <a:cubicBezTo>
                  <a:pt x="100591" y="601701"/>
                  <a:pt x="78073" y="624218"/>
                  <a:pt x="50296" y="624218"/>
                </a:cubicBezTo>
                <a:cubicBezTo>
                  <a:pt x="22518" y="624218"/>
                  <a:pt x="0" y="601701"/>
                  <a:pt x="0" y="573923"/>
                </a:cubicBezTo>
                <a:cubicBezTo>
                  <a:pt x="0" y="546145"/>
                  <a:pt x="22518" y="523628"/>
                  <a:pt x="50296" y="523628"/>
                </a:cubicBezTo>
                <a:close/>
                <a:moveTo>
                  <a:pt x="348791" y="523627"/>
                </a:moveTo>
                <a:cubicBezTo>
                  <a:pt x="376569" y="523627"/>
                  <a:pt x="399086" y="546144"/>
                  <a:pt x="399086" y="573922"/>
                </a:cubicBezTo>
                <a:cubicBezTo>
                  <a:pt x="399086" y="601700"/>
                  <a:pt x="376569" y="624217"/>
                  <a:pt x="348791" y="624217"/>
                </a:cubicBezTo>
                <a:cubicBezTo>
                  <a:pt x="321013" y="624217"/>
                  <a:pt x="298495" y="601700"/>
                  <a:pt x="298495" y="573922"/>
                </a:cubicBezTo>
                <a:cubicBezTo>
                  <a:pt x="298495" y="546144"/>
                  <a:pt x="321013" y="523627"/>
                  <a:pt x="348791" y="523627"/>
                </a:cubicBezTo>
                <a:close/>
                <a:moveTo>
                  <a:pt x="647286" y="523625"/>
                </a:moveTo>
                <a:cubicBezTo>
                  <a:pt x="675064" y="523625"/>
                  <a:pt x="697581" y="546143"/>
                  <a:pt x="697581" y="573921"/>
                </a:cubicBezTo>
                <a:cubicBezTo>
                  <a:pt x="697581" y="601699"/>
                  <a:pt x="675064" y="624216"/>
                  <a:pt x="647286" y="624216"/>
                </a:cubicBezTo>
                <a:cubicBezTo>
                  <a:pt x="619508" y="624216"/>
                  <a:pt x="596991" y="601699"/>
                  <a:pt x="596991" y="573921"/>
                </a:cubicBezTo>
                <a:cubicBezTo>
                  <a:pt x="596991" y="546143"/>
                  <a:pt x="619508" y="523625"/>
                  <a:pt x="647286" y="523625"/>
                </a:cubicBezTo>
                <a:close/>
                <a:moveTo>
                  <a:pt x="945781" y="523624"/>
                </a:moveTo>
                <a:cubicBezTo>
                  <a:pt x="973559" y="523624"/>
                  <a:pt x="996077" y="546142"/>
                  <a:pt x="996077" y="573920"/>
                </a:cubicBezTo>
                <a:cubicBezTo>
                  <a:pt x="996077" y="601698"/>
                  <a:pt x="973559" y="624215"/>
                  <a:pt x="945781" y="624215"/>
                </a:cubicBezTo>
                <a:cubicBezTo>
                  <a:pt x="918003" y="624215"/>
                  <a:pt x="895486" y="601698"/>
                  <a:pt x="895486" y="573920"/>
                </a:cubicBezTo>
                <a:cubicBezTo>
                  <a:pt x="895486" y="546142"/>
                  <a:pt x="918003" y="523624"/>
                  <a:pt x="945781" y="523624"/>
                </a:cubicBezTo>
                <a:close/>
                <a:moveTo>
                  <a:pt x="1244276" y="523623"/>
                </a:moveTo>
                <a:cubicBezTo>
                  <a:pt x="1272054" y="523623"/>
                  <a:pt x="1294572" y="546141"/>
                  <a:pt x="1294572" y="573919"/>
                </a:cubicBezTo>
                <a:cubicBezTo>
                  <a:pt x="1294572" y="601696"/>
                  <a:pt x="1272054" y="624214"/>
                  <a:pt x="1244276" y="624214"/>
                </a:cubicBezTo>
                <a:cubicBezTo>
                  <a:pt x="1216498" y="624214"/>
                  <a:pt x="1193981" y="601696"/>
                  <a:pt x="1193981" y="573919"/>
                </a:cubicBezTo>
                <a:cubicBezTo>
                  <a:pt x="1193981" y="546141"/>
                  <a:pt x="1216498" y="523623"/>
                  <a:pt x="1244276" y="523623"/>
                </a:cubicBezTo>
                <a:close/>
                <a:moveTo>
                  <a:pt x="1542772" y="523622"/>
                </a:moveTo>
                <a:cubicBezTo>
                  <a:pt x="1570549" y="523622"/>
                  <a:pt x="1593067" y="546140"/>
                  <a:pt x="1593067" y="573917"/>
                </a:cubicBezTo>
                <a:cubicBezTo>
                  <a:pt x="1593067" y="601695"/>
                  <a:pt x="1570549" y="624213"/>
                  <a:pt x="1542772" y="624213"/>
                </a:cubicBezTo>
                <a:cubicBezTo>
                  <a:pt x="1514994" y="624213"/>
                  <a:pt x="1492476" y="601695"/>
                  <a:pt x="1492476" y="573917"/>
                </a:cubicBezTo>
                <a:cubicBezTo>
                  <a:pt x="1492476" y="546140"/>
                  <a:pt x="1514994" y="523622"/>
                  <a:pt x="1542772" y="523622"/>
                </a:cubicBezTo>
                <a:close/>
                <a:moveTo>
                  <a:pt x="1841267" y="523621"/>
                </a:moveTo>
                <a:cubicBezTo>
                  <a:pt x="1869045" y="523621"/>
                  <a:pt x="1891562" y="546138"/>
                  <a:pt x="1891562" y="573916"/>
                </a:cubicBezTo>
                <a:cubicBezTo>
                  <a:pt x="1891562" y="601694"/>
                  <a:pt x="1869045" y="624212"/>
                  <a:pt x="1841267" y="624212"/>
                </a:cubicBezTo>
                <a:cubicBezTo>
                  <a:pt x="1813489" y="624212"/>
                  <a:pt x="1790971" y="601694"/>
                  <a:pt x="1790971" y="573916"/>
                </a:cubicBezTo>
                <a:cubicBezTo>
                  <a:pt x="1790971" y="546138"/>
                  <a:pt x="1813489" y="523621"/>
                  <a:pt x="1841267" y="523621"/>
                </a:cubicBezTo>
                <a:close/>
                <a:moveTo>
                  <a:pt x="50297" y="261817"/>
                </a:moveTo>
                <a:cubicBezTo>
                  <a:pt x="78075" y="261817"/>
                  <a:pt x="100592" y="284335"/>
                  <a:pt x="100592" y="312112"/>
                </a:cubicBezTo>
                <a:cubicBezTo>
                  <a:pt x="100592" y="339890"/>
                  <a:pt x="78075" y="362408"/>
                  <a:pt x="50297" y="362408"/>
                </a:cubicBezTo>
                <a:cubicBezTo>
                  <a:pt x="22519" y="362408"/>
                  <a:pt x="1" y="339890"/>
                  <a:pt x="1" y="312112"/>
                </a:cubicBezTo>
                <a:cubicBezTo>
                  <a:pt x="1" y="284335"/>
                  <a:pt x="22519" y="261817"/>
                  <a:pt x="50297" y="261817"/>
                </a:cubicBezTo>
                <a:close/>
                <a:moveTo>
                  <a:pt x="348791" y="261816"/>
                </a:moveTo>
                <a:cubicBezTo>
                  <a:pt x="376570" y="261816"/>
                  <a:pt x="399086" y="284333"/>
                  <a:pt x="399086" y="312111"/>
                </a:cubicBezTo>
                <a:cubicBezTo>
                  <a:pt x="399086" y="339889"/>
                  <a:pt x="376570" y="362407"/>
                  <a:pt x="348791" y="362407"/>
                </a:cubicBezTo>
                <a:cubicBezTo>
                  <a:pt x="321013" y="362407"/>
                  <a:pt x="298495" y="339889"/>
                  <a:pt x="298495" y="312111"/>
                </a:cubicBezTo>
                <a:cubicBezTo>
                  <a:pt x="298495" y="284333"/>
                  <a:pt x="321013" y="261816"/>
                  <a:pt x="348791" y="261816"/>
                </a:cubicBezTo>
                <a:close/>
                <a:moveTo>
                  <a:pt x="647286" y="261815"/>
                </a:moveTo>
                <a:cubicBezTo>
                  <a:pt x="675065" y="261815"/>
                  <a:pt x="697581" y="284332"/>
                  <a:pt x="697581" y="312110"/>
                </a:cubicBezTo>
                <a:cubicBezTo>
                  <a:pt x="697581" y="339888"/>
                  <a:pt x="675065" y="362406"/>
                  <a:pt x="647286" y="362406"/>
                </a:cubicBezTo>
                <a:cubicBezTo>
                  <a:pt x="619508" y="362406"/>
                  <a:pt x="596992" y="339888"/>
                  <a:pt x="596992" y="312110"/>
                </a:cubicBezTo>
                <a:cubicBezTo>
                  <a:pt x="596992" y="284332"/>
                  <a:pt x="619508" y="261815"/>
                  <a:pt x="647286" y="261815"/>
                </a:cubicBezTo>
                <a:close/>
                <a:moveTo>
                  <a:pt x="945781" y="261814"/>
                </a:moveTo>
                <a:cubicBezTo>
                  <a:pt x="973559" y="261814"/>
                  <a:pt x="996077" y="284331"/>
                  <a:pt x="996077" y="312109"/>
                </a:cubicBezTo>
                <a:cubicBezTo>
                  <a:pt x="996077" y="339887"/>
                  <a:pt x="973559" y="362404"/>
                  <a:pt x="945781" y="362404"/>
                </a:cubicBezTo>
                <a:cubicBezTo>
                  <a:pt x="918003" y="362404"/>
                  <a:pt x="895486" y="339887"/>
                  <a:pt x="895486" y="312109"/>
                </a:cubicBezTo>
                <a:cubicBezTo>
                  <a:pt x="895486" y="284331"/>
                  <a:pt x="918003" y="261814"/>
                  <a:pt x="945781" y="261814"/>
                </a:cubicBezTo>
                <a:close/>
                <a:moveTo>
                  <a:pt x="1244276" y="261813"/>
                </a:moveTo>
                <a:cubicBezTo>
                  <a:pt x="1272054" y="261813"/>
                  <a:pt x="1294572" y="284330"/>
                  <a:pt x="1294572" y="312108"/>
                </a:cubicBezTo>
                <a:cubicBezTo>
                  <a:pt x="1294572" y="339886"/>
                  <a:pt x="1272054" y="362403"/>
                  <a:pt x="1244276" y="362403"/>
                </a:cubicBezTo>
                <a:cubicBezTo>
                  <a:pt x="1216498" y="362403"/>
                  <a:pt x="1193981" y="339886"/>
                  <a:pt x="1193981" y="312108"/>
                </a:cubicBezTo>
                <a:cubicBezTo>
                  <a:pt x="1193981" y="284330"/>
                  <a:pt x="1216498" y="261813"/>
                  <a:pt x="1244276" y="261813"/>
                </a:cubicBezTo>
                <a:close/>
                <a:moveTo>
                  <a:pt x="1542772" y="261811"/>
                </a:moveTo>
                <a:cubicBezTo>
                  <a:pt x="1570549" y="261811"/>
                  <a:pt x="1593067" y="284329"/>
                  <a:pt x="1593067" y="312107"/>
                </a:cubicBezTo>
                <a:cubicBezTo>
                  <a:pt x="1593067" y="339885"/>
                  <a:pt x="1570549" y="362402"/>
                  <a:pt x="1542772" y="362402"/>
                </a:cubicBezTo>
                <a:cubicBezTo>
                  <a:pt x="1514994" y="362402"/>
                  <a:pt x="1492476" y="339885"/>
                  <a:pt x="1492476" y="312107"/>
                </a:cubicBezTo>
                <a:cubicBezTo>
                  <a:pt x="1492476" y="284329"/>
                  <a:pt x="1514994" y="261811"/>
                  <a:pt x="1542772" y="261811"/>
                </a:cubicBezTo>
                <a:close/>
                <a:moveTo>
                  <a:pt x="1841267" y="261810"/>
                </a:moveTo>
                <a:cubicBezTo>
                  <a:pt x="1869045" y="261810"/>
                  <a:pt x="1891562" y="284328"/>
                  <a:pt x="1891562" y="312106"/>
                </a:cubicBezTo>
                <a:cubicBezTo>
                  <a:pt x="1891562" y="339884"/>
                  <a:pt x="1869045" y="362401"/>
                  <a:pt x="1841267" y="362401"/>
                </a:cubicBezTo>
                <a:cubicBezTo>
                  <a:pt x="1813489" y="362401"/>
                  <a:pt x="1790971" y="339884"/>
                  <a:pt x="1790971" y="312106"/>
                </a:cubicBezTo>
                <a:cubicBezTo>
                  <a:pt x="1790971" y="284328"/>
                  <a:pt x="1813489" y="261810"/>
                  <a:pt x="1841267" y="261810"/>
                </a:cubicBezTo>
                <a:close/>
                <a:moveTo>
                  <a:pt x="50297" y="6"/>
                </a:moveTo>
                <a:cubicBezTo>
                  <a:pt x="78075" y="6"/>
                  <a:pt x="100592" y="22524"/>
                  <a:pt x="100592" y="50302"/>
                </a:cubicBezTo>
                <a:cubicBezTo>
                  <a:pt x="100592" y="78080"/>
                  <a:pt x="78075" y="100597"/>
                  <a:pt x="50297" y="100597"/>
                </a:cubicBezTo>
                <a:cubicBezTo>
                  <a:pt x="22519" y="100597"/>
                  <a:pt x="1" y="78080"/>
                  <a:pt x="1" y="50302"/>
                </a:cubicBezTo>
                <a:cubicBezTo>
                  <a:pt x="1" y="22524"/>
                  <a:pt x="22519" y="6"/>
                  <a:pt x="50297" y="6"/>
                </a:cubicBezTo>
                <a:close/>
                <a:moveTo>
                  <a:pt x="348792" y="5"/>
                </a:moveTo>
                <a:cubicBezTo>
                  <a:pt x="376570" y="5"/>
                  <a:pt x="399087" y="22523"/>
                  <a:pt x="399087" y="50301"/>
                </a:cubicBezTo>
                <a:cubicBezTo>
                  <a:pt x="399087" y="78078"/>
                  <a:pt x="376570" y="100596"/>
                  <a:pt x="348792" y="100596"/>
                </a:cubicBezTo>
                <a:cubicBezTo>
                  <a:pt x="321014" y="100596"/>
                  <a:pt x="298497" y="78078"/>
                  <a:pt x="298497" y="50301"/>
                </a:cubicBezTo>
                <a:cubicBezTo>
                  <a:pt x="298497" y="22523"/>
                  <a:pt x="321014" y="5"/>
                  <a:pt x="348792" y="5"/>
                </a:cubicBezTo>
                <a:close/>
                <a:moveTo>
                  <a:pt x="647287" y="4"/>
                </a:moveTo>
                <a:cubicBezTo>
                  <a:pt x="675065" y="4"/>
                  <a:pt x="697581" y="22522"/>
                  <a:pt x="697581" y="50300"/>
                </a:cubicBezTo>
                <a:cubicBezTo>
                  <a:pt x="697581" y="78077"/>
                  <a:pt x="675065" y="100595"/>
                  <a:pt x="647287" y="100595"/>
                </a:cubicBezTo>
                <a:cubicBezTo>
                  <a:pt x="619509" y="100595"/>
                  <a:pt x="596992" y="78077"/>
                  <a:pt x="596992" y="50300"/>
                </a:cubicBezTo>
                <a:cubicBezTo>
                  <a:pt x="596992" y="22522"/>
                  <a:pt x="619509" y="4"/>
                  <a:pt x="647287" y="4"/>
                </a:cubicBezTo>
                <a:close/>
                <a:moveTo>
                  <a:pt x="945781" y="3"/>
                </a:moveTo>
                <a:cubicBezTo>
                  <a:pt x="973559" y="3"/>
                  <a:pt x="996077" y="22521"/>
                  <a:pt x="996077" y="50298"/>
                </a:cubicBezTo>
                <a:cubicBezTo>
                  <a:pt x="996077" y="78076"/>
                  <a:pt x="973559" y="100594"/>
                  <a:pt x="945781" y="100594"/>
                </a:cubicBezTo>
                <a:cubicBezTo>
                  <a:pt x="918003" y="100594"/>
                  <a:pt x="895486" y="78076"/>
                  <a:pt x="895486" y="50298"/>
                </a:cubicBezTo>
                <a:cubicBezTo>
                  <a:pt x="895486" y="22521"/>
                  <a:pt x="918003" y="3"/>
                  <a:pt x="945781" y="3"/>
                </a:cubicBezTo>
                <a:close/>
                <a:moveTo>
                  <a:pt x="1244276" y="2"/>
                </a:moveTo>
                <a:cubicBezTo>
                  <a:pt x="1272054" y="2"/>
                  <a:pt x="1294572" y="22519"/>
                  <a:pt x="1294572" y="50297"/>
                </a:cubicBezTo>
                <a:cubicBezTo>
                  <a:pt x="1294572" y="78075"/>
                  <a:pt x="1272054" y="100593"/>
                  <a:pt x="1244276" y="100593"/>
                </a:cubicBezTo>
                <a:cubicBezTo>
                  <a:pt x="1216498" y="100593"/>
                  <a:pt x="1193981" y="78075"/>
                  <a:pt x="1193981" y="50297"/>
                </a:cubicBezTo>
                <a:cubicBezTo>
                  <a:pt x="1193981" y="22519"/>
                  <a:pt x="1216498" y="2"/>
                  <a:pt x="1244276" y="2"/>
                </a:cubicBezTo>
                <a:close/>
                <a:moveTo>
                  <a:pt x="1542772" y="1"/>
                </a:moveTo>
                <a:cubicBezTo>
                  <a:pt x="1570549" y="1"/>
                  <a:pt x="1593067" y="22518"/>
                  <a:pt x="1593067" y="50296"/>
                </a:cubicBezTo>
                <a:cubicBezTo>
                  <a:pt x="1593067" y="78074"/>
                  <a:pt x="1570549" y="100591"/>
                  <a:pt x="1542772" y="100591"/>
                </a:cubicBezTo>
                <a:cubicBezTo>
                  <a:pt x="1514994" y="100591"/>
                  <a:pt x="1492476" y="78074"/>
                  <a:pt x="1492476" y="50296"/>
                </a:cubicBezTo>
                <a:cubicBezTo>
                  <a:pt x="1492476" y="22518"/>
                  <a:pt x="1514994" y="1"/>
                  <a:pt x="1542772" y="1"/>
                </a:cubicBezTo>
                <a:close/>
                <a:moveTo>
                  <a:pt x="1841267" y="0"/>
                </a:moveTo>
                <a:cubicBezTo>
                  <a:pt x="1869045" y="0"/>
                  <a:pt x="1891562" y="22517"/>
                  <a:pt x="1891562" y="50295"/>
                </a:cubicBezTo>
                <a:cubicBezTo>
                  <a:pt x="1891562" y="78073"/>
                  <a:pt x="1869045" y="100590"/>
                  <a:pt x="1841267" y="100590"/>
                </a:cubicBezTo>
                <a:cubicBezTo>
                  <a:pt x="1813489" y="100590"/>
                  <a:pt x="1790971" y="78073"/>
                  <a:pt x="1790971" y="50295"/>
                </a:cubicBezTo>
                <a:cubicBezTo>
                  <a:pt x="1790971" y="22517"/>
                  <a:pt x="1813489" y="0"/>
                  <a:pt x="1841267"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C6A6535E-6A90-4FDF-9080-AA316D26E754}"/>
              </a:ext>
            </a:extLst>
          </p:cNvPr>
          <p:cNvSpPr/>
          <p:nvPr userDrawn="1"/>
        </p:nvSpPr>
        <p:spPr>
          <a:xfrm>
            <a:off x="246155" y="6348638"/>
            <a:ext cx="2190056" cy="362408"/>
          </a:xfrm>
          <a:custGeom>
            <a:avLst/>
            <a:gdLst>
              <a:gd name="connsiteX0" fmla="*/ 348791 w 2190056"/>
              <a:gd name="connsiteY0" fmla="*/ 261818 h 362408"/>
              <a:gd name="connsiteX1" fmla="*/ 399086 w 2190056"/>
              <a:gd name="connsiteY1" fmla="*/ 312113 h 362408"/>
              <a:gd name="connsiteX2" fmla="*/ 348791 w 2190056"/>
              <a:gd name="connsiteY2" fmla="*/ 362408 h 362408"/>
              <a:gd name="connsiteX3" fmla="*/ 298495 w 2190056"/>
              <a:gd name="connsiteY3" fmla="*/ 312113 h 362408"/>
              <a:gd name="connsiteX4" fmla="*/ 348791 w 2190056"/>
              <a:gd name="connsiteY4" fmla="*/ 261818 h 362408"/>
              <a:gd name="connsiteX5" fmla="*/ 50296 w 2190056"/>
              <a:gd name="connsiteY5" fmla="*/ 261818 h 362408"/>
              <a:gd name="connsiteX6" fmla="*/ 100591 w 2190056"/>
              <a:gd name="connsiteY6" fmla="*/ 312113 h 362408"/>
              <a:gd name="connsiteX7" fmla="*/ 50296 w 2190056"/>
              <a:gd name="connsiteY7" fmla="*/ 362408 h 362408"/>
              <a:gd name="connsiteX8" fmla="*/ 0 w 2190056"/>
              <a:gd name="connsiteY8" fmla="*/ 312113 h 362408"/>
              <a:gd name="connsiteX9" fmla="*/ 50296 w 2190056"/>
              <a:gd name="connsiteY9" fmla="*/ 261818 h 362408"/>
              <a:gd name="connsiteX10" fmla="*/ 647286 w 2190056"/>
              <a:gd name="connsiteY10" fmla="*/ 261816 h 362408"/>
              <a:gd name="connsiteX11" fmla="*/ 697581 w 2190056"/>
              <a:gd name="connsiteY11" fmla="*/ 312112 h 362408"/>
              <a:gd name="connsiteX12" fmla="*/ 647286 w 2190056"/>
              <a:gd name="connsiteY12" fmla="*/ 362407 h 362408"/>
              <a:gd name="connsiteX13" fmla="*/ 596991 w 2190056"/>
              <a:gd name="connsiteY13" fmla="*/ 312112 h 362408"/>
              <a:gd name="connsiteX14" fmla="*/ 647286 w 2190056"/>
              <a:gd name="connsiteY14" fmla="*/ 261816 h 362408"/>
              <a:gd name="connsiteX15" fmla="*/ 945781 w 2190056"/>
              <a:gd name="connsiteY15" fmla="*/ 261815 h 362408"/>
              <a:gd name="connsiteX16" fmla="*/ 996075 w 2190056"/>
              <a:gd name="connsiteY16" fmla="*/ 312111 h 362408"/>
              <a:gd name="connsiteX17" fmla="*/ 945781 w 2190056"/>
              <a:gd name="connsiteY17" fmla="*/ 362406 h 362408"/>
              <a:gd name="connsiteX18" fmla="*/ 895486 w 2190056"/>
              <a:gd name="connsiteY18" fmla="*/ 312111 h 362408"/>
              <a:gd name="connsiteX19" fmla="*/ 945781 w 2190056"/>
              <a:gd name="connsiteY19" fmla="*/ 261815 h 362408"/>
              <a:gd name="connsiteX20" fmla="*/ 1244275 w 2190056"/>
              <a:gd name="connsiteY20" fmla="*/ 261814 h 362408"/>
              <a:gd name="connsiteX21" fmla="*/ 1294571 w 2190056"/>
              <a:gd name="connsiteY21" fmla="*/ 312110 h 362408"/>
              <a:gd name="connsiteX22" fmla="*/ 1244275 w 2190056"/>
              <a:gd name="connsiteY22" fmla="*/ 362405 h 362408"/>
              <a:gd name="connsiteX23" fmla="*/ 1193980 w 2190056"/>
              <a:gd name="connsiteY23" fmla="*/ 312110 h 362408"/>
              <a:gd name="connsiteX24" fmla="*/ 1244275 w 2190056"/>
              <a:gd name="connsiteY24" fmla="*/ 261814 h 362408"/>
              <a:gd name="connsiteX25" fmla="*/ 1542770 w 2190056"/>
              <a:gd name="connsiteY25" fmla="*/ 261813 h 362408"/>
              <a:gd name="connsiteX26" fmla="*/ 1593066 w 2190056"/>
              <a:gd name="connsiteY26" fmla="*/ 312108 h 362408"/>
              <a:gd name="connsiteX27" fmla="*/ 1542770 w 2190056"/>
              <a:gd name="connsiteY27" fmla="*/ 362404 h 362408"/>
              <a:gd name="connsiteX28" fmla="*/ 1492475 w 2190056"/>
              <a:gd name="connsiteY28" fmla="*/ 312108 h 362408"/>
              <a:gd name="connsiteX29" fmla="*/ 1542770 w 2190056"/>
              <a:gd name="connsiteY29" fmla="*/ 261813 h 362408"/>
              <a:gd name="connsiteX30" fmla="*/ 1841266 w 2190056"/>
              <a:gd name="connsiteY30" fmla="*/ 261812 h 362408"/>
              <a:gd name="connsiteX31" fmla="*/ 1891561 w 2190056"/>
              <a:gd name="connsiteY31" fmla="*/ 312107 h 362408"/>
              <a:gd name="connsiteX32" fmla="*/ 1841266 w 2190056"/>
              <a:gd name="connsiteY32" fmla="*/ 362403 h 362408"/>
              <a:gd name="connsiteX33" fmla="*/ 1790970 w 2190056"/>
              <a:gd name="connsiteY33" fmla="*/ 312107 h 362408"/>
              <a:gd name="connsiteX34" fmla="*/ 1841266 w 2190056"/>
              <a:gd name="connsiteY34" fmla="*/ 261812 h 362408"/>
              <a:gd name="connsiteX35" fmla="*/ 2139761 w 2190056"/>
              <a:gd name="connsiteY35" fmla="*/ 261811 h 362408"/>
              <a:gd name="connsiteX36" fmla="*/ 2190056 w 2190056"/>
              <a:gd name="connsiteY36" fmla="*/ 312106 h 362408"/>
              <a:gd name="connsiteX37" fmla="*/ 2139761 w 2190056"/>
              <a:gd name="connsiteY37" fmla="*/ 362402 h 362408"/>
              <a:gd name="connsiteX38" fmla="*/ 2089465 w 2190056"/>
              <a:gd name="connsiteY38" fmla="*/ 312106 h 362408"/>
              <a:gd name="connsiteX39" fmla="*/ 2139761 w 2190056"/>
              <a:gd name="connsiteY39" fmla="*/ 261811 h 362408"/>
              <a:gd name="connsiteX40" fmla="*/ 348791 w 2190056"/>
              <a:gd name="connsiteY40" fmla="*/ 8 h 362408"/>
              <a:gd name="connsiteX41" fmla="*/ 399086 w 2190056"/>
              <a:gd name="connsiteY41" fmla="*/ 50303 h 362408"/>
              <a:gd name="connsiteX42" fmla="*/ 348791 w 2190056"/>
              <a:gd name="connsiteY42" fmla="*/ 100599 h 362408"/>
              <a:gd name="connsiteX43" fmla="*/ 298495 w 2190056"/>
              <a:gd name="connsiteY43" fmla="*/ 50303 h 362408"/>
              <a:gd name="connsiteX44" fmla="*/ 348791 w 2190056"/>
              <a:gd name="connsiteY44" fmla="*/ 8 h 362408"/>
              <a:gd name="connsiteX45" fmla="*/ 50296 w 2190056"/>
              <a:gd name="connsiteY45" fmla="*/ 8 h 362408"/>
              <a:gd name="connsiteX46" fmla="*/ 100591 w 2190056"/>
              <a:gd name="connsiteY46" fmla="*/ 50303 h 362408"/>
              <a:gd name="connsiteX47" fmla="*/ 50296 w 2190056"/>
              <a:gd name="connsiteY47" fmla="*/ 100599 h 362408"/>
              <a:gd name="connsiteX48" fmla="*/ 0 w 2190056"/>
              <a:gd name="connsiteY48" fmla="*/ 50303 h 362408"/>
              <a:gd name="connsiteX49" fmla="*/ 50296 w 2190056"/>
              <a:gd name="connsiteY49" fmla="*/ 8 h 362408"/>
              <a:gd name="connsiteX50" fmla="*/ 647286 w 2190056"/>
              <a:gd name="connsiteY50" fmla="*/ 7 h 362408"/>
              <a:gd name="connsiteX51" fmla="*/ 697581 w 2190056"/>
              <a:gd name="connsiteY51" fmla="*/ 50302 h 362408"/>
              <a:gd name="connsiteX52" fmla="*/ 647286 w 2190056"/>
              <a:gd name="connsiteY52" fmla="*/ 100598 h 362408"/>
              <a:gd name="connsiteX53" fmla="*/ 596991 w 2190056"/>
              <a:gd name="connsiteY53" fmla="*/ 50302 h 362408"/>
              <a:gd name="connsiteX54" fmla="*/ 647286 w 2190056"/>
              <a:gd name="connsiteY54" fmla="*/ 7 h 362408"/>
              <a:gd name="connsiteX55" fmla="*/ 945781 w 2190056"/>
              <a:gd name="connsiteY55" fmla="*/ 6 h 362408"/>
              <a:gd name="connsiteX56" fmla="*/ 996075 w 2190056"/>
              <a:gd name="connsiteY56" fmla="*/ 50301 h 362408"/>
              <a:gd name="connsiteX57" fmla="*/ 945781 w 2190056"/>
              <a:gd name="connsiteY57" fmla="*/ 100597 h 362408"/>
              <a:gd name="connsiteX58" fmla="*/ 895486 w 2190056"/>
              <a:gd name="connsiteY58" fmla="*/ 50301 h 362408"/>
              <a:gd name="connsiteX59" fmla="*/ 945781 w 2190056"/>
              <a:gd name="connsiteY59" fmla="*/ 6 h 362408"/>
              <a:gd name="connsiteX60" fmla="*/ 1244275 w 2190056"/>
              <a:gd name="connsiteY60" fmla="*/ 5 h 362408"/>
              <a:gd name="connsiteX61" fmla="*/ 1294571 w 2190056"/>
              <a:gd name="connsiteY61" fmla="*/ 50300 h 362408"/>
              <a:gd name="connsiteX62" fmla="*/ 1244275 w 2190056"/>
              <a:gd name="connsiteY62" fmla="*/ 100594 h 362408"/>
              <a:gd name="connsiteX63" fmla="*/ 1193980 w 2190056"/>
              <a:gd name="connsiteY63" fmla="*/ 50300 h 362408"/>
              <a:gd name="connsiteX64" fmla="*/ 1244275 w 2190056"/>
              <a:gd name="connsiteY64" fmla="*/ 5 h 362408"/>
              <a:gd name="connsiteX65" fmla="*/ 1542770 w 2190056"/>
              <a:gd name="connsiteY65" fmla="*/ 4 h 362408"/>
              <a:gd name="connsiteX66" fmla="*/ 1593066 w 2190056"/>
              <a:gd name="connsiteY66" fmla="*/ 50299 h 362408"/>
              <a:gd name="connsiteX67" fmla="*/ 1542770 w 2190056"/>
              <a:gd name="connsiteY67" fmla="*/ 100594 h 362408"/>
              <a:gd name="connsiteX68" fmla="*/ 1492475 w 2190056"/>
              <a:gd name="connsiteY68" fmla="*/ 50299 h 362408"/>
              <a:gd name="connsiteX69" fmla="*/ 1542770 w 2190056"/>
              <a:gd name="connsiteY69" fmla="*/ 4 h 362408"/>
              <a:gd name="connsiteX70" fmla="*/ 1841266 w 2190056"/>
              <a:gd name="connsiteY70" fmla="*/ 2 h 362408"/>
              <a:gd name="connsiteX71" fmla="*/ 1891561 w 2190056"/>
              <a:gd name="connsiteY71" fmla="*/ 50298 h 362408"/>
              <a:gd name="connsiteX72" fmla="*/ 1841266 w 2190056"/>
              <a:gd name="connsiteY72" fmla="*/ 100592 h 362408"/>
              <a:gd name="connsiteX73" fmla="*/ 1790970 w 2190056"/>
              <a:gd name="connsiteY73" fmla="*/ 50298 h 362408"/>
              <a:gd name="connsiteX74" fmla="*/ 1841266 w 2190056"/>
              <a:gd name="connsiteY74" fmla="*/ 2 h 362408"/>
              <a:gd name="connsiteX75" fmla="*/ 2139761 w 2190056"/>
              <a:gd name="connsiteY75" fmla="*/ 0 h 362408"/>
              <a:gd name="connsiteX76" fmla="*/ 2190056 w 2190056"/>
              <a:gd name="connsiteY76" fmla="*/ 50296 h 362408"/>
              <a:gd name="connsiteX77" fmla="*/ 2139761 w 2190056"/>
              <a:gd name="connsiteY77" fmla="*/ 100591 h 362408"/>
              <a:gd name="connsiteX78" fmla="*/ 2089465 w 2190056"/>
              <a:gd name="connsiteY78" fmla="*/ 50296 h 362408"/>
              <a:gd name="connsiteX79" fmla="*/ 2139761 w 2190056"/>
              <a:gd name="connsiteY79" fmla="*/ 0 h 36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90056" h="362408">
                <a:moveTo>
                  <a:pt x="348791" y="261818"/>
                </a:moveTo>
                <a:cubicBezTo>
                  <a:pt x="376569" y="261818"/>
                  <a:pt x="399086" y="284335"/>
                  <a:pt x="399086" y="312113"/>
                </a:cubicBezTo>
                <a:cubicBezTo>
                  <a:pt x="399086" y="339891"/>
                  <a:pt x="376569" y="362408"/>
                  <a:pt x="348791" y="362408"/>
                </a:cubicBezTo>
                <a:cubicBezTo>
                  <a:pt x="321013" y="362408"/>
                  <a:pt x="298495" y="339891"/>
                  <a:pt x="298495" y="312113"/>
                </a:cubicBezTo>
                <a:cubicBezTo>
                  <a:pt x="298495" y="284335"/>
                  <a:pt x="321013" y="261818"/>
                  <a:pt x="348791" y="261818"/>
                </a:cubicBezTo>
                <a:close/>
                <a:moveTo>
                  <a:pt x="50296" y="261818"/>
                </a:moveTo>
                <a:cubicBezTo>
                  <a:pt x="78073" y="261818"/>
                  <a:pt x="100591" y="284335"/>
                  <a:pt x="100591" y="312113"/>
                </a:cubicBezTo>
                <a:cubicBezTo>
                  <a:pt x="100591" y="339891"/>
                  <a:pt x="78073" y="362408"/>
                  <a:pt x="50296" y="362408"/>
                </a:cubicBezTo>
                <a:cubicBezTo>
                  <a:pt x="22518" y="362408"/>
                  <a:pt x="0" y="339891"/>
                  <a:pt x="0" y="312113"/>
                </a:cubicBezTo>
                <a:cubicBezTo>
                  <a:pt x="0" y="284335"/>
                  <a:pt x="22518" y="261818"/>
                  <a:pt x="50296" y="261818"/>
                </a:cubicBezTo>
                <a:close/>
                <a:moveTo>
                  <a:pt x="647286" y="261816"/>
                </a:moveTo>
                <a:cubicBezTo>
                  <a:pt x="675064" y="261816"/>
                  <a:pt x="697581" y="284334"/>
                  <a:pt x="697581" y="312112"/>
                </a:cubicBezTo>
                <a:cubicBezTo>
                  <a:pt x="697581" y="339890"/>
                  <a:pt x="675064" y="362407"/>
                  <a:pt x="647286" y="362407"/>
                </a:cubicBezTo>
                <a:cubicBezTo>
                  <a:pt x="619508" y="362407"/>
                  <a:pt x="596991" y="339890"/>
                  <a:pt x="596991" y="312112"/>
                </a:cubicBezTo>
                <a:cubicBezTo>
                  <a:pt x="596991" y="284334"/>
                  <a:pt x="619508" y="261816"/>
                  <a:pt x="647286" y="261816"/>
                </a:cubicBezTo>
                <a:close/>
                <a:moveTo>
                  <a:pt x="945781" y="261815"/>
                </a:moveTo>
                <a:cubicBezTo>
                  <a:pt x="973559" y="261815"/>
                  <a:pt x="996075" y="284333"/>
                  <a:pt x="996075" y="312111"/>
                </a:cubicBezTo>
                <a:cubicBezTo>
                  <a:pt x="996075" y="339889"/>
                  <a:pt x="973559" y="362406"/>
                  <a:pt x="945781" y="362406"/>
                </a:cubicBezTo>
                <a:cubicBezTo>
                  <a:pt x="918003" y="362406"/>
                  <a:pt x="895486" y="339889"/>
                  <a:pt x="895486" y="312111"/>
                </a:cubicBezTo>
                <a:cubicBezTo>
                  <a:pt x="895486" y="284333"/>
                  <a:pt x="918003" y="261815"/>
                  <a:pt x="945781" y="261815"/>
                </a:cubicBezTo>
                <a:close/>
                <a:moveTo>
                  <a:pt x="1244275" y="261814"/>
                </a:moveTo>
                <a:cubicBezTo>
                  <a:pt x="1272053" y="261814"/>
                  <a:pt x="1294571" y="284332"/>
                  <a:pt x="1294571" y="312110"/>
                </a:cubicBezTo>
                <a:cubicBezTo>
                  <a:pt x="1294571" y="339887"/>
                  <a:pt x="1272053" y="362405"/>
                  <a:pt x="1244275" y="362405"/>
                </a:cubicBezTo>
                <a:cubicBezTo>
                  <a:pt x="1216497" y="362405"/>
                  <a:pt x="1193980" y="339887"/>
                  <a:pt x="1193980" y="312110"/>
                </a:cubicBezTo>
                <a:cubicBezTo>
                  <a:pt x="1193980" y="284332"/>
                  <a:pt x="1216497" y="261814"/>
                  <a:pt x="1244275" y="261814"/>
                </a:cubicBezTo>
                <a:close/>
                <a:moveTo>
                  <a:pt x="1542770" y="261813"/>
                </a:moveTo>
                <a:cubicBezTo>
                  <a:pt x="1570548" y="261813"/>
                  <a:pt x="1593066" y="284331"/>
                  <a:pt x="1593066" y="312108"/>
                </a:cubicBezTo>
                <a:cubicBezTo>
                  <a:pt x="1593066" y="339886"/>
                  <a:pt x="1570548" y="362404"/>
                  <a:pt x="1542770" y="362404"/>
                </a:cubicBezTo>
                <a:cubicBezTo>
                  <a:pt x="1514993" y="362404"/>
                  <a:pt x="1492475" y="339886"/>
                  <a:pt x="1492475" y="312108"/>
                </a:cubicBezTo>
                <a:cubicBezTo>
                  <a:pt x="1492475" y="284331"/>
                  <a:pt x="1514993" y="261813"/>
                  <a:pt x="1542770" y="261813"/>
                </a:cubicBezTo>
                <a:close/>
                <a:moveTo>
                  <a:pt x="1841266" y="261812"/>
                </a:moveTo>
                <a:cubicBezTo>
                  <a:pt x="1869043" y="261812"/>
                  <a:pt x="1891561" y="284330"/>
                  <a:pt x="1891561" y="312107"/>
                </a:cubicBezTo>
                <a:cubicBezTo>
                  <a:pt x="1891561" y="339885"/>
                  <a:pt x="1869043" y="362403"/>
                  <a:pt x="1841266" y="362403"/>
                </a:cubicBezTo>
                <a:cubicBezTo>
                  <a:pt x="1813488" y="362403"/>
                  <a:pt x="1790970" y="339885"/>
                  <a:pt x="1790970" y="312107"/>
                </a:cubicBezTo>
                <a:cubicBezTo>
                  <a:pt x="1790970" y="284330"/>
                  <a:pt x="1813488" y="261812"/>
                  <a:pt x="1841266" y="261812"/>
                </a:cubicBezTo>
                <a:close/>
                <a:moveTo>
                  <a:pt x="2139761" y="261811"/>
                </a:moveTo>
                <a:cubicBezTo>
                  <a:pt x="2167539" y="261811"/>
                  <a:pt x="2190056" y="284328"/>
                  <a:pt x="2190056" y="312106"/>
                </a:cubicBezTo>
                <a:cubicBezTo>
                  <a:pt x="2190056" y="339884"/>
                  <a:pt x="2167539" y="362402"/>
                  <a:pt x="2139761" y="362402"/>
                </a:cubicBezTo>
                <a:cubicBezTo>
                  <a:pt x="2111983" y="362402"/>
                  <a:pt x="2089465" y="339884"/>
                  <a:pt x="2089465" y="312106"/>
                </a:cubicBezTo>
                <a:cubicBezTo>
                  <a:pt x="2089465" y="284328"/>
                  <a:pt x="2111983" y="261811"/>
                  <a:pt x="2139761" y="261811"/>
                </a:cubicBezTo>
                <a:close/>
                <a:moveTo>
                  <a:pt x="348791" y="8"/>
                </a:moveTo>
                <a:cubicBezTo>
                  <a:pt x="376569" y="8"/>
                  <a:pt x="399086" y="22526"/>
                  <a:pt x="399086" y="50303"/>
                </a:cubicBezTo>
                <a:cubicBezTo>
                  <a:pt x="399086" y="78081"/>
                  <a:pt x="376569" y="100599"/>
                  <a:pt x="348791" y="100599"/>
                </a:cubicBezTo>
                <a:cubicBezTo>
                  <a:pt x="321013" y="100599"/>
                  <a:pt x="298495" y="78081"/>
                  <a:pt x="298495" y="50303"/>
                </a:cubicBezTo>
                <a:cubicBezTo>
                  <a:pt x="298495" y="22526"/>
                  <a:pt x="321013" y="8"/>
                  <a:pt x="348791" y="8"/>
                </a:cubicBezTo>
                <a:close/>
                <a:moveTo>
                  <a:pt x="50296" y="8"/>
                </a:moveTo>
                <a:cubicBezTo>
                  <a:pt x="78073" y="8"/>
                  <a:pt x="100591" y="22526"/>
                  <a:pt x="100591" y="50303"/>
                </a:cubicBezTo>
                <a:cubicBezTo>
                  <a:pt x="100591" y="78081"/>
                  <a:pt x="78073" y="100599"/>
                  <a:pt x="50296" y="100599"/>
                </a:cubicBezTo>
                <a:cubicBezTo>
                  <a:pt x="22518" y="100599"/>
                  <a:pt x="0" y="78081"/>
                  <a:pt x="0" y="50303"/>
                </a:cubicBezTo>
                <a:cubicBezTo>
                  <a:pt x="0" y="22526"/>
                  <a:pt x="22518" y="8"/>
                  <a:pt x="50296" y="8"/>
                </a:cubicBezTo>
                <a:close/>
                <a:moveTo>
                  <a:pt x="647286" y="7"/>
                </a:moveTo>
                <a:cubicBezTo>
                  <a:pt x="675064" y="7"/>
                  <a:pt x="697581" y="22524"/>
                  <a:pt x="697581" y="50302"/>
                </a:cubicBezTo>
                <a:cubicBezTo>
                  <a:pt x="697581" y="78080"/>
                  <a:pt x="675064" y="100598"/>
                  <a:pt x="647286" y="100598"/>
                </a:cubicBezTo>
                <a:cubicBezTo>
                  <a:pt x="619508" y="100598"/>
                  <a:pt x="596991" y="78080"/>
                  <a:pt x="596991" y="50302"/>
                </a:cubicBezTo>
                <a:cubicBezTo>
                  <a:pt x="596991" y="22524"/>
                  <a:pt x="619508" y="7"/>
                  <a:pt x="647286" y="7"/>
                </a:cubicBezTo>
                <a:close/>
                <a:moveTo>
                  <a:pt x="945781" y="6"/>
                </a:moveTo>
                <a:cubicBezTo>
                  <a:pt x="973559" y="6"/>
                  <a:pt x="996075" y="22523"/>
                  <a:pt x="996075" y="50301"/>
                </a:cubicBezTo>
                <a:cubicBezTo>
                  <a:pt x="996075" y="78078"/>
                  <a:pt x="973559" y="100597"/>
                  <a:pt x="945781" y="100597"/>
                </a:cubicBezTo>
                <a:cubicBezTo>
                  <a:pt x="918003" y="100597"/>
                  <a:pt x="895486" y="78078"/>
                  <a:pt x="895486" y="50301"/>
                </a:cubicBezTo>
                <a:cubicBezTo>
                  <a:pt x="895486" y="22523"/>
                  <a:pt x="918003" y="6"/>
                  <a:pt x="945781" y="6"/>
                </a:cubicBezTo>
                <a:close/>
                <a:moveTo>
                  <a:pt x="1244275" y="5"/>
                </a:moveTo>
                <a:cubicBezTo>
                  <a:pt x="1272053" y="5"/>
                  <a:pt x="1294571" y="22522"/>
                  <a:pt x="1294571" y="50300"/>
                </a:cubicBezTo>
                <a:cubicBezTo>
                  <a:pt x="1294571" y="78078"/>
                  <a:pt x="1272053" y="100594"/>
                  <a:pt x="1244275" y="100594"/>
                </a:cubicBezTo>
                <a:cubicBezTo>
                  <a:pt x="1216497" y="100594"/>
                  <a:pt x="1193980" y="78078"/>
                  <a:pt x="1193980" y="50300"/>
                </a:cubicBezTo>
                <a:cubicBezTo>
                  <a:pt x="1193980" y="22522"/>
                  <a:pt x="1216497" y="5"/>
                  <a:pt x="1244275" y="5"/>
                </a:cubicBezTo>
                <a:close/>
                <a:moveTo>
                  <a:pt x="1542770" y="4"/>
                </a:moveTo>
                <a:cubicBezTo>
                  <a:pt x="1570548" y="4"/>
                  <a:pt x="1593066" y="22521"/>
                  <a:pt x="1593066" y="50299"/>
                </a:cubicBezTo>
                <a:cubicBezTo>
                  <a:pt x="1593066" y="78076"/>
                  <a:pt x="1570548" y="100594"/>
                  <a:pt x="1542770" y="100594"/>
                </a:cubicBezTo>
                <a:cubicBezTo>
                  <a:pt x="1514993" y="100594"/>
                  <a:pt x="1492475" y="78076"/>
                  <a:pt x="1492475" y="50299"/>
                </a:cubicBezTo>
                <a:cubicBezTo>
                  <a:pt x="1492475" y="22521"/>
                  <a:pt x="1514993" y="4"/>
                  <a:pt x="1542770" y="4"/>
                </a:cubicBezTo>
                <a:close/>
                <a:moveTo>
                  <a:pt x="1841266" y="2"/>
                </a:moveTo>
                <a:cubicBezTo>
                  <a:pt x="1869043" y="2"/>
                  <a:pt x="1891561" y="22519"/>
                  <a:pt x="1891561" y="50298"/>
                </a:cubicBezTo>
                <a:cubicBezTo>
                  <a:pt x="1891561" y="78075"/>
                  <a:pt x="1869043" y="100592"/>
                  <a:pt x="1841266" y="100592"/>
                </a:cubicBezTo>
                <a:cubicBezTo>
                  <a:pt x="1813488" y="100592"/>
                  <a:pt x="1790970" y="78075"/>
                  <a:pt x="1790970" y="50298"/>
                </a:cubicBezTo>
                <a:cubicBezTo>
                  <a:pt x="1790970" y="22519"/>
                  <a:pt x="1813488" y="2"/>
                  <a:pt x="1841266" y="2"/>
                </a:cubicBezTo>
                <a:close/>
                <a:moveTo>
                  <a:pt x="2139761" y="0"/>
                </a:moveTo>
                <a:cubicBezTo>
                  <a:pt x="2167539" y="0"/>
                  <a:pt x="2190056" y="22518"/>
                  <a:pt x="2190056" y="50296"/>
                </a:cubicBezTo>
                <a:cubicBezTo>
                  <a:pt x="2190056" y="78073"/>
                  <a:pt x="2167539" y="100591"/>
                  <a:pt x="2139761" y="100591"/>
                </a:cubicBezTo>
                <a:cubicBezTo>
                  <a:pt x="2111983" y="100591"/>
                  <a:pt x="2089465" y="78073"/>
                  <a:pt x="2089465" y="50296"/>
                </a:cubicBezTo>
                <a:cubicBezTo>
                  <a:pt x="2089465" y="22518"/>
                  <a:pt x="2111983" y="0"/>
                  <a:pt x="2139761"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Freeform: Shape 19">
            <a:extLst>
              <a:ext uri="{FF2B5EF4-FFF2-40B4-BE49-F238E27FC236}">
                <a16:creationId xmlns:a16="http://schemas.microsoft.com/office/drawing/2014/main" id="{B67F72B1-B2E8-4204-AA89-468D7C88ED2D}"/>
              </a:ext>
            </a:extLst>
          </p:cNvPr>
          <p:cNvSpPr/>
          <p:nvPr userDrawn="1"/>
        </p:nvSpPr>
        <p:spPr>
          <a:xfrm>
            <a:off x="9891628" y="192700"/>
            <a:ext cx="2190056" cy="362408"/>
          </a:xfrm>
          <a:custGeom>
            <a:avLst/>
            <a:gdLst>
              <a:gd name="connsiteX0" fmla="*/ 348791 w 2190056"/>
              <a:gd name="connsiteY0" fmla="*/ 261818 h 362408"/>
              <a:gd name="connsiteX1" fmla="*/ 399086 w 2190056"/>
              <a:gd name="connsiteY1" fmla="*/ 312113 h 362408"/>
              <a:gd name="connsiteX2" fmla="*/ 348791 w 2190056"/>
              <a:gd name="connsiteY2" fmla="*/ 362408 h 362408"/>
              <a:gd name="connsiteX3" fmla="*/ 298495 w 2190056"/>
              <a:gd name="connsiteY3" fmla="*/ 312113 h 362408"/>
              <a:gd name="connsiteX4" fmla="*/ 348791 w 2190056"/>
              <a:gd name="connsiteY4" fmla="*/ 261818 h 362408"/>
              <a:gd name="connsiteX5" fmla="*/ 50296 w 2190056"/>
              <a:gd name="connsiteY5" fmla="*/ 261818 h 362408"/>
              <a:gd name="connsiteX6" fmla="*/ 100591 w 2190056"/>
              <a:gd name="connsiteY6" fmla="*/ 312113 h 362408"/>
              <a:gd name="connsiteX7" fmla="*/ 50296 w 2190056"/>
              <a:gd name="connsiteY7" fmla="*/ 362408 h 362408"/>
              <a:gd name="connsiteX8" fmla="*/ 0 w 2190056"/>
              <a:gd name="connsiteY8" fmla="*/ 312113 h 362408"/>
              <a:gd name="connsiteX9" fmla="*/ 50296 w 2190056"/>
              <a:gd name="connsiteY9" fmla="*/ 261818 h 362408"/>
              <a:gd name="connsiteX10" fmla="*/ 647286 w 2190056"/>
              <a:gd name="connsiteY10" fmla="*/ 261816 h 362408"/>
              <a:gd name="connsiteX11" fmla="*/ 697581 w 2190056"/>
              <a:gd name="connsiteY11" fmla="*/ 312112 h 362408"/>
              <a:gd name="connsiteX12" fmla="*/ 647286 w 2190056"/>
              <a:gd name="connsiteY12" fmla="*/ 362407 h 362408"/>
              <a:gd name="connsiteX13" fmla="*/ 596991 w 2190056"/>
              <a:gd name="connsiteY13" fmla="*/ 312112 h 362408"/>
              <a:gd name="connsiteX14" fmla="*/ 647286 w 2190056"/>
              <a:gd name="connsiteY14" fmla="*/ 261816 h 362408"/>
              <a:gd name="connsiteX15" fmla="*/ 945781 w 2190056"/>
              <a:gd name="connsiteY15" fmla="*/ 261815 h 362408"/>
              <a:gd name="connsiteX16" fmla="*/ 996075 w 2190056"/>
              <a:gd name="connsiteY16" fmla="*/ 312111 h 362408"/>
              <a:gd name="connsiteX17" fmla="*/ 945781 w 2190056"/>
              <a:gd name="connsiteY17" fmla="*/ 362406 h 362408"/>
              <a:gd name="connsiteX18" fmla="*/ 895486 w 2190056"/>
              <a:gd name="connsiteY18" fmla="*/ 312111 h 362408"/>
              <a:gd name="connsiteX19" fmla="*/ 945781 w 2190056"/>
              <a:gd name="connsiteY19" fmla="*/ 261815 h 362408"/>
              <a:gd name="connsiteX20" fmla="*/ 1244275 w 2190056"/>
              <a:gd name="connsiteY20" fmla="*/ 261814 h 362408"/>
              <a:gd name="connsiteX21" fmla="*/ 1294571 w 2190056"/>
              <a:gd name="connsiteY21" fmla="*/ 312110 h 362408"/>
              <a:gd name="connsiteX22" fmla="*/ 1244275 w 2190056"/>
              <a:gd name="connsiteY22" fmla="*/ 362405 h 362408"/>
              <a:gd name="connsiteX23" fmla="*/ 1193980 w 2190056"/>
              <a:gd name="connsiteY23" fmla="*/ 312110 h 362408"/>
              <a:gd name="connsiteX24" fmla="*/ 1244275 w 2190056"/>
              <a:gd name="connsiteY24" fmla="*/ 261814 h 362408"/>
              <a:gd name="connsiteX25" fmla="*/ 1542770 w 2190056"/>
              <a:gd name="connsiteY25" fmla="*/ 261813 h 362408"/>
              <a:gd name="connsiteX26" fmla="*/ 1593066 w 2190056"/>
              <a:gd name="connsiteY26" fmla="*/ 312108 h 362408"/>
              <a:gd name="connsiteX27" fmla="*/ 1542770 w 2190056"/>
              <a:gd name="connsiteY27" fmla="*/ 362404 h 362408"/>
              <a:gd name="connsiteX28" fmla="*/ 1492475 w 2190056"/>
              <a:gd name="connsiteY28" fmla="*/ 312108 h 362408"/>
              <a:gd name="connsiteX29" fmla="*/ 1542770 w 2190056"/>
              <a:gd name="connsiteY29" fmla="*/ 261813 h 362408"/>
              <a:gd name="connsiteX30" fmla="*/ 1841266 w 2190056"/>
              <a:gd name="connsiteY30" fmla="*/ 261812 h 362408"/>
              <a:gd name="connsiteX31" fmla="*/ 1891561 w 2190056"/>
              <a:gd name="connsiteY31" fmla="*/ 312107 h 362408"/>
              <a:gd name="connsiteX32" fmla="*/ 1841266 w 2190056"/>
              <a:gd name="connsiteY32" fmla="*/ 362403 h 362408"/>
              <a:gd name="connsiteX33" fmla="*/ 1790970 w 2190056"/>
              <a:gd name="connsiteY33" fmla="*/ 312107 h 362408"/>
              <a:gd name="connsiteX34" fmla="*/ 1841266 w 2190056"/>
              <a:gd name="connsiteY34" fmla="*/ 261812 h 362408"/>
              <a:gd name="connsiteX35" fmla="*/ 2139761 w 2190056"/>
              <a:gd name="connsiteY35" fmla="*/ 261811 h 362408"/>
              <a:gd name="connsiteX36" fmla="*/ 2190056 w 2190056"/>
              <a:gd name="connsiteY36" fmla="*/ 312106 h 362408"/>
              <a:gd name="connsiteX37" fmla="*/ 2139761 w 2190056"/>
              <a:gd name="connsiteY37" fmla="*/ 362402 h 362408"/>
              <a:gd name="connsiteX38" fmla="*/ 2089465 w 2190056"/>
              <a:gd name="connsiteY38" fmla="*/ 312106 h 362408"/>
              <a:gd name="connsiteX39" fmla="*/ 2139761 w 2190056"/>
              <a:gd name="connsiteY39" fmla="*/ 261811 h 362408"/>
              <a:gd name="connsiteX40" fmla="*/ 348791 w 2190056"/>
              <a:gd name="connsiteY40" fmla="*/ 8 h 362408"/>
              <a:gd name="connsiteX41" fmla="*/ 399086 w 2190056"/>
              <a:gd name="connsiteY41" fmla="*/ 50303 h 362408"/>
              <a:gd name="connsiteX42" fmla="*/ 348791 w 2190056"/>
              <a:gd name="connsiteY42" fmla="*/ 100599 h 362408"/>
              <a:gd name="connsiteX43" fmla="*/ 298495 w 2190056"/>
              <a:gd name="connsiteY43" fmla="*/ 50303 h 362408"/>
              <a:gd name="connsiteX44" fmla="*/ 348791 w 2190056"/>
              <a:gd name="connsiteY44" fmla="*/ 8 h 362408"/>
              <a:gd name="connsiteX45" fmla="*/ 50296 w 2190056"/>
              <a:gd name="connsiteY45" fmla="*/ 8 h 362408"/>
              <a:gd name="connsiteX46" fmla="*/ 100591 w 2190056"/>
              <a:gd name="connsiteY46" fmla="*/ 50303 h 362408"/>
              <a:gd name="connsiteX47" fmla="*/ 50296 w 2190056"/>
              <a:gd name="connsiteY47" fmla="*/ 100599 h 362408"/>
              <a:gd name="connsiteX48" fmla="*/ 0 w 2190056"/>
              <a:gd name="connsiteY48" fmla="*/ 50303 h 362408"/>
              <a:gd name="connsiteX49" fmla="*/ 50296 w 2190056"/>
              <a:gd name="connsiteY49" fmla="*/ 8 h 362408"/>
              <a:gd name="connsiteX50" fmla="*/ 647286 w 2190056"/>
              <a:gd name="connsiteY50" fmla="*/ 7 h 362408"/>
              <a:gd name="connsiteX51" fmla="*/ 697581 w 2190056"/>
              <a:gd name="connsiteY51" fmla="*/ 50302 h 362408"/>
              <a:gd name="connsiteX52" fmla="*/ 647286 w 2190056"/>
              <a:gd name="connsiteY52" fmla="*/ 100598 h 362408"/>
              <a:gd name="connsiteX53" fmla="*/ 596991 w 2190056"/>
              <a:gd name="connsiteY53" fmla="*/ 50302 h 362408"/>
              <a:gd name="connsiteX54" fmla="*/ 647286 w 2190056"/>
              <a:gd name="connsiteY54" fmla="*/ 7 h 362408"/>
              <a:gd name="connsiteX55" fmla="*/ 945781 w 2190056"/>
              <a:gd name="connsiteY55" fmla="*/ 6 h 362408"/>
              <a:gd name="connsiteX56" fmla="*/ 996075 w 2190056"/>
              <a:gd name="connsiteY56" fmla="*/ 50301 h 362408"/>
              <a:gd name="connsiteX57" fmla="*/ 945781 w 2190056"/>
              <a:gd name="connsiteY57" fmla="*/ 100597 h 362408"/>
              <a:gd name="connsiteX58" fmla="*/ 895486 w 2190056"/>
              <a:gd name="connsiteY58" fmla="*/ 50301 h 362408"/>
              <a:gd name="connsiteX59" fmla="*/ 945781 w 2190056"/>
              <a:gd name="connsiteY59" fmla="*/ 6 h 362408"/>
              <a:gd name="connsiteX60" fmla="*/ 1244275 w 2190056"/>
              <a:gd name="connsiteY60" fmla="*/ 5 h 362408"/>
              <a:gd name="connsiteX61" fmla="*/ 1294571 w 2190056"/>
              <a:gd name="connsiteY61" fmla="*/ 50300 h 362408"/>
              <a:gd name="connsiteX62" fmla="*/ 1244275 w 2190056"/>
              <a:gd name="connsiteY62" fmla="*/ 100594 h 362408"/>
              <a:gd name="connsiteX63" fmla="*/ 1193980 w 2190056"/>
              <a:gd name="connsiteY63" fmla="*/ 50300 h 362408"/>
              <a:gd name="connsiteX64" fmla="*/ 1244275 w 2190056"/>
              <a:gd name="connsiteY64" fmla="*/ 5 h 362408"/>
              <a:gd name="connsiteX65" fmla="*/ 1542770 w 2190056"/>
              <a:gd name="connsiteY65" fmla="*/ 4 h 362408"/>
              <a:gd name="connsiteX66" fmla="*/ 1593066 w 2190056"/>
              <a:gd name="connsiteY66" fmla="*/ 50299 h 362408"/>
              <a:gd name="connsiteX67" fmla="*/ 1542770 w 2190056"/>
              <a:gd name="connsiteY67" fmla="*/ 100594 h 362408"/>
              <a:gd name="connsiteX68" fmla="*/ 1492475 w 2190056"/>
              <a:gd name="connsiteY68" fmla="*/ 50299 h 362408"/>
              <a:gd name="connsiteX69" fmla="*/ 1542770 w 2190056"/>
              <a:gd name="connsiteY69" fmla="*/ 4 h 362408"/>
              <a:gd name="connsiteX70" fmla="*/ 1841266 w 2190056"/>
              <a:gd name="connsiteY70" fmla="*/ 2 h 362408"/>
              <a:gd name="connsiteX71" fmla="*/ 1891561 w 2190056"/>
              <a:gd name="connsiteY71" fmla="*/ 50298 h 362408"/>
              <a:gd name="connsiteX72" fmla="*/ 1841266 w 2190056"/>
              <a:gd name="connsiteY72" fmla="*/ 100592 h 362408"/>
              <a:gd name="connsiteX73" fmla="*/ 1790970 w 2190056"/>
              <a:gd name="connsiteY73" fmla="*/ 50298 h 362408"/>
              <a:gd name="connsiteX74" fmla="*/ 1841266 w 2190056"/>
              <a:gd name="connsiteY74" fmla="*/ 2 h 362408"/>
              <a:gd name="connsiteX75" fmla="*/ 2139761 w 2190056"/>
              <a:gd name="connsiteY75" fmla="*/ 0 h 362408"/>
              <a:gd name="connsiteX76" fmla="*/ 2190056 w 2190056"/>
              <a:gd name="connsiteY76" fmla="*/ 50296 h 362408"/>
              <a:gd name="connsiteX77" fmla="*/ 2139761 w 2190056"/>
              <a:gd name="connsiteY77" fmla="*/ 100591 h 362408"/>
              <a:gd name="connsiteX78" fmla="*/ 2089465 w 2190056"/>
              <a:gd name="connsiteY78" fmla="*/ 50296 h 362408"/>
              <a:gd name="connsiteX79" fmla="*/ 2139761 w 2190056"/>
              <a:gd name="connsiteY79" fmla="*/ 0 h 36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90056" h="362408">
                <a:moveTo>
                  <a:pt x="348791" y="261818"/>
                </a:moveTo>
                <a:cubicBezTo>
                  <a:pt x="376569" y="261818"/>
                  <a:pt x="399086" y="284335"/>
                  <a:pt x="399086" y="312113"/>
                </a:cubicBezTo>
                <a:cubicBezTo>
                  <a:pt x="399086" y="339891"/>
                  <a:pt x="376569" y="362408"/>
                  <a:pt x="348791" y="362408"/>
                </a:cubicBezTo>
                <a:cubicBezTo>
                  <a:pt x="321013" y="362408"/>
                  <a:pt x="298495" y="339891"/>
                  <a:pt x="298495" y="312113"/>
                </a:cubicBezTo>
                <a:cubicBezTo>
                  <a:pt x="298495" y="284335"/>
                  <a:pt x="321013" y="261818"/>
                  <a:pt x="348791" y="261818"/>
                </a:cubicBezTo>
                <a:close/>
                <a:moveTo>
                  <a:pt x="50296" y="261818"/>
                </a:moveTo>
                <a:cubicBezTo>
                  <a:pt x="78073" y="261818"/>
                  <a:pt x="100591" y="284335"/>
                  <a:pt x="100591" y="312113"/>
                </a:cubicBezTo>
                <a:cubicBezTo>
                  <a:pt x="100591" y="339891"/>
                  <a:pt x="78073" y="362408"/>
                  <a:pt x="50296" y="362408"/>
                </a:cubicBezTo>
                <a:cubicBezTo>
                  <a:pt x="22518" y="362408"/>
                  <a:pt x="0" y="339891"/>
                  <a:pt x="0" y="312113"/>
                </a:cubicBezTo>
                <a:cubicBezTo>
                  <a:pt x="0" y="284335"/>
                  <a:pt x="22518" y="261818"/>
                  <a:pt x="50296" y="261818"/>
                </a:cubicBezTo>
                <a:close/>
                <a:moveTo>
                  <a:pt x="647286" y="261816"/>
                </a:moveTo>
                <a:cubicBezTo>
                  <a:pt x="675064" y="261816"/>
                  <a:pt x="697581" y="284334"/>
                  <a:pt x="697581" y="312112"/>
                </a:cubicBezTo>
                <a:cubicBezTo>
                  <a:pt x="697581" y="339890"/>
                  <a:pt x="675064" y="362407"/>
                  <a:pt x="647286" y="362407"/>
                </a:cubicBezTo>
                <a:cubicBezTo>
                  <a:pt x="619508" y="362407"/>
                  <a:pt x="596991" y="339890"/>
                  <a:pt x="596991" y="312112"/>
                </a:cubicBezTo>
                <a:cubicBezTo>
                  <a:pt x="596991" y="284334"/>
                  <a:pt x="619508" y="261816"/>
                  <a:pt x="647286" y="261816"/>
                </a:cubicBezTo>
                <a:close/>
                <a:moveTo>
                  <a:pt x="945781" y="261815"/>
                </a:moveTo>
                <a:cubicBezTo>
                  <a:pt x="973559" y="261815"/>
                  <a:pt x="996075" y="284333"/>
                  <a:pt x="996075" y="312111"/>
                </a:cubicBezTo>
                <a:cubicBezTo>
                  <a:pt x="996075" y="339889"/>
                  <a:pt x="973559" y="362406"/>
                  <a:pt x="945781" y="362406"/>
                </a:cubicBezTo>
                <a:cubicBezTo>
                  <a:pt x="918003" y="362406"/>
                  <a:pt x="895486" y="339889"/>
                  <a:pt x="895486" y="312111"/>
                </a:cubicBezTo>
                <a:cubicBezTo>
                  <a:pt x="895486" y="284333"/>
                  <a:pt x="918003" y="261815"/>
                  <a:pt x="945781" y="261815"/>
                </a:cubicBezTo>
                <a:close/>
                <a:moveTo>
                  <a:pt x="1244275" y="261814"/>
                </a:moveTo>
                <a:cubicBezTo>
                  <a:pt x="1272053" y="261814"/>
                  <a:pt x="1294571" y="284332"/>
                  <a:pt x="1294571" y="312110"/>
                </a:cubicBezTo>
                <a:cubicBezTo>
                  <a:pt x="1294571" y="339887"/>
                  <a:pt x="1272053" y="362405"/>
                  <a:pt x="1244275" y="362405"/>
                </a:cubicBezTo>
                <a:cubicBezTo>
                  <a:pt x="1216497" y="362405"/>
                  <a:pt x="1193980" y="339887"/>
                  <a:pt x="1193980" y="312110"/>
                </a:cubicBezTo>
                <a:cubicBezTo>
                  <a:pt x="1193980" y="284332"/>
                  <a:pt x="1216497" y="261814"/>
                  <a:pt x="1244275" y="261814"/>
                </a:cubicBezTo>
                <a:close/>
                <a:moveTo>
                  <a:pt x="1542770" y="261813"/>
                </a:moveTo>
                <a:cubicBezTo>
                  <a:pt x="1570548" y="261813"/>
                  <a:pt x="1593066" y="284331"/>
                  <a:pt x="1593066" y="312108"/>
                </a:cubicBezTo>
                <a:cubicBezTo>
                  <a:pt x="1593066" y="339886"/>
                  <a:pt x="1570548" y="362404"/>
                  <a:pt x="1542770" y="362404"/>
                </a:cubicBezTo>
                <a:cubicBezTo>
                  <a:pt x="1514993" y="362404"/>
                  <a:pt x="1492475" y="339886"/>
                  <a:pt x="1492475" y="312108"/>
                </a:cubicBezTo>
                <a:cubicBezTo>
                  <a:pt x="1492475" y="284331"/>
                  <a:pt x="1514993" y="261813"/>
                  <a:pt x="1542770" y="261813"/>
                </a:cubicBezTo>
                <a:close/>
                <a:moveTo>
                  <a:pt x="1841266" y="261812"/>
                </a:moveTo>
                <a:cubicBezTo>
                  <a:pt x="1869043" y="261812"/>
                  <a:pt x="1891561" y="284330"/>
                  <a:pt x="1891561" y="312107"/>
                </a:cubicBezTo>
                <a:cubicBezTo>
                  <a:pt x="1891561" y="339885"/>
                  <a:pt x="1869043" y="362403"/>
                  <a:pt x="1841266" y="362403"/>
                </a:cubicBezTo>
                <a:cubicBezTo>
                  <a:pt x="1813488" y="362403"/>
                  <a:pt x="1790970" y="339885"/>
                  <a:pt x="1790970" y="312107"/>
                </a:cubicBezTo>
                <a:cubicBezTo>
                  <a:pt x="1790970" y="284330"/>
                  <a:pt x="1813488" y="261812"/>
                  <a:pt x="1841266" y="261812"/>
                </a:cubicBezTo>
                <a:close/>
                <a:moveTo>
                  <a:pt x="2139761" y="261811"/>
                </a:moveTo>
                <a:cubicBezTo>
                  <a:pt x="2167539" y="261811"/>
                  <a:pt x="2190056" y="284328"/>
                  <a:pt x="2190056" y="312106"/>
                </a:cubicBezTo>
                <a:cubicBezTo>
                  <a:pt x="2190056" y="339884"/>
                  <a:pt x="2167539" y="362402"/>
                  <a:pt x="2139761" y="362402"/>
                </a:cubicBezTo>
                <a:cubicBezTo>
                  <a:pt x="2111983" y="362402"/>
                  <a:pt x="2089465" y="339884"/>
                  <a:pt x="2089465" y="312106"/>
                </a:cubicBezTo>
                <a:cubicBezTo>
                  <a:pt x="2089465" y="284328"/>
                  <a:pt x="2111983" y="261811"/>
                  <a:pt x="2139761" y="261811"/>
                </a:cubicBezTo>
                <a:close/>
                <a:moveTo>
                  <a:pt x="348791" y="8"/>
                </a:moveTo>
                <a:cubicBezTo>
                  <a:pt x="376569" y="8"/>
                  <a:pt x="399086" y="22526"/>
                  <a:pt x="399086" y="50303"/>
                </a:cubicBezTo>
                <a:cubicBezTo>
                  <a:pt x="399086" y="78081"/>
                  <a:pt x="376569" y="100599"/>
                  <a:pt x="348791" y="100599"/>
                </a:cubicBezTo>
                <a:cubicBezTo>
                  <a:pt x="321013" y="100599"/>
                  <a:pt x="298495" y="78081"/>
                  <a:pt x="298495" y="50303"/>
                </a:cubicBezTo>
                <a:cubicBezTo>
                  <a:pt x="298495" y="22526"/>
                  <a:pt x="321013" y="8"/>
                  <a:pt x="348791" y="8"/>
                </a:cubicBezTo>
                <a:close/>
                <a:moveTo>
                  <a:pt x="50296" y="8"/>
                </a:moveTo>
                <a:cubicBezTo>
                  <a:pt x="78073" y="8"/>
                  <a:pt x="100591" y="22526"/>
                  <a:pt x="100591" y="50303"/>
                </a:cubicBezTo>
                <a:cubicBezTo>
                  <a:pt x="100591" y="78081"/>
                  <a:pt x="78073" y="100599"/>
                  <a:pt x="50296" y="100599"/>
                </a:cubicBezTo>
                <a:cubicBezTo>
                  <a:pt x="22518" y="100599"/>
                  <a:pt x="0" y="78081"/>
                  <a:pt x="0" y="50303"/>
                </a:cubicBezTo>
                <a:cubicBezTo>
                  <a:pt x="0" y="22526"/>
                  <a:pt x="22518" y="8"/>
                  <a:pt x="50296" y="8"/>
                </a:cubicBezTo>
                <a:close/>
                <a:moveTo>
                  <a:pt x="647286" y="7"/>
                </a:moveTo>
                <a:cubicBezTo>
                  <a:pt x="675064" y="7"/>
                  <a:pt x="697581" y="22524"/>
                  <a:pt x="697581" y="50302"/>
                </a:cubicBezTo>
                <a:cubicBezTo>
                  <a:pt x="697581" y="78080"/>
                  <a:pt x="675064" y="100598"/>
                  <a:pt x="647286" y="100598"/>
                </a:cubicBezTo>
                <a:cubicBezTo>
                  <a:pt x="619508" y="100598"/>
                  <a:pt x="596991" y="78080"/>
                  <a:pt x="596991" y="50302"/>
                </a:cubicBezTo>
                <a:cubicBezTo>
                  <a:pt x="596991" y="22524"/>
                  <a:pt x="619508" y="7"/>
                  <a:pt x="647286" y="7"/>
                </a:cubicBezTo>
                <a:close/>
                <a:moveTo>
                  <a:pt x="945781" y="6"/>
                </a:moveTo>
                <a:cubicBezTo>
                  <a:pt x="973559" y="6"/>
                  <a:pt x="996075" y="22523"/>
                  <a:pt x="996075" y="50301"/>
                </a:cubicBezTo>
                <a:cubicBezTo>
                  <a:pt x="996075" y="78078"/>
                  <a:pt x="973559" y="100597"/>
                  <a:pt x="945781" y="100597"/>
                </a:cubicBezTo>
                <a:cubicBezTo>
                  <a:pt x="918003" y="100597"/>
                  <a:pt x="895486" y="78078"/>
                  <a:pt x="895486" y="50301"/>
                </a:cubicBezTo>
                <a:cubicBezTo>
                  <a:pt x="895486" y="22523"/>
                  <a:pt x="918003" y="6"/>
                  <a:pt x="945781" y="6"/>
                </a:cubicBezTo>
                <a:close/>
                <a:moveTo>
                  <a:pt x="1244275" y="5"/>
                </a:moveTo>
                <a:cubicBezTo>
                  <a:pt x="1272053" y="5"/>
                  <a:pt x="1294571" y="22522"/>
                  <a:pt x="1294571" y="50300"/>
                </a:cubicBezTo>
                <a:cubicBezTo>
                  <a:pt x="1294571" y="78078"/>
                  <a:pt x="1272053" y="100594"/>
                  <a:pt x="1244275" y="100594"/>
                </a:cubicBezTo>
                <a:cubicBezTo>
                  <a:pt x="1216497" y="100594"/>
                  <a:pt x="1193980" y="78078"/>
                  <a:pt x="1193980" y="50300"/>
                </a:cubicBezTo>
                <a:cubicBezTo>
                  <a:pt x="1193980" y="22522"/>
                  <a:pt x="1216497" y="5"/>
                  <a:pt x="1244275" y="5"/>
                </a:cubicBezTo>
                <a:close/>
                <a:moveTo>
                  <a:pt x="1542770" y="4"/>
                </a:moveTo>
                <a:cubicBezTo>
                  <a:pt x="1570548" y="4"/>
                  <a:pt x="1593066" y="22521"/>
                  <a:pt x="1593066" y="50299"/>
                </a:cubicBezTo>
                <a:cubicBezTo>
                  <a:pt x="1593066" y="78076"/>
                  <a:pt x="1570548" y="100594"/>
                  <a:pt x="1542770" y="100594"/>
                </a:cubicBezTo>
                <a:cubicBezTo>
                  <a:pt x="1514993" y="100594"/>
                  <a:pt x="1492475" y="78076"/>
                  <a:pt x="1492475" y="50299"/>
                </a:cubicBezTo>
                <a:cubicBezTo>
                  <a:pt x="1492475" y="22521"/>
                  <a:pt x="1514993" y="4"/>
                  <a:pt x="1542770" y="4"/>
                </a:cubicBezTo>
                <a:close/>
                <a:moveTo>
                  <a:pt x="1841266" y="2"/>
                </a:moveTo>
                <a:cubicBezTo>
                  <a:pt x="1869043" y="2"/>
                  <a:pt x="1891561" y="22519"/>
                  <a:pt x="1891561" y="50298"/>
                </a:cubicBezTo>
                <a:cubicBezTo>
                  <a:pt x="1891561" y="78075"/>
                  <a:pt x="1869043" y="100592"/>
                  <a:pt x="1841266" y="100592"/>
                </a:cubicBezTo>
                <a:cubicBezTo>
                  <a:pt x="1813488" y="100592"/>
                  <a:pt x="1790970" y="78075"/>
                  <a:pt x="1790970" y="50298"/>
                </a:cubicBezTo>
                <a:cubicBezTo>
                  <a:pt x="1790970" y="22519"/>
                  <a:pt x="1813488" y="2"/>
                  <a:pt x="1841266" y="2"/>
                </a:cubicBezTo>
                <a:close/>
                <a:moveTo>
                  <a:pt x="2139761" y="0"/>
                </a:moveTo>
                <a:cubicBezTo>
                  <a:pt x="2167539" y="0"/>
                  <a:pt x="2190056" y="22518"/>
                  <a:pt x="2190056" y="50296"/>
                </a:cubicBezTo>
                <a:cubicBezTo>
                  <a:pt x="2190056" y="78073"/>
                  <a:pt x="2167539" y="100591"/>
                  <a:pt x="2139761" y="100591"/>
                </a:cubicBezTo>
                <a:cubicBezTo>
                  <a:pt x="2111983" y="100591"/>
                  <a:pt x="2089465" y="78073"/>
                  <a:pt x="2089465" y="50296"/>
                </a:cubicBezTo>
                <a:cubicBezTo>
                  <a:pt x="2089465" y="22518"/>
                  <a:pt x="2111983" y="0"/>
                  <a:pt x="2139761"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1945367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Quote with Picture">
    <p:spTree>
      <p:nvGrpSpPr>
        <p:cNvPr id="1" name=""/>
        <p:cNvGrpSpPr/>
        <p:nvPr/>
      </p:nvGrpSpPr>
      <p:grpSpPr>
        <a:xfrm>
          <a:off x="0" y="0"/>
          <a:ext cx="0" cy="0"/>
          <a:chOff x="0" y="0"/>
          <a:chExt cx="0" cy="0"/>
        </a:xfrm>
      </p:grpSpPr>
      <p:sp>
        <p:nvSpPr>
          <p:cNvPr id="72" name="Freeform: Shape 71">
            <a:extLst>
              <a:ext uri="{FF2B5EF4-FFF2-40B4-BE49-F238E27FC236}">
                <a16:creationId xmlns:a16="http://schemas.microsoft.com/office/drawing/2014/main" id="{1513EC01-C8D7-47FC-8D12-7E1784DCCA47}"/>
              </a:ext>
            </a:extLst>
          </p:cNvPr>
          <p:cNvSpPr/>
          <p:nvPr userDrawn="1"/>
        </p:nvSpPr>
        <p:spPr>
          <a:xfrm>
            <a:off x="8828695" y="5586722"/>
            <a:ext cx="3399209" cy="1121744"/>
          </a:xfrm>
          <a:custGeom>
            <a:avLst/>
            <a:gdLst>
              <a:gd name="connsiteX0" fmla="*/ 90384 w 3399209"/>
              <a:gd name="connsiteY0" fmla="*/ 940980 h 1121744"/>
              <a:gd name="connsiteX1" fmla="*/ 180766 w 3399209"/>
              <a:gd name="connsiteY1" fmla="*/ 1031362 h 1121744"/>
              <a:gd name="connsiteX2" fmla="*/ 90384 w 3399209"/>
              <a:gd name="connsiteY2" fmla="*/ 1121744 h 1121744"/>
              <a:gd name="connsiteX3" fmla="*/ 0 w 3399209"/>
              <a:gd name="connsiteY3" fmla="*/ 1031362 h 1121744"/>
              <a:gd name="connsiteX4" fmla="*/ 90384 w 3399209"/>
              <a:gd name="connsiteY4" fmla="*/ 940980 h 1121744"/>
              <a:gd name="connsiteX5" fmla="*/ 626791 w 3399209"/>
              <a:gd name="connsiteY5" fmla="*/ 940978 h 1121744"/>
              <a:gd name="connsiteX6" fmla="*/ 717173 w 3399209"/>
              <a:gd name="connsiteY6" fmla="*/ 1031360 h 1121744"/>
              <a:gd name="connsiteX7" fmla="*/ 626791 w 3399209"/>
              <a:gd name="connsiteY7" fmla="*/ 1121742 h 1121744"/>
              <a:gd name="connsiteX8" fmla="*/ 536407 w 3399209"/>
              <a:gd name="connsiteY8" fmla="*/ 1031360 h 1121744"/>
              <a:gd name="connsiteX9" fmla="*/ 626791 w 3399209"/>
              <a:gd name="connsiteY9" fmla="*/ 940978 h 1121744"/>
              <a:gd name="connsiteX10" fmla="*/ 1163198 w 3399209"/>
              <a:gd name="connsiteY10" fmla="*/ 940974 h 1121744"/>
              <a:gd name="connsiteX11" fmla="*/ 1253580 w 3399209"/>
              <a:gd name="connsiteY11" fmla="*/ 1031358 h 1121744"/>
              <a:gd name="connsiteX12" fmla="*/ 1163198 w 3399209"/>
              <a:gd name="connsiteY12" fmla="*/ 1121740 h 1121744"/>
              <a:gd name="connsiteX13" fmla="*/ 1072816 w 3399209"/>
              <a:gd name="connsiteY13" fmla="*/ 1031358 h 1121744"/>
              <a:gd name="connsiteX14" fmla="*/ 1163198 w 3399209"/>
              <a:gd name="connsiteY14" fmla="*/ 940974 h 1121744"/>
              <a:gd name="connsiteX15" fmla="*/ 1699605 w 3399209"/>
              <a:gd name="connsiteY15" fmla="*/ 940973 h 1121744"/>
              <a:gd name="connsiteX16" fmla="*/ 1789988 w 3399209"/>
              <a:gd name="connsiteY16" fmla="*/ 1031356 h 1121744"/>
              <a:gd name="connsiteX17" fmla="*/ 1699605 w 3399209"/>
              <a:gd name="connsiteY17" fmla="*/ 1121738 h 1121744"/>
              <a:gd name="connsiteX18" fmla="*/ 1609223 w 3399209"/>
              <a:gd name="connsiteY18" fmla="*/ 1031356 h 1121744"/>
              <a:gd name="connsiteX19" fmla="*/ 1699605 w 3399209"/>
              <a:gd name="connsiteY19" fmla="*/ 940973 h 1121744"/>
              <a:gd name="connsiteX20" fmla="*/ 2236011 w 3399209"/>
              <a:gd name="connsiteY20" fmla="*/ 940971 h 1121744"/>
              <a:gd name="connsiteX21" fmla="*/ 2326395 w 3399209"/>
              <a:gd name="connsiteY21" fmla="*/ 1031355 h 1121744"/>
              <a:gd name="connsiteX22" fmla="*/ 2236011 w 3399209"/>
              <a:gd name="connsiteY22" fmla="*/ 1121737 h 1121744"/>
              <a:gd name="connsiteX23" fmla="*/ 2145629 w 3399209"/>
              <a:gd name="connsiteY23" fmla="*/ 1031355 h 1121744"/>
              <a:gd name="connsiteX24" fmla="*/ 2236011 w 3399209"/>
              <a:gd name="connsiteY24" fmla="*/ 940971 h 1121744"/>
              <a:gd name="connsiteX25" fmla="*/ 2772420 w 3399209"/>
              <a:gd name="connsiteY25" fmla="*/ 940969 h 1121744"/>
              <a:gd name="connsiteX26" fmla="*/ 2862802 w 3399209"/>
              <a:gd name="connsiteY26" fmla="*/ 1031351 h 1121744"/>
              <a:gd name="connsiteX27" fmla="*/ 2772420 w 3399209"/>
              <a:gd name="connsiteY27" fmla="*/ 1121735 h 1121744"/>
              <a:gd name="connsiteX28" fmla="*/ 2682036 w 3399209"/>
              <a:gd name="connsiteY28" fmla="*/ 1031351 h 1121744"/>
              <a:gd name="connsiteX29" fmla="*/ 2772420 w 3399209"/>
              <a:gd name="connsiteY29" fmla="*/ 940969 h 1121744"/>
              <a:gd name="connsiteX30" fmla="*/ 3308827 w 3399209"/>
              <a:gd name="connsiteY30" fmla="*/ 940967 h 1121744"/>
              <a:gd name="connsiteX31" fmla="*/ 3399209 w 3399209"/>
              <a:gd name="connsiteY31" fmla="*/ 1031349 h 1121744"/>
              <a:gd name="connsiteX32" fmla="*/ 3308827 w 3399209"/>
              <a:gd name="connsiteY32" fmla="*/ 1121733 h 1121744"/>
              <a:gd name="connsiteX33" fmla="*/ 3218443 w 3399209"/>
              <a:gd name="connsiteY33" fmla="*/ 1031349 h 1121744"/>
              <a:gd name="connsiteX34" fmla="*/ 3308827 w 3399209"/>
              <a:gd name="connsiteY34" fmla="*/ 940967 h 1121744"/>
              <a:gd name="connsiteX35" fmla="*/ 90386 w 3399209"/>
              <a:gd name="connsiteY35" fmla="*/ 470495 h 1121744"/>
              <a:gd name="connsiteX36" fmla="*/ 180768 w 3399209"/>
              <a:gd name="connsiteY36" fmla="*/ 560877 h 1121744"/>
              <a:gd name="connsiteX37" fmla="*/ 90386 w 3399209"/>
              <a:gd name="connsiteY37" fmla="*/ 651261 h 1121744"/>
              <a:gd name="connsiteX38" fmla="*/ 2 w 3399209"/>
              <a:gd name="connsiteY38" fmla="*/ 560877 h 1121744"/>
              <a:gd name="connsiteX39" fmla="*/ 90386 w 3399209"/>
              <a:gd name="connsiteY39" fmla="*/ 470495 h 1121744"/>
              <a:gd name="connsiteX40" fmla="*/ 626791 w 3399209"/>
              <a:gd name="connsiteY40" fmla="*/ 470494 h 1121744"/>
              <a:gd name="connsiteX41" fmla="*/ 717173 w 3399209"/>
              <a:gd name="connsiteY41" fmla="*/ 560876 h 1121744"/>
              <a:gd name="connsiteX42" fmla="*/ 626791 w 3399209"/>
              <a:gd name="connsiteY42" fmla="*/ 651259 h 1121744"/>
              <a:gd name="connsiteX43" fmla="*/ 536407 w 3399209"/>
              <a:gd name="connsiteY43" fmla="*/ 560876 h 1121744"/>
              <a:gd name="connsiteX44" fmla="*/ 626791 w 3399209"/>
              <a:gd name="connsiteY44" fmla="*/ 470494 h 1121744"/>
              <a:gd name="connsiteX45" fmla="*/ 1163198 w 3399209"/>
              <a:gd name="connsiteY45" fmla="*/ 470492 h 1121744"/>
              <a:gd name="connsiteX46" fmla="*/ 1253580 w 3399209"/>
              <a:gd name="connsiteY46" fmla="*/ 560874 h 1121744"/>
              <a:gd name="connsiteX47" fmla="*/ 1163198 w 3399209"/>
              <a:gd name="connsiteY47" fmla="*/ 651258 h 1121744"/>
              <a:gd name="connsiteX48" fmla="*/ 1072817 w 3399209"/>
              <a:gd name="connsiteY48" fmla="*/ 560874 h 1121744"/>
              <a:gd name="connsiteX49" fmla="*/ 1163198 w 3399209"/>
              <a:gd name="connsiteY49" fmla="*/ 470492 h 1121744"/>
              <a:gd name="connsiteX50" fmla="*/ 1699605 w 3399209"/>
              <a:gd name="connsiteY50" fmla="*/ 470490 h 1121744"/>
              <a:gd name="connsiteX51" fmla="*/ 1789988 w 3399209"/>
              <a:gd name="connsiteY51" fmla="*/ 560872 h 1121744"/>
              <a:gd name="connsiteX52" fmla="*/ 1699605 w 3399209"/>
              <a:gd name="connsiteY52" fmla="*/ 651254 h 1121744"/>
              <a:gd name="connsiteX53" fmla="*/ 1609223 w 3399209"/>
              <a:gd name="connsiteY53" fmla="*/ 560872 h 1121744"/>
              <a:gd name="connsiteX54" fmla="*/ 1699605 w 3399209"/>
              <a:gd name="connsiteY54" fmla="*/ 470490 h 1121744"/>
              <a:gd name="connsiteX55" fmla="*/ 2236011 w 3399209"/>
              <a:gd name="connsiteY55" fmla="*/ 470488 h 1121744"/>
              <a:gd name="connsiteX56" fmla="*/ 2326395 w 3399209"/>
              <a:gd name="connsiteY56" fmla="*/ 560870 h 1121744"/>
              <a:gd name="connsiteX57" fmla="*/ 2236011 w 3399209"/>
              <a:gd name="connsiteY57" fmla="*/ 651252 h 1121744"/>
              <a:gd name="connsiteX58" fmla="*/ 2145629 w 3399209"/>
              <a:gd name="connsiteY58" fmla="*/ 560870 h 1121744"/>
              <a:gd name="connsiteX59" fmla="*/ 2236011 w 3399209"/>
              <a:gd name="connsiteY59" fmla="*/ 470488 h 1121744"/>
              <a:gd name="connsiteX60" fmla="*/ 2772420 w 3399209"/>
              <a:gd name="connsiteY60" fmla="*/ 470485 h 1121744"/>
              <a:gd name="connsiteX61" fmla="*/ 2862802 w 3399209"/>
              <a:gd name="connsiteY61" fmla="*/ 560868 h 1121744"/>
              <a:gd name="connsiteX62" fmla="*/ 2772420 w 3399209"/>
              <a:gd name="connsiteY62" fmla="*/ 651250 h 1121744"/>
              <a:gd name="connsiteX63" fmla="*/ 2682036 w 3399209"/>
              <a:gd name="connsiteY63" fmla="*/ 560868 h 1121744"/>
              <a:gd name="connsiteX64" fmla="*/ 2772420 w 3399209"/>
              <a:gd name="connsiteY64" fmla="*/ 470485 h 1121744"/>
              <a:gd name="connsiteX65" fmla="*/ 3308827 w 3399209"/>
              <a:gd name="connsiteY65" fmla="*/ 470483 h 1121744"/>
              <a:gd name="connsiteX66" fmla="*/ 3399209 w 3399209"/>
              <a:gd name="connsiteY66" fmla="*/ 560867 h 1121744"/>
              <a:gd name="connsiteX67" fmla="*/ 3308827 w 3399209"/>
              <a:gd name="connsiteY67" fmla="*/ 651249 h 1121744"/>
              <a:gd name="connsiteX68" fmla="*/ 3218443 w 3399209"/>
              <a:gd name="connsiteY68" fmla="*/ 560867 h 1121744"/>
              <a:gd name="connsiteX69" fmla="*/ 3308827 w 3399209"/>
              <a:gd name="connsiteY69" fmla="*/ 470483 h 1121744"/>
              <a:gd name="connsiteX70" fmla="*/ 90386 w 3399209"/>
              <a:gd name="connsiteY70" fmla="*/ 11 h 1121744"/>
              <a:gd name="connsiteX71" fmla="*/ 180768 w 3399209"/>
              <a:gd name="connsiteY71" fmla="*/ 90395 h 1121744"/>
              <a:gd name="connsiteX72" fmla="*/ 90386 w 3399209"/>
              <a:gd name="connsiteY72" fmla="*/ 180777 h 1121744"/>
              <a:gd name="connsiteX73" fmla="*/ 2 w 3399209"/>
              <a:gd name="connsiteY73" fmla="*/ 90395 h 1121744"/>
              <a:gd name="connsiteX74" fmla="*/ 90386 w 3399209"/>
              <a:gd name="connsiteY74" fmla="*/ 11 h 1121744"/>
              <a:gd name="connsiteX75" fmla="*/ 626793 w 3399209"/>
              <a:gd name="connsiteY75" fmla="*/ 9 h 1121744"/>
              <a:gd name="connsiteX76" fmla="*/ 717175 w 3399209"/>
              <a:gd name="connsiteY76" fmla="*/ 90393 h 1121744"/>
              <a:gd name="connsiteX77" fmla="*/ 626793 w 3399209"/>
              <a:gd name="connsiteY77" fmla="*/ 180775 h 1121744"/>
              <a:gd name="connsiteX78" fmla="*/ 536411 w 3399209"/>
              <a:gd name="connsiteY78" fmla="*/ 90393 h 1121744"/>
              <a:gd name="connsiteX79" fmla="*/ 626793 w 3399209"/>
              <a:gd name="connsiteY79" fmla="*/ 9 h 1121744"/>
              <a:gd name="connsiteX80" fmla="*/ 1163199 w 3399209"/>
              <a:gd name="connsiteY80" fmla="*/ 7 h 1121744"/>
              <a:gd name="connsiteX81" fmla="*/ 1253580 w 3399209"/>
              <a:gd name="connsiteY81" fmla="*/ 90391 h 1121744"/>
              <a:gd name="connsiteX82" fmla="*/ 1163199 w 3399209"/>
              <a:gd name="connsiteY82" fmla="*/ 180773 h 1121744"/>
              <a:gd name="connsiteX83" fmla="*/ 1072817 w 3399209"/>
              <a:gd name="connsiteY83" fmla="*/ 90391 h 1121744"/>
              <a:gd name="connsiteX84" fmla="*/ 1163199 w 3399209"/>
              <a:gd name="connsiteY84" fmla="*/ 7 h 1121744"/>
              <a:gd name="connsiteX85" fmla="*/ 1699605 w 3399209"/>
              <a:gd name="connsiteY85" fmla="*/ 6 h 1121744"/>
              <a:gd name="connsiteX86" fmla="*/ 1789988 w 3399209"/>
              <a:gd name="connsiteY86" fmla="*/ 90388 h 1121744"/>
              <a:gd name="connsiteX87" fmla="*/ 1699605 w 3399209"/>
              <a:gd name="connsiteY87" fmla="*/ 180772 h 1121744"/>
              <a:gd name="connsiteX88" fmla="*/ 1609223 w 3399209"/>
              <a:gd name="connsiteY88" fmla="*/ 90388 h 1121744"/>
              <a:gd name="connsiteX89" fmla="*/ 1699605 w 3399209"/>
              <a:gd name="connsiteY89" fmla="*/ 6 h 1121744"/>
              <a:gd name="connsiteX90" fmla="*/ 2236011 w 3399209"/>
              <a:gd name="connsiteY90" fmla="*/ 4 h 1121744"/>
              <a:gd name="connsiteX91" fmla="*/ 2326395 w 3399209"/>
              <a:gd name="connsiteY91" fmla="*/ 90386 h 1121744"/>
              <a:gd name="connsiteX92" fmla="*/ 2236011 w 3399209"/>
              <a:gd name="connsiteY92" fmla="*/ 180770 h 1121744"/>
              <a:gd name="connsiteX93" fmla="*/ 2145629 w 3399209"/>
              <a:gd name="connsiteY93" fmla="*/ 90386 h 1121744"/>
              <a:gd name="connsiteX94" fmla="*/ 2236011 w 3399209"/>
              <a:gd name="connsiteY94" fmla="*/ 4 h 1121744"/>
              <a:gd name="connsiteX95" fmla="*/ 2772420 w 3399209"/>
              <a:gd name="connsiteY95" fmla="*/ 2 h 1121744"/>
              <a:gd name="connsiteX96" fmla="*/ 2862802 w 3399209"/>
              <a:gd name="connsiteY96" fmla="*/ 90384 h 1121744"/>
              <a:gd name="connsiteX97" fmla="*/ 2772420 w 3399209"/>
              <a:gd name="connsiteY97" fmla="*/ 180766 h 1121744"/>
              <a:gd name="connsiteX98" fmla="*/ 2682036 w 3399209"/>
              <a:gd name="connsiteY98" fmla="*/ 90384 h 1121744"/>
              <a:gd name="connsiteX99" fmla="*/ 2772420 w 3399209"/>
              <a:gd name="connsiteY99" fmla="*/ 2 h 1121744"/>
              <a:gd name="connsiteX100" fmla="*/ 3308827 w 3399209"/>
              <a:gd name="connsiteY100" fmla="*/ 0 h 1121744"/>
              <a:gd name="connsiteX101" fmla="*/ 3399209 w 3399209"/>
              <a:gd name="connsiteY101" fmla="*/ 90382 h 1121744"/>
              <a:gd name="connsiteX102" fmla="*/ 3308827 w 3399209"/>
              <a:gd name="connsiteY102" fmla="*/ 180764 h 1121744"/>
              <a:gd name="connsiteX103" fmla="*/ 3218443 w 3399209"/>
              <a:gd name="connsiteY103" fmla="*/ 90382 h 1121744"/>
              <a:gd name="connsiteX104" fmla="*/ 3308827 w 3399209"/>
              <a:gd name="connsiteY104" fmla="*/ 0 h 1121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399209" h="1121744">
                <a:moveTo>
                  <a:pt x="90384" y="940980"/>
                </a:moveTo>
                <a:cubicBezTo>
                  <a:pt x="140300" y="940980"/>
                  <a:pt x="180766" y="981444"/>
                  <a:pt x="180766" y="1031362"/>
                </a:cubicBezTo>
                <a:cubicBezTo>
                  <a:pt x="180766" y="1081280"/>
                  <a:pt x="140300" y="1121744"/>
                  <a:pt x="90384" y="1121744"/>
                </a:cubicBezTo>
                <a:cubicBezTo>
                  <a:pt x="40466" y="1121744"/>
                  <a:pt x="0" y="1081280"/>
                  <a:pt x="0" y="1031362"/>
                </a:cubicBezTo>
                <a:cubicBezTo>
                  <a:pt x="0" y="981444"/>
                  <a:pt x="40466" y="940980"/>
                  <a:pt x="90384" y="940980"/>
                </a:cubicBezTo>
                <a:close/>
                <a:moveTo>
                  <a:pt x="626791" y="940978"/>
                </a:moveTo>
                <a:cubicBezTo>
                  <a:pt x="676709" y="940978"/>
                  <a:pt x="717173" y="981442"/>
                  <a:pt x="717173" y="1031360"/>
                </a:cubicBezTo>
                <a:cubicBezTo>
                  <a:pt x="717173" y="1081278"/>
                  <a:pt x="676709" y="1121742"/>
                  <a:pt x="626791" y="1121742"/>
                </a:cubicBezTo>
                <a:cubicBezTo>
                  <a:pt x="576873" y="1121742"/>
                  <a:pt x="536407" y="1081278"/>
                  <a:pt x="536407" y="1031360"/>
                </a:cubicBezTo>
                <a:cubicBezTo>
                  <a:pt x="536407" y="981442"/>
                  <a:pt x="576873" y="940978"/>
                  <a:pt x="626791" y="940978"/>
                </a:cubicBezTo>
                <a:close/>
                <a:moveTo>
                  <a:pt x="1163198" y="940974"/>
                </a:moveTo>
                <a:cubicBezTo>
                  <a:pt x="1213116" y="940974"/>
                  <a:pt x="1253580" y="981440"/>
                  <a:pt x="1253580" y="1031358"/>
                </a:cubicBezTo>
                <a:cubicBezTo>
                  <a:pt x="1253580" y="1081276"/>
                  <a:pt x="1213116" y="1121740"/>
                  <a:pt x="1163198" y="1121740"/>
                </a:cubicBezTo>
                <a:cubicBezTo>
                  <a:pt x="1113279" y="1121740"/>
                  <a:pt x="1072816" y="1081276"/>
                  <a:pt x="1072816" y="1031358"/>
                </a:cubicBezTo>
                <a:cubicBezTo>
                  <a:pt x="1072816" y="981440"/>
                  <a:pt x="1113279" y="940974"/>
                  <a:pt x="1163198" y="940974"/>
                </a:cubicBezTo>
                <a:close/>
                <a:moveTo>
                  <a:pt x="1699605" y="940973"/>
                </a:moveTo>
                <a:cubicBezTo>
                  <a:pt x="1749523" y="940973"/>
                  <a:pt x="1789988" y="981438"/>
                  <a:pt x="1789988" y="1031356"/>
                </a:cubicBezTo>
                <a:cubicBezTo>
                  <a:pt x="1789988" y="1081275"/>
                  <a:pt x="1749523" y="1121738"/>
                  <a:pt x="1699605" y="1121738"/>
                </a:cubicBezTo>
                <a:cubicBezTo>
                  <a:pt x="1649686" y="1121738"/>
                  <a:pt x="1609223" y="1081275"/>
                  <a:pt x="1609223" y="1031356"/>
                </a:cubicBezTo>
                <a:cubicBezTo>
                  <a:pt x="1609223" y="981438"/>
                  <a:pt x="1649686" y="940973"/>
                  <a:pt x="1699605" y="940973"/>
                </a:cubicBezTo>
                <a:close/>
                <a:moveTo>
                  <a:pt x="2236011" y="940971"/>
                </a:moveTo>
                <a:cubicBezTo>
                  <a:pt x="2285929" y="940971"/>
                  <a:pt x="2326395" y="981436"/>
                  <a:pt x="2326395" y="1031355"/>
                </a:cubicBezTo>
                <a:cubicBezTo>
                  <a:pt x="2326395" y="1081271"/>
                  <a:pt x="2285929" y="1121737"/>
                  <a:pt x="2236011" y="1121737"/>
                </a:cubicBezTo>
                <a:cubicBezTo>
                  <a:pt x="2186093" y="1121737"/>
                  <a:pt x="2145629" y="1081271"/>
                  <a:pt x="2145629" y="1031355"/>
                </a:cubicBezTo>
                <a:cubicBezTo>
                  <a:pt x="2145629" y="981436"/>
                  <a:pt x="2186093" y="940971"/>
                  <a:pt x="2236011" y="940971"/>
                </a:cubicBezTo>
                <a:close/>
                <a:moveTo>
                  <a:pt x="2772420" y="940969"/>
                </a:moveTo>
                <a:cubicBezTo>
                  <a:pt x="2822337" y="940969"/>
                  <a:pt x="2862802" y="981435"/>
                  <a:pt x="2862802" y="1031351"/>
                </a:cubicBezTo>
                <a:cubicBezTo>
                  <a:pt x="2862802" y="1081269"/>
                  <a:pt x="2822337" y="1121735"/>
                  <a:pt x="2772420" y="1121735"/>
                </a:cubicBezTo>
                <a:cubicBezTo>
                  <a:pt x="2722502" y="1121735"/>
                  <a:pt x="2682036" y="1081269"/>
                  <a:pt x="2682036" y="1031351"/>
                </a:cubicBezTo>
                <a:cubicBezTo>
                  <a:pt x="2682036" y="981435"/>
                  <a:pt x="2722502" y="940969"/>
                  <a:pt x="2772420" y="940969"/>
                </a:cubicBezTo>
                <a:close/>
                <a:moveTo>
                  <a:pt x="3308827" y="940967"/>
                </a:moveTo>
                <a:cubicBezTo>
                  <a:pt x="3358745" y="940967"/>
                  <a:pt x="3399209" y="981431"/>
                  <a:pt x="3399209" y="1031349"/>
                </a:cubicBezTo>
                <a:cubicBezTo>
                  <a:pt x="3399209" y="1081267"/>
                  <a:pt x="3358745" y="1121733"/>
                  <a:pt x="3308827" y="1121733"/>
                </a:cubicBezTo>
                <a:cubicBezTo>
                  <a:pt x="3258909" y="1121733"/>
                  <a:pt x="3218443" y="1081267"/>
                  <a:pt x="3218443" y="1031349"/>
                </a:cubicBezTo>
                <a:cubicBezTo>
                  <a:pt x="3218443" y="981431"/>
                  <a:pt x="3258909" y="940967"/>
                  <a:pt x="3308827" y="940967"/>
                </a:cubicBezTo>
                <a:close/>
                <a:moveTo>
                  <a:pt x="90386" y="470495"/>
                </a:moveTo>
                <a:cubicBezTo>
                  <a:pt x="140304" y="470495"/>
                  <a:pt x="180768" y="510961"/>
                  <a:pt x="180768" y="560877"/>
                </a:cubicBezTo>
                <a:cubicBezTo>
                  <a:pt x="180768" y="610796"/>
                  <a:pt x="140304" y="651261"/>
                  <a:pt x="90386" y="651261"/>
                </a:cubicBezTo>
                <a:cubicBezTo>
                  <a:pt x="40467" y="651261"/>
                  <a:pt x="2" y="610796"/>
                  <a:pt x="2" y="560877"/>
                </a:cubicBezTo>
                <a:cubicBezTo>
                  <a:pt x="2" y="510961"/>
                  <a:pt x="40467" y="470495"/>
                  <a:pt x="90386" y="470495"/>
                </a:cubicBezTo>
                <a:close/>
                <a:moveTo>
                  <a:pt x="626791" y="470494"/>
                </a:moveTo>
                <a:cubicBezTo>
                  <a:pt x="676711" y="470494"/>
                  <a:pt x="717173" y="510958"/>
                  <a:pt x="717173" y="560876"/>
                </a:cubicBezTo>
                <a:cubicBezTo>
                  <a:pt x="717173" y="610794"/>
                  <a:pt x="676711" y="651259"/>
                  <a:pt x="626791" y="651259"/>
                </a:cubicBezTo>
                <a:cubicBezTo>
                  <a:pt x="576873" y="651259"/>
                  <a:pt x="536407" y="610794"/>
                  <a:pt x="536407" y="560876"/>
                </a:cubicBezTo>
                <a:cubicBezTo>
                  <a:pt x="536407" y="510958"/>
                  <a:pt x="576873" y="470494"/>
                  <a:pt x="626791" y="470494"/>
                </a:cubicBezTo>
                <a:close/>
                <a:moveTo>
                  <a:pt x="1163198" y="470492"/>
                </a:moveTo>
                <a:cubicBezTo>
                  <a:pt x="1213117" y="470492"/>
                  <a:pt x="1253580" y="510956"/>
                  <a:pt x="1253580" y="560874"/>
                </a:cubicBezTo>
                <a:cubicBezTo>
                  <a:pt x="1253580" y="610792"/>
                  <a:pt x="1213117" y="651258"/>
                  <a:pt x="1163198" y="651258"/>
                </a:cubicBezTo>
                <a:cubicBezTo>
                  <a:pt x="1113279" y="651258"/>
                  <a:pt x="1072817" y="610792"/>
                  <a:pt x="1072817" y="560874"/>
                </a:cubicBezTo>
                <a:cubicBezTo>
                  <a:pt x="1072817" y="510956"/>
                  <a:pt x="1113279" y="470492"/>
                  <a:pt x="1163198" y="470492"/>
                </a:cubicBezTo>
                <a:close/>
                <a:moveTo>
                  <a:pt x="1699605" y="470490"/>
                </a:moveTo>
                <a:cubicBezTo>
                  <a:pt x="1749523" y="470490"/>
                  <a:pt x="1789988" y="510954"/>
                  <a:pt x="1789988" y="560872"/>
                </a:cubicBezTo>
                <a:cubicBezTo>
                  <a:pt x="1789988" y="610790"/>
                  <a:pt x="1749523" y="651254"/>
                  <a:pt x="1699605" y="651254"/>
                </a:cubicBezTo>
                <a:cubicBezTo>
                  <a:pt x="1649686" y="651254"/>
                  <a:pt x="1609223" y="610790"/>
                  <a:pt x="1609223" y="560872"/>
                </a:cubicBezTo>
                <a:cubicBezTo>
                  <a:pt x="1609223" y="510954"/>
                  <a:pt x="1649686" y="470490"/>
                  <a:pt x="1699605" y="470490"/>
                </a:cubicBezTo>
                <a:close/>
                <a:moveTo>
                  <a:pt x="2236011" y="470488"/>
                </a:moveTo>
                <a:cubicBezTo>
                  <a:pt x="2285929" y="470488"/>
                  <a:pt x="2326395" y="510952"/>
                  <a:pt x="2326395" y="560870"/>
                </a:cubicBezTo>
                <a:cubicBezTo>
                  <a:pt x="2326395" y="610788"/>
                  <a:pt x="2285929" y="651252"/>
                  <a:pt x="2236011" y="651252"/>
                </a:cubicBezTo>
                <a:cubicBezTo>
                  <a:pt x="2186093" y="651252"/>
                  <a:pt x="2145629" y="610788"/>
                  <a:pt x="2145629" y="560870"/>
                </a:cubicBezTo>
                <a:cubicBezTo>
                  <a:pt x="2145629" y="510952"/>
                  <a:pt x="2186093" y="470488"/>
                  <a:pt x="2236011" y="470488"/>
                </a:cubicBezTo>
                <a:close/>
                <a:moveTo>
                  <a:pt x="2772420" y="470485"/>
                </a:moveTo>
                <a:cubicBezTo>
                  <a:pt x="2822337" y="470485"/>
                  <a:pt x="2862802" y="510950"/>
                  <a:pt x="2862802" y="560868"/>
                </a:cubicBezTo>
                <a:cubicBezTo>
                  <a:pt x="2862802" y="610787"/>
                  <a:pt x="2822337" y="651250"/>
                  <a:pt x="2772420" y="651250"/>
                </a:cubicBezTo>
                <a:cubicBezTo>
                  <a:pt x="2722502" y="651250"/>
                  <a:pt x="2682036" y="610787"/>
                  <a:pt x="2682036" y="560868"/>
                </a:cubicBezTo>
                <a:cubicBezTo>
                  <a:pt x="2682036" y="510950"/>
                  <a:pt x="2722502" y="470485"/>
                  <a:pt x="2772420" y="470485"/>
                </a:cubicBezTo>
                <a:close/>
                <a:moveTo>
                  <a:pt x="3308827" y="470483"/>
                </a:moveTo>
                <a:cubicBezTo>
                  <a:pt x="3358745" y="470483"/>
                  <a:pt x="3399209" y="510949"/>
                  <a:pt x="3399209" y="560867"/>
                </a:cubicBezTo>
                <a:cubicBezTo>
                  <a:pt x="3399209" y="610785"/>
                  <a:pt x="3358745" y="651249"/>
                  <a:pt x="3308827" y="651249"/>
                </a:cubicBezTo>
                <a:cubicBezTo>
                  <a:pt x="3258909" y="651249"/>
                  <a:pt x="3218443" y="610785"/>
                  <a:pt x="3218443" y="560867"/>
                </a:cubicBezTo>
                <a:cubicBezTo>
                  <a:pt x="3218443" y="510949"/>
                  <a:pt x="3258909" y="470483"/>
                  <a:pt x="3308827" y="470483"/>
                </a:cubicBezTo>
                <a:close/>
                <a:moveTo>
                  <a:pt x="90386" y="11"/>
                </a:moveTo>
                <a:cubicBezTo>
                  <a:pt x="140304" y="11"/>
                  <a:pt x="180768" y="40477"/>
                  <a:pt x="180768" y="90395"/>
                </a:cubicBezTo>
                <a:cubicBezTo>
                  <a:pt x="180768" y="140313"/>
                  <a:pt x="140304" y="180777"/>
                  <a:pt x="90386" y="180777"/>
                </a:cubicBezTo>
                <a:cubicBezTo>
                  <a:pt x="40467" y="180777"/>
                  <a:pt x="2" y="140313"/>
                  <a:pt x="2" y="90395"/>
                </a:cubicBezTo>
                <a:cubicBezTo>
                  <a:pt x="2" y="40477"/>
                  <a:pt x="40467" y="11"/>
                  <a:pt x="90386" y="11"/>
                </a:cubicBezTo>
                <a:close/>
                <a:moveTo>
                  <a:pt x="626793" y="9"/>
                </a:moveTo>
                <a:cubicBezTo>
                  <a:pt x="676711" y="9"/>
                  <a:pt x="717175" y="40475"/>
                  <a:pt x="717175" y="90393"/>
                </a:cubicBezTo>
                <a:cubicBezTo>
                  <a:pt x="717175" y="140309"/>
                  <a:pt x="676711" y="180775"/>
                  <a:pt x="626793" y="180775"/>
                </a:cubicBezTo>
                <a:cubicBezTo>
                  <a:pt x="576874" y="180775"/>
                  <a:pt x="536411" y="140309"/>
                  <a:pt x="536411" y="90393"/>
                </a:cubicBezTo>
                <a:cubicBezTo>
                  <a:pt x="536411" y="40475"/>
                  <a:pt x="576874" y="9"/>
                  <a:pt x="626793" y="9"/>
                </a:cubicBezTo>
                <a:close/>
                <a:moveTo>
                  <a:pt x="1163199" y="7"/>
                </a:moveTo>
                <a:cubicBezTo>
                  <a:pt x="1213117" y="7"/>
                  <a:pt x="1253580" y="40473"/>
                  <a:pt x="1253580" y="90391"/>
                </a:cubicBezTo>
                <a:cubicBezTo>
                  <a:pt x="1253580" y="140308"/>
                  <a:pt x="1213117" y="180773"/>
                  <a:pt x="1163199" y="180773"/>
                </a:cubicBezTo>
                <a:cubicBezTo>
                  <a:pt x="1113281" y="180773"/>
                  <a:pt x="1072817" y="140308"/>
                  <a:pt x="1072817" y="90391"/>
                </a:cubicBezTo>
                <a:cubicBezTo>
                  <a:pt x="1072817" y="40473"/>
                  <a:pt x="1113281" y="7"/>
                  <a:pt x="1163199" y="7"/>
                </a:cubicBezTo>
                <a:close/>
                <a:moveTo>
                  <a:pt x="1699605" y="6"/>
                </a:moveTo>
                <a:cubicBezTo>
                  <a:pt x="1749523" y="6"/>
                  <a:pt x="1789988" y="40471"/>
                  <a:pt x="1789988" y="90388"/>
                </a:cubicBezTo>
                <a:cubicBezTo>
                  <a:pt x="1789988" y="140306"/>
                  <a:pt x="1749523" y="180772"/>
                  <a:pt x="1699605" y="180772"/>
                </a:cubicBezTo>
                <a:cubicBezTo>
                  <a:pt x="1649686" y="180772"/>
                  <a:pt x="1609223" y="140306"/>
                  <a:pt x="1609223" y="90388"/>
                </a:cubicBezTo>
                <a:cubicBezTo>
                  <a:pt x="1609223" y="40471"/>
                  <a:pt x="1649686" y="6"/>
                  <a:pt x="1699605" y="6"/>
                </a:cubicBezTo>
                <a:close/>
                <a:moveTo>
                  <a:pt x="2236011" y="4"/>
                </a:moveTo>
                <a:cubicBezTo>
                  <a:pt x="2285929" y="4"/>
                  <a:pt x="2326395" y="40468"/>
                  <a:pt x="2326395" y="90386"/>
                </a:cubicBezTo>
                <a:cubicBezTo>
                  <a:pt x="2326395" y="140304"/>
                  <a:pt x="2285929" y="180770"/>
                  <a:pt x="2236011" y="180770"/>
                </a:cubicBezTo>
                <a:cubicBezTo>
                  <a:pt x="2186093" y="180770"/>
                  <a:pt x="2145629" y="140304"/>
                  <a:pt x="2145629" y="90386"/>
                </a:cubicBezTo>
                <a:cubicBezTo>
                  <a:pt x="2145629" y="40468"/>
                  <a:pt x="2186093" y="4"/>
                  <a:pt x="2236011" y="4"/>
                </a:cubicBezTo>
                <a:close/>
                <a:moveTo>
                  <a:pt x="2772420" y="2"/>
                </a:moveTo>
                <a:cubicBezTo>
                  <a:pt x="2822337" y="2"/>
                  <a:pt x="2862802" y="40466"/>
                  <a:pt x="2862802" y="90384"/>
                </a:cubicBezTo>
                <a:cubicBezTo>
                  <a:pt x="2862802" y="140302"/>
                  <a:pt x="2822337" y="180766"/>
                  <a:pt x="2772420" y="180766"/>
                </a:cubicBezTo>
                <a:cubicBezTo>
                  <a:pt x="2722502" y="180766"/>
                  <a:pt x="2682036" y="140302"/>
                  <a:pt x="2682036" y="90384"/>
                </a:cubicBezTo>
                <a:cubicBezTo>
                  <a:pt x="2682036" y="40466"/>
                  <a:pt x="2722502" y="2"/>
                  <a:pt x="2772420" y="2"/>
                </a:cubicBezTo>
                <a:close/>
                <a:moveTo>
                  <a:pt x="3308827" y="0"/>
                </a:moveTo>
                <a:cubicBezTo>
                  <a:pt x="3358745" y="0"/>
                  <a:pt x="3399209" y="40464"/>
                  <a:pt x="3399209" y="90382"/>
                </a:cubicBezTo>
                <a:cubicBezTo>
                  <a:pt x="3399209" y="140300"/>
                  <a:pt x="3358745" y="180764"/>
                  <a:pt x="3308827" y="180764"/>
                </a:cubicBezTo>
                <a:cubicBezTo>
                  <a:pt x="3258909" y="180764"/>
                  <a:pt x="3218443" y="140300"/>
                  <a:pt x="3218443" y="90382"/>
                </a:cubicBezTo>
                <a:cubicBezTo>
                  <a:pt x="3218443" y="40464"/>
                  <a:pt x="3258909" y="0"/>
                  <a:pt x="3308827"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5" name="Freeform: Shape 64">
            <a:extLst>
              <a:ext uri="{FF2B5EF4-FFF2-40B4-BE49-F238E27FC236}">
                <a16:creationId xmlns:a16="http://schemas.microsoft.com/office/drawing/2014/main" id="{E4846743-210C-45AB-8B8E-3197184617AC}"/>
              </a:ext>
            </a:extLst>
          </p:cNvPr>
          <p:cNvSpPr/>
          <p:nvPr userDrawn="1"/>
        </p:nvSpPr>
        <p:spPr>
          <a:xfrm rot="6300000">
            <a:off x="10963000" y="-714479"/>
            <a:ext cx="794297" cy="1779172"/>
          </a:xfrm>
          <a:custGeom>
            <a:avLst/>
            <a:gdLst>
              <a:gd name="connsiteX0" fmla="*/ 678881 w 1213203"/>
              <a:gd name="connsiteY0" fmla="*/ 2717493 h 2717493"/>
              <a:gd name="connsiteX1" fmla="*/ 0 w 1213203"/>
              <a:gd name="connsiteY1" fmla="*/ 183877 h 2717493"/>
              <a:gd name="connsiteX2" fmla="*/ 686240 w 1213203"/>
              <a:gd name="connsiteY2" fmla="*/ 0 h 2717493"/>
              <a:gd name="connsiteX3" fmla="*/ 753411 w 1213203"/>
              <a:gd name="connsiteY3" fmla="*/ 73906 h 2717493"/>
              <a:gd name="connsiteX4" fmla="*/ 1213203 w 1213203"/>
              <a:gd name="connsiteY4" fmla="*/ 1354698 h 2717493"/>
              <a:gd name="connsiteX5" fmla="*/ 753411 w 1213203"/>
              <a:gd name="connsiteY5" fmla="*/ 2635489 h 271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3203" h="2717493">
                <a:moveTo>
                  <a:pt x="678881" y="2717493"/>
                </a:moveTo>
                <a:lnTo>
                  <a:pt x="0" y="183877"/>
                </a:lnTo>
                <a:lnTo>
                  <a:pt x="686240" y="0"/>
                </a:lnTo>
                <a:lnTo>
                  <a:pt x="753411" y="73906"/>
                </a:lnTo>
                <a:cubicBezTo>
                  <a:pt x="1040653" y="421963"/>
                  <a:pt x="1213203" y="868180"/>
                  <a:pt x="1213203" y="1354698"/>
                </a:cubicBezTo>
                <a:cubicBezTo>
                  <a:pt x="1213203" y="1841216"/>
                  <a:pt x="1040653" y="2287433"/>
                  <a:pt x="753411" y="2635489"/>
                </a:cubicBezTo>
                <a:close/>
              </a:path>
            </a:pathLst>
          </a:cu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Picture Placeholder 57">
            <a:extLst>
              <a:ext uri="{FF2B5EF4-FFF2-40B4-BE49-F238E27FC236}">
                <a16:creationId xmlns:a16="http://schemas.microsoft.com/office/drawing/2014/main" id="{4AE1967E-A981-4A11-8597-D0C7AB12C750}"/>
              </a:ext>
            </a:extLst>
          </p:cNvPr>
          <p:cNvSpPr>
            <a:spLocks noGrp="1"/>
          </p:cNvSpPr>
          <p:nvPr>
            <p:ph type="pic" sz="quarter" idx="10"/>
          </p:nvPr>
        </p:nvSpPr>
        <p:spPr>
          <a:xfrm>
            <a:off x="1104902" y="790575"/>
            <a:ext cx="4324593" cy="5276850"/>
          </a:xfrm>
          <a:custGeom>
            <a:avLst/>
            <a:gdLst>
              <a:gd name="connsiteX0" fmla="*/ 308010 w 4324593"/>
              <a:gd name="connsiteY0" fmla="*/ 0 h 5276850"/>
              <a:gd name="connsiteX1" fmla="*/ 4324593 w 4324593"/>
              <a:gd name="connsiteY1" fmla="*/ 0 h 5276850"/>
              <a:gd name="connsiteX2" fmla="*/ 2509625 w 4324593"/>
              <a:gd name="connsiteY2" fmla="*/ 5276850 h 5276850"/>
              <a:gd name="connsiteX3" fmla="*/ 308010 w 4324593"/>
              <a:gd name="connsiteY3" fmla="*/ 5276850 h 5276850"/>
              <a:gd name="connsiteX4" fmla="*/ 0 w 4324593"/>
              <a:gd name="connsiteY4" fmla="*/ 4968840 h 5276850"/>
              <a:gd name="connsiteX5" fmla="*/ 0 w 4324593"/>
              <a:gd name="connsiteY5" fmla="*/ 308010 h 5276850"/>
              <a:gd name="connsiteX6" fmla="*/ 308010 w 4324593"/>
              <a:gd name="connsiteY6" fmla="*/ 0 h 527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4593" h="5276850">
                <a:moveTo>
                  <a:pt x="308010" y="0"/>
                </a:moveTo>
                <a:lnTo>
                  <a:pt x="4324593" y="0"/>
                </a:lnTo>
                <a:lnTo>
                  <a:pt x="2509625" y="5276850"/>
                </a:lnTo>
                <a:lnTo>
                  <a:pt x="308010" y="5276850"/>
                </a:lnTo>
                <a:cubicBezTo>
                  <a:pt x="137901" y="5276850"/>
                  <a:pt x="0" y="5138949"/>
                  <a:pt x="0" y="4968840"/>
                </a:cubicBezTo>
                <a:lnTo>
                  <a:pt x="0" y="308010"/>
                </a:lnTo>
                <a:cubicBezTo>
                  <a:pt x="0" y="137901"/>
                  <a:pt x="137901" y="0"/>
                  <a:pt x="308010" y="0"/>
                </a:cubicBezTo>
                <a:close/>
              </a:path>
            </a:pathLst>
          </a:custGeom>
        </p:spPr>
        <p:txBody>
          <a:bodyPr wrap="square">
            <a:noAutofit/>
          </a:bodyPr>
          <a:lstStyle/>
          <a:p>
            <a:endParaRPr lang="en-US"/>
          </a:p>
        </p:txBody>
      </p:sp>
      <p:sp>
        <p:nvSpPr>
          <p:cNvPr id="57" name="Freeform: Shape 56">
            <a:extLst>
              <a:ext uri="{FF2B5EF4-FFF2-40B4-BE49-F238E27FC236}">
                <a16:creationId xmlns:a16="http://schemas.microsoft.com/office/drawing/2014/main" id="{CC95B50A-7ACF-4D20-A60B-1B79B7E0F754}"/>
              </a:ext>
            </a:extLst>
          </p:cNvPr>
          <p:cNvSpPr/>
          <p:nvPr userDrawn="1"/>
        </p:nvSpPr>
        <p:spPr>
          <a:xfrm>
            <a:off x="3805026" y="790575"/>
            <a:ext cx="7396375" cy="5276850"/>
          </a:xfrm>
          <a:custGeom>
            <a:avLst/>
            <a:gdLst>
              <a:gd name="connsiteX0" fmla="*/ 1814968 w 7396375"/>
              <a:gd name="connsiteY0" fmla="*/ 0 h 5276850"/>
              <a:gd name="connsiteX1" fmla="*/ 7088365 w 7396375"/>
              <a:gd name="connsiteY1" fmla="*/ 0 h 5276850"/>
              <a:gd name="connsiteX2" fmla="*/ 7396375 w 7396375"/>
              <a:gd name="connsiteY2" fmla="*/ 308010 h 5276850"/>
              <a:gd name="connsiteX3" fmla="*/ 7396375 w 7396375"/>
              <a:gd name="connsiteY3" fmla="*/ 4968840 h 5276850"/>
              <a:gd name="connsiteX4" fmla="*/ 7088365 w 7396375"/>
              <a:gd name="connsiteY4" fmla="*/ 5276850 h 5276850"/>
              <a:gd name="connsiteX5" fmla="*/ 0 w 7396375"/>
              <a:gd name="connsiteY5" fmla="*/ 5276850 h 527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96375" h="5276850">
                <a:moveTo>
                  <a:pt x="1814968" y="0"/>
                </a:moveTo>
                <a:lnTo>
                  <a:pt x="7088365" y="0"/>
                </a:lnTo>
                <a:cubicBezTo>
                  <a:pt x="7258474" y="0"/>
                  <a:pt x="7396375" y="137901"/>
                  <a:pt x="7396375" y="308010"/>
                </a:cubicBezTo>
                <a:lnTo>
                  <a:pt x="7396375" y="4968840"/>
                </a:lnTo>
                <a:cubicBezTo>
                  <a:pt x="7396375" y="5138949"/>
                  <a:pt x="7258474" y="5276850"/>
                  <a:pt x="7088365" y="5276850"/>
                </a:cubicBezTo>
                <a:lnTo>
                  <a:pt x="0" y="527685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Freeform: Shape 58">
            <a:extLst>
              <a:ext uri="{FF2B5EF4-FFF2-40B4-BE49-F238E27FC236}">
                <a16:creationId xmlns:a16="http://schemas.microsoft.com/office/drawing/2014/main" id="{058DA6C5-37D3-4264-97CC-0C22F775DB6E}"/>
              </a:ext>
            </a:extLst>
          </p:cNvPr>
          <p:cNvSpPr/>
          <p:nvPr userDrawn="1"/>
        </p:nvSpPr>
        <p:spPr>
          <a:xfrm>
            <a:off x="4795739" y="542705"/>
            <a:ext cx="2392461" cy="1948782"/>
          </a:xfrm>
          <a:custGeom>
            <a:avLst/>
            <a:gdLst/>
            <a:ahLst/>
            <a:cxnLst/>
            <a:rect l="l" t="t" r="r" b="b"/>
            <a:pathLst>
              <a:path w="69038" h="56235">
                <a:moveTo>
                  <a:pt x="67437" y="0"/>
                </a:moveTo>
                <a:lnTo>
                  <a:pt x="67437" y="12573"/>
                </a:lnTo>
                <a:cubicBezTo>
                  <a:pt x="63475" y="12573"/>
                  <a:pt x="60541" y="13754"/>
                  <a:pt x="58636" y="16116"/>
                </a:cubicBezTo>
                <a:cubicBezTo>
                  <a:pt x="56731" y="18478"/>
                  <a:pt x="55779" y="22098"/>
                  <a:pt x="55779" y="26975"/>
                </a:cubicBezTo>
                <a:lnTo>
                  <a:pt x="55779" y="31089"/>
                </a:lnTo>
                <a:lnTo>
                  <a:pt x="69038" y="31089"/>
                </a:lnTo>
                <a:lnTo>
                  <a:pt x="69038" y="56235"/>
                </a:lnTo>
                <a:lnTo>
                  <a:pt x="42520" y="56235"/>
                </a:lnTo>
                <a:cubicBezTo>
                  <a:pt x="39929" y="47549"/>
                  <a:pt x="38634" y="39243"/>
                  <a:pt x="38634" y="31318"/>
                </a:cubicBezTo>
                <a:cubicBezTo>
                  <a:pt x="38634" y="21564"/>
                  <a:pt x="41072" y="13906"/>
                  <a:pt x="45949" y="8344"/>
                </a:cubicBezTo>
                <a:cubicBezTo>
                  <a:pt x="50826" y="2781"/>
                  <a:pt x="57989" y="0"/>
                  <a:pt x="67437" y="0"/>
                </a:cubicBezTo>
                <a:close/>
                <a:moveTo>
                  <a:pt x="28804" y="0"/>
                </a:moveTo>
                <a:lnTo>
                  <a:pt x="28804" y="12573"/>
                </a:lnTo>
                <a:cubicBezTo>
                  <a:pt x="24842" y="12573"/>
                  <a:pt x="21908" y="13754"/>
                  <a:pt x="20003" y="16116"/>
                </a:cubicBezTo>
                <a:cubicBezTo>
                  <a:pt x="18098" y="18478"/>
                  <a:pt x="17145" y="22098"/>
                  <a:pt x="17145" y="26975"/>
                </a:cubicBezTo>
                <a:lnTo>
                  <a:pt x="17145" y="31089"/>
                </a:lnTo>
                <a:lnTo>
                  <a:pt x="30404" y="31089"/>
                </a:lnTo>
                <a:lnTo>
                  <a:pt x="30404" y="56235"/>
                </a:lnTo>
                <a:lnTo>
                  <a:pt x="3887" y="56235"/>
                </a:lnTo>
                <a:cubicBezTo>
                  <a:pt x="1296" y="47549"/>
                  <a:pt x="0" y="39243"/>
                  <a:pt x="0" y="31318"/>
                </a:cubicBezTo>
                <a:cubicBezTo>
                  <a:pt x="0" y="21564"/>
                  <a:pt x="2439" y="13906"/>
                  <a:pt x="7316" y="8344"/>
                </a:cubicBezTo>
                <a:cubicBezTo>
                  <a:pt x="12192" y="2781"/>
                  <a:pt x="19355" y="0"/>
                  <a:pt x="28804" y="0"/>
                </a:cubicBezTo>
                <a:close/>
              </a:path>
            </a:pathLst>
          </a:cu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Text Placeholder 2">
            <a:extLst>
              <a:ext uri="{FF2B5EF4-FFF2-40B4-BE49-F238E27FC236}">
                <a16:creationId xmlns:a16="http://schemas.microsoft.com/office/drawing/2014/main" id="{CFAA6B04-38F0-4C00-9CA9-B809CF7EC5F2}"/>
              </a:ext>
            </a:extLst>
          </p:cNvPr>
          <p:cNvSpPr>
            <a:spLocks noGrp="1"/>
          </p:cNvSpPr>
          <p:nvPr>
            <p:ph type="body" sz="quarter" idx="13" hasCustomPrompt="1"/>
          </p:nvPr>
        </p:nvSpPr>
        <p:spPr>
          <a:xfrm>
            <a:off x="5603946" y="2015073"/>
            <a:ext cx="4924354" cy="3318927"/>
          </a:xfrm>
        </p:spPr>
        <p:txBody>
          <a:bodyPr anchor="t">
            <a:noAutofit/>
          </a:bodyPr>
          <a:lstStyle>
            <a:lvl1pPr marL="0" indent="0" algn="l">
              <a:buFont typeface="Courier New" panose="02070309020205020404" pitchFamily="49" charset="0"/>
              <a:buNone/>
              <a:defRPr sz="3200">
                <a:solidFill>
                  <a:schemeClr val="bg1"/>
                </a:solidFill>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You can add your favorite quote</a:t>
            </a:r>
          </a:p>
        </p:txBody>
      </p:sp>
      <p:sp>
        <p:nvSpPr>
          <p:cNvPr id="62" name="Freeform: Shape 61">
            <a:extLst>
              <a:ext uri="{FF2B5EF4-FFF2-40B4-BE49-F238E27FC236}">
                <a16:creationId xmlns:a16="http://schemas.microsoft.com/office/drawing/2014/main" id="{1385965D-2282-44E3-A941-713F5958061E}"/>
              </a:ext>
            </a:extLst>
          </p:cNvPr>
          <p:cNvSpPr/>
          <p:nvPr userDrawn="1"/>
        </p:nvSpPr>
        <p:spPr>
          <a:xfrm flipH="1">
            <a:off x="9145490" y="4572394"/>
            <a:ext cx="2392461" cy="1948782"/>
          </a:xfrm>
          <a:custGeom>
            <a:avLst/>
            <a:gdLst/>
            <a:ahLst/>
            <a:cxnLst/>
            <a:rect l="l" t="t" r="r" b="b"/>
            <a:pathLst>
              <a:path w="69038" h="56235">
                <a:moveTo>
                  <a:pt x="67437" y="0"/>
                </a:moveTo>
                <a:lnTo>
                  <a:pt x="67437" y="12573"/>
                </a:lnTo>
                <a:cubicBezTo>
                  <a:pt x="63475" y="12573"/>
                  <a:pt x="60541" y="13754"/>
                  <a:pt x="58636" y="16116"/>
                </a:cubicBezTo>
                <a:cubicBezTo>
                  <a:pt x="56731" y="18478"/>
                  <a:pt x="55779" y="22098"/>
                  <a:pt x="55779" y="26975"/>
                </a:cubicBezTo>
                <a:lnTo>
                  <a:pt x="55779" y="31089"/>
                </a:lnTo>
                <a:lnTo>
                  <a:pt x="69038" y="31089"/>
                </a:lnTo>
                <a:lnTo>
                  <a:pt x="69038" y="56235"/>
                </a:lnTo>
                <a:lnTo>
                  <a:pt x="42520" y="56235"/>
                </a:lnTo>
                <a:cubicBezTo>
                  <a:pt x="39929" y="47549"/>
                  <a:pt x="38634" y="39243"/>
                  <a:pt x="38634" y="31318"/>
                </a:cubicBezTo>
                <a:cubicBezTo>
                  <a:pt x="38634" y="21564"/>
                  <a:pt x="41072" y="13906"/>
                  <a:pt x="45949" y="8344"/>
                </a:cubicBezTo>
                <a:cubicBezTo>
                  <a:pt x="50826" y="2781"/>
                  <a:pt x="57989" y="0"/>
                  <a:pt x="67437" y="0"/>
                </a:cubicBezTo>
                <a:close/>
                <a:moveTo>
                  <a:pt x="28804" y="0"/>
                </a:moveTo>
                <a:lnTo>
                  <a:pt x="28804" y="12573"/>
                </a:lnTo>
                <a:cubicBezTo>
                  <a:pt x="24842" y="12573"/>
                  <a:pt x="21908" y="13754"/>
                  <a:pt x="20003" y="16116"/>
                </a:cubicBezTo>
                <a:cubicBezTo>
                  <a:pt x="18098" y="18478"/>
                  <a:pt x="17145" y="22098"/>
                  <a:pt x="17145" y="26975"/>
                </a:cubicBezTo>
                <a:lnTo>
                  <a:pt x="17145" y="31089"/>
                </a:lnTo>
                <a:lnTo>
                  <a:pt x="30404" y="31089"/>
                </a:lnTo>
                <a:lnTo>
                  <a:pt x="30404" y="56235"/>
                </a:lnTo>
                <a:lnTo>
                  <a:pt x="3887" y="56235"/>
                </a:lnTo>
                <a:cubicBezTo>
                  <a:pt x="1296" y="47549"/>
                  <a:pt x="0" y="39243"/>
                  <a:pt x="0" y="31318"/>
                </a:cubicBezTo>
                <a:cubicBezTo>
                  <a:pt x="0" y="21564"/>
                  <a:pt x="2439" y="13906"/>
                  <a:pt x="7316" y="8344"/>
                </a:cubicBezTo>
                <a:cubicBezTo>
                  <a:pt x="12192" y="2781"/>
                  <a:pt x="19355" y="0"/>
                  <a:pt x="28804" y="0"/>
                </a:cubicBezTo>
                <a:close/>
              </a:path>
            </a:pathLst>
          </a:custGeom>
          <a:solidFill>
            <a:schemeClr val="bg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Freeform: Shape 62">
            <a:extLst>
              <a:ext uri="{FF2B5EF4-FFF2-40B4-BE49-F238E27FC236}">
                <a16:creationId xmlns:a16="http://schemas.microsoft.com/office/drawing/2014/main" id="{C17745FB-C08F-490A-ACD6-5D47A0B2A953}"/>
              </a:ext>
            </a:extLst>
          </p:cNvPr>
          <p:cNvSpPr/>
          <p:nvPr userDrawn="1"/>
        </p:nvSpPr>
        <p:spPr>
          <a:xfrm>
            <a:off x="9395939" y="270253"/>
            <a:ext cx="1891562" cy="886029"/>
          </a:xfrm>
          <a:custGeom>
            <a:avLst/>
            <a:gdLst>
              <a:gd name="connsiteX0" fmla="*/ 50296 w 1891562"/>
              <a:gd name="connsiteY0" fmla="*/ 785438 h 886029"/>
              <a:gd name="connsiteX1" fmla="*/ 100591 w 1891562"/>
              <a:gd name="connsiteY1" fmla="*/ 835734 h 886029"/>
              <a:gd name="connsiteX2" fmla="*/ 50296 w 1891562"/>
              <a:gd name="connsiteY2" fmla="*/ 886029 h 886029"/>
              <a:gd name="connsiteX3" fmla="*/ 0 w 1891562"/>
              <a:gd name="connsiteY3" fmla="*/ 835734 h 886029"/>
              <a:gd name="connsiteX4" fmla="*/ 50296 w 1891562"/>
              <a:gd name="connsiteY4" fmla="*/ 785438 h 886029"/>
              <a:gd name="connsiteX5" fmla="*/ 348791 w 1891562"/>
              <a:gd name="connsiteY5" fmla="*/ 785437 h 886029"/>
              <a:gd name="connsiteX6" fmla="*/ 399086 w 1891562"/>
              <a:gd name="connsiteY6" fmla="*/ 835733 h 886029"/>
              <a:gd name="connsiteX7" fmla="*/ 348791 w 1891562"/>
              <a:gd name="connsiteY7" fmla="*/ 886028 h 886029"/>
              <a:gd name="connsiteX8" fmla="*/ 298495 w 1891562"/>
              <a:gd name="connsiteY8" fmla="*/ 835733 h 886029"/>
              <a:gd name="connsiteX9" fmla="*/ 348791 w 1891562"/>
              <a:gd name="connsiteY9" fmla="*/ 785437 h 886029"/>
              <a:gd name="connsiteX10" fmla="*/ 647286 w 1891562"/>
              <a:gd name="connsiteY10" fmla="*/ 785436 h 886029"/>
              <a:gd name="connsiteX11" fmla="*/ 697581 w 1891562"/>
              <a:gd name="connsiteY11" fmla="*/ 835731 h 886029"/>
              <a:gd name="connsiteX12" fmla="*/ 647286 w 1891562"/>
              <a:gd name="connsiteY12" fmla="*/ 886027 h 886029"/>
              <a:gd name="connsiteX13" fmla="*/ 596991 w 1891562"/>
              <a:gd name="connsiteY13" fmla="*/ 835731 h 886029"/>
              <a:gd name="connsiteX14" fmla="*/ 647286 w 1891562"/>
              <a:gd name="connsiteY14" fmla="*/ 785436 h 886029"/>
              <a:gd name="connsiteX15" fmla="*/ 945781 w 1891562"/>
              <a:gd name="connsiteY15" fmla="*/ 785435 h 886029"/>
              <a:gd name="connsiteX16" fmla="*/ 996077 w 1891562"/>
              <a:gd name="connsiteY16" fmla="*/ 835730 h 886029"/>
              <a:gd name="connsiteX17" fmla="*/ 945781 w 1891562"/>
              <a:gd name="connsiteY17" fmla="*/ 886026 h 886029"/>
              <a:gd name="connsiteX18" fmla="*/ 895486 w 1891562"/>
              <a:gd name="connsiteY18" fmla="*/ 835730 h 886029"/>
              <a:gd name="connsiteX19" fmla="*/ 945781 w 1891562"/>
              <a:gd name="connsiteY19" fmla="*/ 785435 h 886029"/>
              <a:gd name="connsiteX20" fmla="*/ 1244276 w 1891562"/>
              <a:gd name="connsiteY20" fmla="*/ 785434 h 886029"/>
              <a:gd name="connsiteX21" fmla="*/ 1294572 w 1891562"/>
              <a:gd name="connsiteY21" fmla="*/ 835729 h 886029"/>
              <a:gd name="connsiteX22" fmla="*/ 1244276 w 1891562"/>
              <a:gd name="connsiteY22" fmla="*/ 886025 h 886029"/>
              <a:gd name="connsiteX23" fmla="*/ 1193981 w 1891562"/>
              <a:gd name="connsiteY23" fmla="*/ 835729 h 886029"/>
              <a:gd name="connsiteX24" fmla="*/ 1244276 w 1891562"/>
              <a:gd name="connsiteY24" fmla="*/ 785434 h 886029"/>
              <a:gd name="connsiteX25" fmla="*/ 1542772 w 1891562"/>
              <a:gd name="connsiteY25" fmla="*/ 785433 h 886029"/>
              <a:gd name="connsiteX26" fmla="*/ 1593067 w 1891562"/>
              <a:gd name="connsiteY26" fmla="*/ 835728 h 886029"/>
              <a:gd name="connsiteX27" fmla="*/ 1542772 w 1891562"/>
              <a:gd name="connsiteY27" fmla="*/ 886023 h 886029"/>
              <a:gd name="connsiteX28" fmla="*/ 1492476 w 1891562"/>
              <a:gd name="connsiteY28" fmla="*/ 835728 h 886029"/>
              <a:gd name="connsiteX29" fmla="*/ 1542772 w 1891562"/>
              <a:gd name="connsiteY29" fmla="*/ 785433 h 886029"/>
              <a:gd name="connsiteX30" fmla="*/ 1841267 w 1891562"/>
              <a:gd name="connsiteY30" fmla="*/ 785432 h 886029"/>
              <a:gd name="connsiteX31" fmla="*/ 1891562 w 1891562"/>
              <a:gd name="connsiteY31" fmla="*/ 835727 h 886029"/>
              <a:gd name="connsiteX32" fmla="*/ 1841267 w 1891562"/>
              <a:gd name="connsiteY32" fmla="*/ 886022 h 886029"/>
              <a:gd name="connsiteX33" fmla="*/ 1790971 w 1891562"/>
              <a:gd name="connsiteY33" fmla="*/ 835727 h 886029"/>
              <a:gd name="connsiteX34" fmla="*/ 1841267 w 1891562"/>
              <a:gd name="connsiteY34" fmla="*/ 785432 h 886029"/>
              <a:gd name="connsiteX35" fmla="*/ 50296 w 1891562"/>
              <a:gd name="connsiteY35" fmla="*/ 523628 h 886029"/>
              <a:gd name="connsiteX36" fmla="*/ 100591 w 1891562"/>
              <a:gd name="connsiteY36" fmla="*/ 573923 h 886029"/>
              <a:gd name="connsiteX37" fmla="*/ 50296 w 1891562"/>
              <a:gd name="connsiteY37" fmla="*/ 624218 h 886029"/>
              <a:gd name="connsiteX38" fmla="*/ 0 w 1891562"/>
              <a:gd name="connsiteY38" fmla="*/ 573923 h 886029"/>
              <a:gd name="connsiteX39" fmla="*/ 50296 w 1891562"/>
              <a:gd name="connsiteY39" fmla="*/ 523628 h 886029"/>
              <a:gd name="connsiteX40" fmla="*/ 348791 w 1891562"/>
              <a:gd name="connsiteY40" fmla="*/ 523627 h 886029"/>
              <a:gd name="connsiteX41" fmla="*/ 399086 w 1891562"/>
              <a:gd name="connsiteY41" fmla="*/ 573922 h 886029"/>
              <a:gd name="connsiteX42" fmla="*/ 348791 w 1891562"/>
              <a:gd name="connsiteY42" fmla="*/ 624217 h 886029"/>
              <a:gd name="connsiteX43" fmla="*/ 298495 w 1891562"/>
              <a:gd name="connsiteY43" fmla="*/ 573922 h 886029"/>
              <a:gd name="connsiteX44" fmla="*/ 348791 w 1891562"/>
              <a:gd name="connsiteY44" fmla="*/ 523627 h 886029"/>
              <a:gd name="connsiteX45" fmla="*/ 647286 w 1891562"/>
              <a:gd name="connsiteY45" fmla="*/ 523625 h 886029"/>
              <a:gd name="connsiteX46" fmla="*/ 697581 w 1891562"/>
              <a:gd name="connsiteY46" fmla="*/ 573921 h 886029"/>
              <a:gd name="connsiteX47" fmla="*/ 647286 w 1891562"/>
              <a:gd name="connsiteY47" fmla="*/ 624216 h 886029"/>
              <a:gd name="connsiteX48" fmla="*/ 596991 w 1891562"/>
              <a:gd name="connsiteY48" fmla="*/ 573921 h 886029"/>
              <a:gd name="connsiteX49" fmla="*/ 647286 w 1891562"/>
              <a:gd name="connsiteY49" fmla="*/ 523625 h 886029"/>
              <a:gd name="connsiteX50" fmla="*/ 945781 w 1891562"/>
              <a:gd name="connsiteY50" fmla="*/ 523624 h 886029"/>
              <a:gd name="connsiteX51" fmla="*/ 996077 w 1891562"/>
              <a:gd name="connsiteY51" fmla="*/ 573920 h 886029"/>
              <a:gd name="connsiteX52" fmla="*/ 945781 w 1891562"/>
              <a:gd name="connsiteY52" fmla="*/ 624215 h 886029"/>
              <a:gd name="connsiteX53" fmla="*/ 895486 w 1891562"/>
              <a:gd name="connsiteY53" fmla="*/ 573920 h 886029"/>
              <a:gd name="connsiteX54" fmla="*/ 945781 w 1891562"/>
              <a:gd name="connsiteY54" fmla="*/ 523624 h 886029"/>
              <a:gd name="connsiteX55" fmla="*/ 1244276 w 1891562"/>
              <a:gd name="connsiteY55" fmla="*/ 523623 h 886029"/>
              <a:gd name="connsiteX56" fmla="*/ 1294572 w 1891562"/>
              <a:gd name="connsiteY56" fmla="*/ 573919 h 886029"/>
              <a:gd name="connsiteX57" fmla="*/ 1244276 w 1891562"/>
              <a:gd name="connsiteY57" fmla="*/ 624214 h 886029"/>
              <a:gd name="connsiteX58" fmla="*/ 1193981 w 1891562"/>
              <a:gd name="connsiteY58" fmla="*/ 573919 h 886029"/>
              <a:gd name="connsiteX59" fmla="*/ 1244276 w 1891562"/>
              <a:gd name="connsiteY59" fmla="*/ 523623 h 886029"/>
              <a:gd name="connsiteX60" fmla="*/ 1542772 w 1891562"/>
              <a:gd name="connsiteY60" fmla="*/ 523622 h 886029"/>
              <a:gd name="connsiteX61" fmla="*/ 1593067 w 1891562"/>
              <a:gd name="connsiteY61" fmla="*/ 573917 h 886029"/>
              <a:gd name="connsiteX62" fmla="*/ 1542772 w 1891562"/>
              <a:gd name="connsiteY62" fmla="*/ 624213 h 886029"/>
              <a:gd name="connsiteX63" fmla="*/ 1492476 w 1891562"/>
              <a:gd name="connsiteY63" fmla="*/ 573917 h 886029"/>
              <a:gd name="connsiteX64" fmla="*/ 1542772 w 1891562"/>
              <a:gd name="connsiteY64" fmla="*/ 523622 h 886029"/>
              <a:gd name="connsiteX65" fmla="*/ 1841267 w 1891562"/>
              <a:gd name="connsiteY65" fmla="*/ 523621 h 886029"/>
              <a:gd name="connsiteX66" fmla="*/ 1891562 w 1891562"/>
              <a:gd name="connsiteY66" fmla="*/ 573916 h 886029"/>
              <a:gd name="connsiteX67" fmla="*/ 1841267 w 1891562"/>
              <a:gd name="connsiteY67" fmla="*/ 624212 h 886029"/>
              <a:gd name="connsiteX68" fmla="*/ 1790971 w 1891562"/>
              <a:gd name="connsiteY68" fmla="*/ 573916 h 886029"/>
              <a:gd name="connsiteX69" fmla="*/ 1841267 w 1891562"/>
              <a:gd name="connsiteY69" fmla="*/ 523621 h 886029"/>
              <a:gd name="connsiteX70" fmla="*/ 50297 w 1891562"/>
              <a:gd name="connsiteY70" fmla="*/ 261817 h 886029"/>
              <a:gd name="connsiteX71" fmla="*/ 100592 w 1891562"/>
              <a:gd name="connsiteY71" fmla="*/ 312112 h 886029"/>
              <a:gd name="connsiteX72" fmla="*/ 50297 w 1891562"/>
              <a:gd name="connsiteY72" fmla="*/ 362408 h 886029"/>
              <a:gd name="connsiteX73" fmla="*/ 1 w 1891562"/>
              <a:gd name="connsiteY73" fmla="*/ 312112 h 886029"/>
              <a:gd name="connsiteX74" fmla="*/ 50297 w 1891562"/>
              <a:gd name="connsiteY74" fmla="*/ 261817 h 886029"/>
              <a:gd name="connsiteX75" fmla="*/ 348791 w 1891562"/>
              <a:gd name="connsiteY75" fmla="*/ 261816 h 886029"/>
              <a:gd name="connsiteX76" fmla="*/ 399086 w 1891562"/>
              <a:gd name="connsiteY76" fmla="*/ 312111 h 886029"/>
              <a:gd name="connsiteX77" fmla="*/ 348791 w 1891562"/>
              <a:gd name="connsiteY77" fmla="*/ 362407 h 886029"/>
              <a:gd name="connsiteX78" fmla="*/ 298495 w 1891562"/>
              <a:gd name="connsiteY78" fmla="*/ 312111 h 886029"/>
              <a:gd name="connsiteX79" fmla="*/ 348791 w 1891562"/>
              <a:gd name="connsiteY79" fmla="*/ 261816 h 886029"/>
              <a:gd name="connsiteX80" fmla="*/ 647286 w 1891562"/>
              <a:gd name="connsiteY80" fmla="*/ 261815 h 886029"/>
              <a:gd name="connsiteX81" fmla="*/ 697581 w 1891562"/>
              <a:gd name="connsiteY81" fmla="*/ 312110 h 886029"/>
              <a:gd name="connsiteX82" fmla="*/ 647286 w 1891562"/>
              <a:gd name="connsiteY82" fmla="*/ 362406 h 886029"/>
              <a:gd name="connsiteX83" fmla="*/ 596992 w 1891562"/>
              <a:gd name="connsiteY83" fmla="*/ 312110 h 886029"/>
              <a:gd name="connsiteX84" fmla="*/ 647286 w 1891562"/>
              <a:gd name="connsiteY84" fmla="*/ 261815 h 886029"/>
              <a:gd name="connsiteX85" fmla="*/ 945781 w 1891562"/>
              <a:gd name="connsiteY85" fmla="*/ 261814 h 886029"/>
              <a:gd name="connsiteX86" fmla="*/ 996077 w 1891562"/>
              <a:gd name="connsiteY86" fmla="*/ 312109 h 886029"/>
              <a:gd name="connsiteX87" fmla="*/ 945781 w 1891562"/>
              <a:gd name="connsiteY87" fmla="*/ 362404 h 886029"/>
              <a:gd name="connsiteX88" fmla="*/ 895486 w 1891562"/>
              <a:gd name="connsiteY88" fmla="*/ 312109 h 886029"/>
              <a:gd name="connsiteX89" fmla="*/ 945781 w 1891562"/>
              <a:gd name="connsiteY89" fmla="*/ 261814 h 886029"/>
              <a:gd name="connsiteX90" fmla="*/ 1244276 w 1891562"/>
              <a:gd name="connsiteY90" fmla="*/ 261813 h 886029"/>
              <a:gd name="connsiteX91" fmla="*/ 1294572 w 1891562"/>
              <a:gd name="connsiteY91" fmla="*/ 312108 h 886029"/>
              <a:gd name="connsiteX92" fmla="*/ 1244276 w 1891562"/>
              <a:gd name="connsiteY92" fmla="*/ 362403 h 886029"/>
              <a:gd name="connsiteX93" fmla="*/ 1193981 w 1891562"/>
              <a:gd name="connsiteY93" fmla="*/ 312108 h 886029"/>
              <a:gd name="connsiteX94" fmla="*/ 1244276 w 1891562"/>
              <a:gd name="connsiteY94" fmla="*/ 261813 h 886029"/>
              <a:gd name="connsiteX95" fmla="*/ 1542772 w 1891562"/>
              <a:gd name="connsiteY95" fmla="*/ 261811 h 886029"/>
              <a:gd name="connsiteX96" fmla="*/ 1593067 w 1891562"/>
              <a:gd name="connsiteY96" fmla="*/ 312107 h 886029"/>
              <a:gd name="connsiteX97" fmla="*/ 1542772 w 1891562"/>
              <a:gd name="connsiteY97" fmla="*/ 362402 h 886029"/>
              <a:gd name="connsiteX98" fmla="*/ 1492476 w 1891562"/>
              <a:gd name="connsiteY98" fmla="*/ 312107 h 886029"/>
              <a:gd name="connsiteX99" fmla="*/ 1542772 w 1891562"/>
              <a:gd name="connsiteY99" fmla="*/ 261811 h 886029"/>
              <a:gd name="connsiteX100" fmla="*/ 1841267 w 1891562"/>
              <a:gd name="connsiteY100" fmla="*/ 261810 h 886029"/>
              <a:gd name="connsiteX101" fmla="*/ 1891562 w 1891562"/>
              <a:gd name="connsiteY101" fmla="*/ 312106 h 886029"/>
              <a:gd name="connsiteX102" fmla="*/ 1841267 w 1891562"/>
              <a:gd name="connsiteY102" fmla="*/ 362401 h 886029"/>
              <a:gd name="connsiteX103" fmla="*/ 1790971 w 1891562"/>
              <a:gd name="connsiteY103" fmla="*/ 312106 h 886029"/>
              <a:gd name="connsiteX104" fmla="*/ 1841267 w 1891562"/>
              <a:gd name="connsiteY104" fmla="*/ 261810 h 886029"/>
              <a:gd name="connsiteX105" fmla="*/ 50297 w 1891562"/>
              <a:gd name="connsiteY105" fmla="*/ 6 h 886029"/>
              <a:gd name="connsiteX106" fmla="*/ 100592 w 1891562"/>
              <a:gd name="connsiteY106" fmla="*/ 50302 h 886029"/>
              <a:gd name="connsiteX107" fmla="*/ 50297 w 1891562"/>
              <a:gd name="connsiteY107" fmla="*/ 100597 h 886029"/>
              <a:gd name="connsiteX108" fmla="*/ 1 w 1891562"/>
              <a:gd name="connsiteY108" fmla="*/ 50302 h 886029"/>
              <a:gd name="connsiteX109" fmla="*/ 50297 w 1891562"/>
              <a:gd name="connsiteY109" fmla="*/ 6 h 886029"/>
              <a:gd name="connsiteX110" fmla="*/ 348792 w 1891562"/>
              <a:gd name="connsiteY110" fmla="*/ 5 h 886029"/>
              <a:gd name="connsiteX111" fmla="*/ 399087 w 1891562"/>
              <a:gd name="connsiteY111" fmla="*/ 50301 h 886029"/>
              <a:gd name="connsiteX112" fmla="*/ 348792 w 1891562"/>
              <a:gd name="connsiteY112" fmla="*/ 100596 h 886029"/>
              <a:gd name="connsiteX113" fmla="*/ 298497 w 1891562"/>
              <a:gd name="connsiteY113" fmla="*/ 50301 h 886029"/>
              <a:gd name="connsiteX114" fmla="*/ 348792 w 1891562"/>
              <a:gd name="connsiteY114" fmla="*/ 5 h 886029"/>
              <a:gd name="connsiteX115" fmla="*/ 647287 w 1891562"/>
              <a:gd name="connsiteY115" fmla="*/ 4 h 886029"/>
              <a:gd name="connsiteX116" fmla="*/ 697581 w 1891562"/>
              <a:gd name="connsiteY116" fmla="*/ 50300 h 886029"/>
              <a:gd name="connsiteX117" fmla="*/ 647287 w 1891562"/>
              <a:gd name="connsiteY117" fmla="*/ 100595 h 886029"/>
              <a:gd name="connsiteX118" fmla="*/ 596992 w 1891562"/>
              <a:gd name="connsiteY118" fmla="*/ 50300 h 886029"/>
              <a:gd name="connsiteX119" fmla="*/ 647287 w 1891562"/>
              <a:gd name="connsiteY119" fmla="*/ 4 h 886029"/>
              <a:gd name="connsiteX120" fmla="*/ 945781 w 1891562"/>
              <a:gd name="connsiteY120" fmla="*/ 3 h 886029"/>
              <a:gd name="connsiteX121" fmla="*/ 996077 w 1891562"/>
              <a:gd name="connsiteY121" fmla="*/ 50298 h 886029"/>
              <a:gd name="connsiteX122" fmla="*/ 945781 w 1891562"/>
              <a:gd name="connsiteY122" fmla="*/ 100594 h 886029"/>
              <a:gd name="connsiteX123" fmla="*/ 895486 w 1891562"/>
              <a:gd name="connsiteY123" fmla="*/ 50298 h 886029"/>
              <a:gd name="connsiteX124" fmla="*/ 945781 w 1891562"/>
              <a:gd name="connsiteY124" fmla="*/ 3 h 886029"/>
              <a:gd name="connsiteX125" fmla="*/ 1244276 w 1891562"/>
              <a:gd name="connsiteY125" fmla="*/ 2 h 886029"/>
              <a:gd name="connsiteX126" fmla="*/ 1294572 w 1891562"/>
              <a:gd name="connsiteY126" fmla="*/ 50297 h 886029"/>
              <a:gd name="connsiteX127" fmla="*/ 1244276 w 1891562"/>
              <a:gd name="connsiteY127" fmla="*/ 100593 h 886029"/>
              <a:gd name="connsiteX128" fmla="*/ 1193981 w 1891562"/>
              <a:gd name="connsiteY128" fmla="*/ 50297 h 886029"/>
              <a:gd name="connsiteX129" fmla="*/ 1244276 w 1891562"/>
              <a:gd name="connsiteY129" fmla="*/ 2 h 886029"/>
              <a:gd name="connsiteX130" fmla="*/ 1542772 w 1891562"/>
              <a:gd name="connsiteY130" fmla="*/ 1 h 886029"/>
              <a:gd name="connsiteX131" fmla="*/ 1593067 w 1891562"/>
              <a:gd name="connsiteY131" fmla="*/ 50296 h 886029"/>
              <a:gd name="connsiteX132" fmla="*/ 1542772 w 1891562"/>
              <a:gd name="connsiteY132" fmla="*/ 100591 h 886029"/>
              <a:gd name="connsiteX133" fmla="*/ 1492476 w 1891562"/>
              <a:gd name="connsiteY133" fmla="*/ 50296 h 886029"/>
              <a:gd name="connsiteX134" fmla="*/ 1542772 w 1891562"/>
              <a:gd name="connsiteY134" fmla="*/ 1 h 886029"/>
              <a:gd name="connsiteX135" fmla="*/ 1841267 w 1891562"/>
              <a:gd name="connsiteY135" fmla="*/ 0 h 886029"/>
              <a:gd name="connsiteX136" fmla="*/ 1891562 w 1891562"/>
              <a:gd name="connsiteY136" fmla="*/ 50295 h 886029"/>
              <a:gd name="connsiteX137" fmla="*/ 1841267 w 1891562"/>
              <a:gd name="connsiteY137" fmla="*/ 100590 h 886029"/>
              <a:gd name="connsiteX138" fmla="*/ 1790971 w 1891562"/>
              <a:gd name="connsiteY138" fmla="*/ 50295 h 886029"/>
              <a:gd name="connsiteX139" fmla="*/ 1841267 w 1891562"/>
              <a:gd name="connsiteY139" fmla="*/ 0 h 8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891562" h="886029">
                <a:moveTo>
                  <a:pt x="50296" y="785438"/>
                </a:moveTo>
                <a:cubicBezTo>
                  <a:pt x="78073" y="785438"/>
                  <a:pt x="100591" y="807956"/>
                  <a:pt x="100591" y="835734"/>
                </a:cubicBezTo>
                <a:cubicBezTo>
                  <a:pt x="100591" y="863512"/>
                  <a:pt x="78073" y="886029"/>
                  <a:pt x="50296" y="886029"/>
                </a:cubicBezTo>
                <a:cubicBezTo>
                  <a:pt x="22518" y="886029"/>
                  <a:pt x="0" y="863512"/>
                  <a:pt x="0" y="835734"/>
                </a:cubicBezTo>
                <a:cubicBezTo>
                  <a:pt x="0" y="807956"/>
                  <a:pt x="22518" y="785438"/>
                  <a:pt x="50296" y="785438"/>
                </a:cubicBezTo>
                <a:close/>
                <a:moveTo>
                  <a:pt x="348791" y="785437"/>
                </a:moveTo>
                <a:cubicBezTo>
                  <a:pt x="376569" y="785437"/>
                  <a:pt x="399086" y="807955"/>
                  <a:pt x="399086" y="835733"/>
                </a:cubicBezTo>
                <a:cubicBezTo>
                  <a:pt x="399086" y="863510"/>
                  <a:pt x="376569" y="886028"/>
                  <a:pt x="348791" y="886028"/>
                </a:cubicBezTo>
                <a:cubicBezTo>
                  <a:pt x="321013" y="886028"/>
                  <a:pt x="298495" y="863510"/>
                  <a:pt x="298495" y="835733"/>
                </a:cubicBezTo>
                <a:cubicBezTo>
                  <a:pt x="298495" y="807955"/>
                  <a:pt x="321013" y="785437"/>
                  <a:pt x="348791" y="785437"/>
                </a:cubicBezTo>
                <a:close/>
                <a:moveTo>
                  <a:pt x="647286" y="785436"/>
                </a:moveTo>
                <a:cubicBezTo>
                  <a:pt x="675064" y="785436"/>
                  <a:pt x="697581" y="807954"/>
                  <a:pt x="697581" y="835731"/>
                </a:cubicBezTo>
                <a:cubicBezTo>
                  <a:pt x="697581" y="863509"/>
                  <a:pt x="675064" y="886027"/>
                  <a:pt x="647286" y="886027"/>
                </a:cubicBezTo>
                <a:cubicBezTo>
                  <a:pt x="619508" y="886027"/>
                  <a:pt x="596991" y="863509"/>
                  <a:pt x="596991" y="835731"/>
                </a:cubicBezTo>
                <a:cubicBezTo>
                  <a:pt x="596991" y="807954"/>
                  <a:pt x="619508" y="785436"/>
                  <a:pt x="647286" y="785436"/>
                </a:cubicBezTo>
                <a:close/>
                <a:moveTo>
                  <a:pt x="945781" y="785435"/>
                </a:moveTo>
                <a:cubicBezTo>
                  <a:pt x="973559" y="785435"/>
                  <a:pt x="996077" y="807952"/>
                  <a:pt x="996077" y="835730"/>
                </a:cubicBezTo>
                <a:cubicBezTo>
                  <a:pt x="996077" y="863508"/>
                  <a:pt x="973559" y="886026"/>
                  <a:pt x="945781" y="886026"/>
                </a:cubicBezTo>
                <a:cubicBezTo>
                  <a:pt x="918003" y="886026"/>
                  <a:pt x="895486" y="863508"/>
                  <a:pt x="895486" y="835730"/>
                </a:cubicBezTo>
                <a:cubicBezTo>
                  <a:pt x="895486" y="807952"/>
                  <a:pt x="918003" y="785435"/>
                  <a:pt x="945781" y="785435"/>
                </a:cubicBezTo>
                <a:close/>
                <a:moveTo>
                  <a:pt x="1244276" y="785434"/>
                </a:moveTo>
                <a:cubicBezTo>
                  <a:pt x="1272054" y="785434"/>
                  <a:pt x="1294572" y="807951"/>
                  <a:pt x="1294572" y="835729"/>
                </a:cubicBezTo>
                <a:cubicBezTo>
                  <a:pt x="1294572" y="863507"/>
                  <a:pt x="1272054" y="886025"/>
                  <a:pt x="1244276" y="886025"/>
                </a:cubicBezTo>
                <a:cubicBezTo>
                  <a:pt x="1216498" y="886025"/>
                  <a:pt x="1193981" y="863507"/>
                  <a:pt x="1193981" y="835729"/>
                </a:cubicBezTo>
                <a:cubicBezTo>
                  <a:pt x="1193981" y="807951"/>
                  <a:pt x="1216498" y="785434"/>
                  <a:pt x="1244276" y="785434"/>
                </a:cubicBezTo>
                <a:close/>
                <a:moveTo>
                  <a:pt x="1542772" y="785433"/>
                </a:moveTo>
                <a:cubicBezTo>
                  <a:pt x="1570549" y="785433"/>
                  <a:pt x="1593067" y="807950"/>
                  <a:pt x="1593067" y="835728"/>
                </a:cubicBezTo>
                <a:cubicBezTo>
                  <a:pt x="1593067" y="863506"/>
                  <a:pt x="1570549" y="886023"/>
                  <a:pt x="1542772" y="886023"/>
                </a:cubicBezTo>
                <a:cubicBezTo>
                  <a:pt x="1514994" y="886023"/>
                  <a:pt x="1492476" y="863506"/>
                  <a:pt x="1492476" y="835728"/>
                </a:cubicBezTo>
                <a:cubicBezTo>
                  <a:pt x="1492476" y="807950"/>
                  <a:pt x="1514994" y="785433"/>
                  <a:pt x="1542772" y="785433"/>
                </a:cubicBezTo>
                <a:close/>
                <a:moveTo>
                  <a:pt x="1841267" y="785432"/>
                </a:moveTo>
                <a:cubicBezTo>
                  <a:pt x="1869045" y="785432"/>
                  <a:pt x="1891562" y="807949"/>
                  <a:pt x="1891562" y="835727"/>
                </a:cubicBezTo>
                <a:cubicBezTo>
                  <a:pt x="1891562" y="863505"/>
                  <a:pt x="1869045" y="886022"/>
                  <a:pt x="1841267" y="886022"/>
                </a:cubicBezTo>
                <a:cubicBezTo>
                  <a:pt x="1813489" y="886022"/>
                  <a:pt x="1790971" y="863505"/>
                  <a:pt x="1790971" y="835727"/>
                </a:cubicBezTo>
                <a:cubicBezTo>
                  <a:pt x="1790971" y="807949"/>
                  <a:pt x="1813489" y="785432"/>
                  <a:pt x="1841267" y="785432"/>
                </a:cubicBezTo>
                <a:close/>
                <a:moveTo>
                  <a:pt x="50296" y="523628"/>
                </a:moveTo>
                <a:cubicBezTo>
                  <a:pt x="78073" y="523628"/>
                  <a:pt x="100591" y="546145"/>
                  <a:pt x="100591" y="573923"/>
                </a:cubicBezTo>
                <a:cubicBezTo>
                  <a:pt x="100591" y="601701"/>
                  <a:pt x="78073" y="624218"/>
                  <a:pt x="50296" y="624218"/>
                </a:cubicBezTo>
                <a:cubicBezTo>
                  <a:pt x="22518" y="624218"/>
                  <a:pt x="0" y="601701"/>
                  <a:pt x="0" y="573923"/>
                </a:cubicBezTo>
                <a:cubicBezTo>
                  <a:pt x="0" y="546145"/>
                  <a:pt x="22518" y="523628"/>
                  <a:pt x="50296" y="523628"/>
                </a:cubicBezTo>
                <a:close/>
                <a:moveTo>
                  <a:pt x="348791" y="523627"/>
                </a:moveTo>
                <a:cubicBezTo>
                  <a:pt x="376569" y="523627"/>
                  <a:pt x="399086" y="546144"/>
                  <a:pt x="399086" y="573922"/>
                </a:cubicBezTo>
                <a:cubicBezTo>
                  <a:pt x="399086" y="601700"/>
                  <a:pt x="376569" y="624217"/>
                  <a:pt x="348791" y="624217"/>
                </a:cubicBezTo>
                <a:cubicBezTo>
                  <a:pt x="321013" y="624217"/>
                  <a:pt x="298495" y="601700"/>
                  <a:pt x="298495" y="573922"/>
                </a:cubicBezTo>
                <a:cubicBezTo>
                  <a:pt x="298495" y="546144"/>
                  <a:pt x="321013" y="523627"/>
                  <a:pt x="348791" y="523627"/>
                </a:cubicBezTo>
                <a:close/>
                <a:moveTo>
                  <a:pt x="647286" y="523625"/>
                </a:moveTo>
                <a:cubicBezTo>
                  <a:pt x="675064" y="523625"/>
                  <a:pt x="697581" y="546143"/>
                  <a:pt x="697581" y="573921"/>
                </a:cubicBezTo>
                <a:cubicBezTo>
                  <a:pt x="697581" y="601699"/>
                  <a:pt x="675064" y="624216"/>
                  <a:pt x="647286" y="624216"/>
                </a:cubicBezTo>
                <a:cubicBezTo>
                  <a:pt x="619508" y="624216"/>
                  <a:pt x="596991" y="601699"/>
                  <a:pt x="596991" y="573921"/>
                </a:cubicBezTo>
                <a:cubicBezTo>
                  <a:pt x="596991" y="546143"/>
                  <a:pt x="619508" y="523625"/>
                  <a:pt x="647286" y="523625"/>
                </a:cubicBezTo>
                <a:close/>
                <a:moveTo>
                  <a:pt x="945781" y="523624"/>
                </a:moveTo>
                <a:cubicBezTo>
                  <a:pt x="973559" y="523624"/>
                  <a:pt x="996077" y="546142"/>
                  <a:pt x="996077" y="573920"/>
                </a:cubicBezTo>
                <a:cubicBezTo>
                  <a:pt x="996077" y="601698"/>
                  <a:pt x="973559" y="624215"/>
                  <a:pt x="945781" y="624215"/>
                </a:cubicBezTo>
                <a:cubicBezTo>
                  <a:pt x="918003" y="624215"/>
                  <a:pt x="895486" y="601698"/>
                  <a:pt x="895486" y="573920"/>
                </a:cubicBezTo>
                <a:cubicBezTo>
                  <a:pt x="895486" y="546142"/>
                  <a:pt x="918003" y="523624"/>
                  <a:pt x="945781" y="523624"/>
                </a:cubicBezTo>
                <a:close/>
                <a:moveTo>
                  <a:pt x="1244276" y="523623"/>
                </a:moveTo>
                <a:cubicBezTo>
                  <a:pt x="1272054" y="523623"/>
                  <a:pt x="1294572" y="546141"/>
                  <a:pt x="1294572" y="573919"/>
                </a:cubicBezTo>
                <a:cubicBezTo>
                  <a:pt x="1294572" y="601696"/>
                  <a:pt x="1272054" y="624214"/>
                  <a:pt x="1244276" y="624214"/>
                </a:cubicBezTo>
                <a:cubicBezTo>
                  <a:pt x="1216498" y="624214"/>
                  <a:pt x="1193981" y="601696"/>
                  <a:pt x="1193981" y="573919"/>
                </a:cubicBezTo>
                <a:cubicBezTo>
                  <a:pt x="1193981" y="546141"/>
                  <a:pt x="1216498" y="523623"/>
                  <a:pt x="1244276" y="523623"/>
                </a:cubicBezTo>
                <a:close/>
                <a:moveTo>
                  <a:pt x="1542772" y="523622"/>
                </a:moveTo>
                <a:cubicBezTo>
                  <a:pt x="1570549" y="523622"/>
                  <a:pt x="1593067" y="546140"/>
                  <a:pt x="1593067" y="573917"/>
                </a:cubicBezTo>
                <a:cubicBezTo>
                  <a:pt x="1593067" y="601695"/>
                  <a:pt x="1570549" y="624213"/>
                  <a:pt x="1542772" y="624213"/>
                </a:cubicBezTo>
                <a:cubicBezTo>
                  <a:pt x="1514994" y="624213"/>
                  <a:pt x="1492476" y="601695"/>
                  <a:pt x="1492476" y="573917"/>
                </a:cubicBezTo>
                <a:cubicBezTo>
                  <a:pt x="1492476" y="546140"/>
                  <a:pt x="1514994" y="523622"/>
                  <a:pt x="1542772" y="523622"/>
                </a:cubicBezTo>
                <a:close/>
                <a:moveTo>
                  <a:pt x="1841267" y="523621"/>
                </a:moveTo>
                <a:cubicBezTo>
                  <a:pt x="1869045" y="523621"/>
                  <a:pt x="1891562" y="546138"/>
                  <a:pt x="1891562" y="573916"/>
                </a:cubicBezTo>
                <a:cubicBezTo>
                  <a:pt x="1891562" y="601694"/>
                  <a:pt x="1869045" y="624212"/>
                  <a:pt x="1841267" y="624212"/>
                </a:cubicBezTo>
                <a:cubicBezTo>
                  <a:pt x="1813489" y="624212"/>
                  <a:pt x="1790971" y="601694"/>
                  <a:pt x="1790971" y="573916"/>
                </a:cubicBezTo>
                <a:cubicBezTo>
                  <a:pt x="1790971" y="546138"/>
                  <a:pt x="1813489" y="523621"/>
                  <a:pt x="1841267" y="523621"/>
                </a:cubicBezTo>
                <a:close/>
                <a:moveTo>
                  <a:pt x="50297" y="261817"/>
                </a:moveTo>
                <a:cubicBezTo>
                  <a:pt x="78075" y="261817"/>
                  <a:pt x="100592" y="284335"/>
                  <a:pt x="100592" y="312112"/>
                </a:cubicBezTo>
                <a:cubicBezTo>
                  <a:pt x="100592" y="339890"/>
                  <a:pt x="78075" y="362408"/>
                  <a:pt x="50297" y="362408"/>
                </a:cubicBezTo>
                <a:cubicBezTo>
                  <a:pt x="22519" y="362408"/>
                  <a:pt x="1" y="339890"/>
                  <a:pt x="1" y="312112"/>
                </a:cubicBezTo>
                <a:cubicBezTo>
                  <a:pt x="1" y="284335"/>
                  <a:pt x="22519" y="261817"/>
                  <a:pt x="50297" y="261817"/>
                </a:cubicBezTo>
                <a:close/>
                <a:moveTo>
                  <a:pt x="348791" y="261816"/>
                </a:moveTo>
                <a:cubicBezTo>
                  <a:pt x="376570" y="261816"/>
                  <a:pt x="399086" y="284333"/>
                  <a:pt x="399086" y="312111"/>
                </a:cubicBezTo>
                <a:cubicBezTo>
                  <a:pt x="399086" y="339889"/>
                  <a:pt x="376570" y="362407"/>
                  <a:pt x="348791" y="362407"/>
                </a:cubicBezTo>
                <a:cubicBezTo>
                  <a:pt x="321013" y="362407"/>
                  <a:pt x="298495" y="339889"/>
                  <a:pt x="298495" y="312111"/>
                </a:cubicBezTo>
                <a:cubicBezTo>
                  <a:pt x="298495" y="284333"/>
                  <a:pt x="321013" y="261816"/>
                  <a:pt x="348791" y="261816"/>
                </a:cubicBezTo>
                <a:close/>
                <a:moveTo>
                  <a:pt x="647286" y="261815"/>
                </a:moveTo>
                <a:cubicBezTo>
                  <a:pt x="675065" y="261815"/>
                  <a:pt x="697581" y="284332"/>
                  <a:pt x="697581" y="312110"/>
                </a:cubicBezTo>
                <a:cubicBezTo>
                  <a:pt x="697581" y="339888"/>
                  <a:pt x="675065" y="362406"/>
                  <a:pt x="647286" y="362406"/>
                </a:cubicBezTo>
                <a:cubicBezTo>
                  <a:pt x="619508" y="362406"/>
                  <a:pt x="596992" y="339888"/>
                  <a:pt x="596992" y="312110"/>
                </a:cubicBezTo>
                <a:cubicBezTo>
                  <a:pt x="596992" y="284332"/>
                  <a:pt x="619508" y="261815"/>
                  <a:pt x="647286" y="261815"/>
                </a:cubicBezTo>
                <a:close/>
                <a:moveTo>
                  <a:pt x="945781" y="261814"/>
                </a:moveTo>
                <a:cubicBezTo>
                  <a:pt x="973559" y="261814"/>
                  <a:pt x="996077" y="284331"/>
                  <a:pt x="996077" y="312109"/>
                </a:cubicBezTo>
                <a:cubicBezTo>
                  <a:pt x="996077" y="339887"/>
                  <a:pt x="973559" y="362404"/>
                  <a:pt x="945781" y="362404"/>
                </a:cubicBezTo>
                <a:cubicBezTo>
                  <a:pt x="918003" y="362404"/>
                  <a:pt x="895486" y="339887"/>
                  <a:pt x="895486" y="312109"/>
                </a:cubicBezTo>
                <a:cubicBezTo>
                  <a:pt x="895486" y="284331"/>
                  <a:pt x="918003" y="261814"/>
                  <a:pt x="945781" y="261814"/>
                </a:cubicBezTo>
                <a:close/>
                <a:moveTo>
                  <a:pt x="1244276" y="261813"/>
                </a:moveTo>
                <a:cubicBezTo>
                  <a:pt x="1272054" y="261813"/>
                  <a:pt x="1294572" y="284330"/>
                  <a:pt x="1294572" y="312108"/>
                </a:cubicBezTo>
                <a:cubicBezTo>
                  <a:pt x="1294572" y="339886"/>
                  <a:pt x="1272054" y="362403"/>
                  <a:pt x="1244276" y="362403"/>
                </a:cubicBezTo>
                <a:cubicBezTo>
                  <a:pt x="1216498" y="362403"/>
                  <a:pt x="1193981" y="339886"/>
                  <a:pt x="1193981" y="312108"/>
                </a:cubicBezTo>
                <a:cubicBezTo>
                  <a:pt x="1193981" y="284330"/>
                  <a:pt x="1216498" y="261813"/>
                  <a:pt x="1244276" y="261813"/>
                </a:cubicBezTo>
                <a:close/>
                <a:moveTo>
                  <a:pt x="1542772" y="261811"/>
                </a:moveTo>
                <a:cubicBezTo>
                  <a:pt x="1570549" y="261811"/>
                  <a:pt x="1593067" y="284329"/>
                  <a:pt x="1593067" y="312107"/>
                </a:cubicBezTo>
                <a:cubicBezTo>
                  <a:pt x="1593067" y="339885"/>
                  <a:pt x="1570549" y="362402"/>
                  <a:pt x="1542772" y="362402"/>
                </a:cubicBezTo>
                <a:cubicBezTo>
                  <a:pt x="1514994" y="362402"/>
                  <a:pt x="1492476" y="339885"/>
                  <a:pt x="1492476" y="312107"/>
                </a:cubicBezTo>
                <a:cubicBezTo>
                  <a:pt x="1492476" y="284329"/>
                  <a:pt x="1514994" y="261811"/>
                  <a:pt x="1542772" y="261811"/>
                </a:cubicBezTo>
                <a:close/>
                <a:moveTo>
                  <a:pt x="1841267" y="261810"/>
                </a:moveTo>
                <a:cubicBezTo>
                  <a:pt x="1869045" y="261810"/>
                  <a:pt x="1891562" y="284328"/>
                  <a:pt x="1891562" y="312106"/>
                </a:cubicBezTo>
                <a:cubicBezTo>
                  <a:pt x="1891562" y="339884"/>
                  <a:pt x="1869045" y="362401"/>
                  <a:pt x="1841267" y="362401"/>
                </a:cubicBezTo>
                <a:cubicBezTo>
                  <a:pt x="1813489" y="362401"/>
                  <a:pt x="1790971" y="339884"/>
                  <a:pt x="1790971" y="312106"/>
                </a:cubicBezTo>
                <a:cubicBezTo>
                  <a:pt x="1790971" y="284328"/>
                  <a:pt x="1813489" y="261810"/>
                  <a:pt x="1841267" y="261810"/>
                </a:cubicBezTo>
                <a:close/>
                <a:moveTo>
                  <a:pt x="50297" y="6"/>
                </a:moveTo>
                <a:cubicBezTo>
                  <a:pt x="78075" y="6"/>
                  <a:pt x="100592" y="22524"/>
                  <a:pt x="100592" y="50302"/>
                </a:cubicBezTo>
                <a:cubicBezTo>
                  <a:pt x="100592" y="78080"/>
                  <a:pt x="78075" y="100597"/>
                  <a:pt x="50297" y="100597"/>
                </a:cubicBezTo>
                <a:cubicBezTo>
                  <a:pt x="22519" y="100597"/>
                  <a:pt x="1" y="78080"/>
                  <a:pt x="1" y="50302"/>
                </a:cubicBezTo>
                <a:cubicBezTo>
                  <a:pt x="1" y="22524"/>
                  <a:pt x="22519" y="6"/>
                  <a:pt x="50297" y="6"/>
                </a:cubicBezTo>
                <a:close/>
                <a:moveTo>
                  <a:pt x="348792" y="5"/>
                </a:moveTo>
                <a:cubicBezTo>
                  <a:pt x="376570" y="5"/>
                  <a:pt x="399087" y="22523"/>
                  <a:pt x="399087" y="50301"/>
                </a:cubicBezTo>
                <a:cubicBezTo>
                  <a:pt x="399087" y="78078"/>
                  <a:pt x="376570" y="100596"/>
                  <a:pt x="348792" y="100596"/>
                </a:cubicBezTo>
                <a:cubicBezTo>
                  <a:pt x="321014" y="100596"/>
                  <a:pt x="298497" y="78078"/>
                  <a:pt x="298497" y="50301"/>
                </a:cubicBezTo>
                <a:cubicBezTo>
                  <a:pt x="298497" y="22523"/>
                  <a:pt x="321014" y="5"/>
                  <a:pt x="348792" y="5"/>
                </a:cubicBezTo>
                <a:close/>
                <a:moveTo>
                  <a:pt x="647287" y="4"/>
                </a:moveTo>
                <a:cubicBezTo>
                  <a:pt x="675065" y="4"/>
                  <a:pt x="697581" y="22522"/>
                  <a:pt x="697581" y="50300"/>
                </a:cubicBezTo>
                <a:cubicBezTo>
                  <a:pt x="697581" y="78077"/>
                  <a:pt x="675065" y="100595"/>
                  <a:pt x="647287" y="100595"/>
                </a:cubicBezTo>
                <a:cubicBezTo>
                  <a:pt x="619509" y="100595"/>
                  <a:pt x="596992" y="78077"/>
                  <a:pt x="596992" y="50300"/>
                </a:cubicBezTo>
                <a:cubicBezTo>
                  <a:pt x="596992" y="22522"/>
                  <a:pt x="619509" y="4"/>
                  <a:pt x="647287" y="4"/>
                </a:cubicBezTo>
                <a:close/>
                <a:moveTo>
                  <a:pt x="945781" y="3"/>
                </a:moveTo>
                <a:cubicBezTo>
                  <a:pt x="973559" y="3"/>
                  <a:pt x="996077" y="22521"/>
                  <a:pt x="996077" y="50298"/>
                </a:cubicBezTo>
                <a:cubicBezTo>
                  <a:pt x="996077" y="78076"/>
                  <a:pt x="973559" y="100594"/>
                  <a:pt x="945781" y="100594"/>
                </a:cubicBezTo>
                <a:cubicBezTo>
                  <a:pt x="918003" y="100594"/>
                  <a:pt x="895486" y="78076"/>
                  <a:pt x="895486" y="50298"/>
                </a:cubicBezTo>
                <a:cubicBezTo>
                  <a:pt x="895486" y="22521"/>
                  <a:pt x="918003" y="3"/>
                  <a:pt x="945781" y="3"/>
                </a:cubicBezTo>
                <a:close/>
                <a:moveTo>
                  <a:pt x="1244276" y="2"/>
                </a:moveTo>
                <a:cubicBezTo>
                  <a:pt x="1272054" y="2"/>
                  <a:pt x="1294572" y="22519"/>
                  <a:pt x="1294572" y="50297"/>
                </a:cubicBezTo>
                <a:cubicBezTo>
                  <a:pt x="1294572" y="78075"/>
                  <a:pt x="1272054" y="100593"/>
                  <a:pt x="1244276" y="100593"/>
                </a:cubicBezTo>
                <a:cubicBezTo>
                  <a:pt x="1216498" y="100593"/>
                  <a:pt x="1193981" y="78075"/>
                  <a:pt x="1193981" y="50297"/>
                </a:cubicBezTo>
                <a:cubicBezTo>
                  <a:pt x="1193981" y="22519"/>
                  <a:pt x="1216498" y="2"/>
                  <a:pt x="1244276" y="2"/>
                </a:cubicBezTo>
                <a:close/>
                <a:moveTo>
                  <a:pt x="1542772" y="1"/>
                </a:moveTo>
                <a:cubicBezTo>
                  <a:pt x="1570549" y="1"/>
                  <a:pt x="1593067" y="22518"/>
                  <a:pt x="1593067" y="50296"/>
                </a:cubicBezTo>
                <a:cubicBezTo>
                  <a:pt x="1593067" y="78074"/>
                  <a:pt x="1570549" y="100591"/>
                  <a:pt x="1542772" y="100591"/>
                </a:cubicBezTo>
                <a:cubicBezTo>
                  <a:pt x="1514994" y="100591"/>
                  <a:pt x="1492476" y="78074"/>
                  <a:pt x="1492476" y="50296"/>
                </a:cubicBezTo>
                <a:cubicBezTo>
                  <a:pt x="1492476" y="22518"/>
                  <a:pt x="1514994" y="1"/>
                  <a:pt x="1542772" y="1"/>
                </a:cubicBezTo>
                <a:close/>
                <a:moveTo>
                  <a:pt x="1841267" y="0"/>
                </a:moveTo>
                <a:cubicBezTo>
                  <a:pt x="1869045" y="0"/>
                  <a:pt x="1891562" y="22517"/>
                  <a:pt x="1891562" y="50295"/>
                </a:cubicBezTo>
                <a:cubicBezTo>
                  <a:pt x="1891562" y="78073"/>
                  <a:pt x="1869045" y="100590"/>
                  <a:pt x="1841267" y="100590"/>
                </a:cubicBezTo>
                <a:cubicBezTo>
                  <a:pt x="1813489" y="100590"/>
                  <a:pt x="1790971" y="78073"/>
                  <a:pt x="1790971" y="50295"/>
                </a:cubicBezTo>
                <a:cubicBezTo>
                  <a:pt x="1790971" y="22517"/>
                  <a:pt x="1813489" y="0"/>
                  <a:pt x="1841267"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4" name="Block Arc 63">
            <a:extLst>
              <a:ext uri="{FF2B5EF4-FFF2-40B4-BE49-F238E27FC236}">
                <a16:creationId xmlns:a16="http://schemas.microsoft.com/office/drawing/2014/main" id="{1D07FDF9-6F4C-4DBA-B275-3EE637344C24}"/>
              </a:ext>
            </a:extLst>
          </p:cNvPr>
          <p:cNvSpPr/>
          <p:nvPr userDrawn="1"/>
        </p:nvSpPr>
        <p:spPr>
          <a:xfrm rot="11085728">
            <a:off x="440041" y="6168829"/>
            <a:ext cx="428015" cy="428015"/>
          </a:xfrm>
          <a:prstGeom prst="blockArc">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Oval 65">
            <a:extLst>
              <a:ext uri="{FF2B5EF4-FFF2-40B4-BE49-F238E27FC236}">
                <a16:creationId xmlns:a16="http://schemas.microsoft.com/office/drawing/2014/main" id="{13C29D4F-610B-45AB-B63E-58D96CB25229}"/>
              </a:ext>
            </a:extLst>
          </p:cNvPr>
          <p:cNvSpPr/>
          <p:nvPr userDrawn="1"/>
        </p:nvSpPr>
        <p:spPr>
          <a:xfrm>
            <a:off x="11170673" y="639489"/>
            <a:ext cx="147556" cy="1475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0" name="Freeform: Shape 69">
            <a:extLst>
              <a:ext uri="{FF2B5EF4-FFF2-40B4-BE49-F238E27FC236}">
                <a16:creationId xmlns:a16="http://schemas.microsoft.com/office/drawing/2014/main" id="{0C64F401-1B0B-4E39-8A5F-7E4DBF2AA0DC}"/>
              </a:ext>
            </a:extLst>
          </p:cNvPr>
          <p:cNvSpPr/>
          <p:nvPr userDrawn="1"/>
        </p:nvSpPr>
        <p:spPr>
          <a:xfrm>
            <a:off x="-40943" y="4991816"/>
            <a:ext cx="2169067" cy="1893481"/>
          </a:xfrm>
          <a:custGeom>
            <a:avLst/>
            <a:gdLst>
              <a:gd name="connsiteX0" fmla="*/ 818291 w 2169067"/>
              <a:gd name="connsiteY0" fmla="*/ 0 h 1893481"/>
              <a:gd name="connsiteX1" fmla="*/ 2169067 w 2169067"/>
              <a:gd name="connsiteY1" fmla="*/ 1350776 h 1893481"/>
              <a:gd name="connsiteX2" fmla="*/ 2062916 w 2169067"/>
              <a:gd name="connsiteY2" fmla="*/ 1876559 h 1893481"/>
              <a:gd name="connsiteX3" fmla="*/ 2054765 w 2169067"/>
              <a:gd name="connsiteY3" fmla="*/ 1893481 h 1893481"/>
              <a:gd name="connsiteX4" fmla="*/ 0 w 2169067"/>
              <a:gd name="connsiteY4" fmla="*/ 1893481 h 1893481"/>
              <a:gd name="connsiteX5" fmla="*/ 0 w 2169067"/>
              <a:gd name="connsiteY5" fmla="*/ 277846 h 1893481"/>
              <a:gd name="connsiteX6" fmla="*/ 63059 w 2169067"/>
              <a:gd name="connsiteY6" fmla="*/ 230692 h 1893481"/>
              <a:gd name="connsiteX7" fmla="*/ 818291 w 2169067"/>
              <a:gd name="connsiteY7" fmla="*/ 0 h 1893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9067" h="1893481">
                <a:moveTo>
                  <a:pt x="818291" y="0"/>
                </a:moveTo>
                <a:cubicBezTo>
                  <a:pt x="1564304" y="0"/>
                  <a:pt x="2169067" y="604763"/>
                  <a:pt x="2169067" y="1350776"/>
                </a:cubicBezTo>
                <a:cubicBezTo>
                  <a:pt x="2169067" y="1537280"/>
                  <a:pt x="2131269" y="1714955"/>
                  <a:pt x="2062916" y="1876559"/>
                </a:cubicBezTo>
                <a:lnTo>
                  <a:pt x="2054765" y="1893481"/>
                </a:lnTo>
                <a:lnTo>
                  <a:pt x="0" y="1893481"/>
                </a:lnTo>
                <a:lnTo>
                  <a:pt x="0" y="277846"/>
                </a:lnTo>
                <a:lnTo>
                  <a:pt x="63059" y="230692"/>
                </a:lnTo>
                <a:cubicBezTo>
                  <a:pt x="278645" y="85045"/>
                  <a:pt x="538536" y="0"/>
                  <a:pt x="818291" y="0"/>
                </a:cubicBezTo>
                <a:close/>
              </a:path>
            </a:pathLst>
          </a:cu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Block Arc 72">
            <a:extLst>
              <a:ext uri="{FF2B5EF4-FFF2-40B4-BE49-F238E27FC236}">
                <a16:creationId xmlns:a16="http://schemas.microsoft.com/office/drawing/2014/main" id="{09EFA511-93BA-479F-90AE-E32499F1856E}"/>
              </a:ext>
            </a:extLst>
          </p:cNvPr>
          <p:cNvSpPr/>
          <p:nvPr userDrawn="1"/>
        </p:nvSpPr>
        <p:spPr>
          <a:xfrm rot="1826736">
            <a:off x="689741" y="641461"/>
            <a:ext cx="688252" cy="688252"/>
          </a:xfrm>
          <a:prstGeom prst="blockArc">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Oval 73">
            <a:extLst>
              <a:ext uri="{FF2B5EF4-FFF2-40B4-BE49-F238E27FC236}">
                <a16:creationId xmlns:a16="http://schemas.microsoft.com/office/drawing/2014/main" id="{15883743-61C3-41C7-B7DA-DFC655253E0A}"/>
              </a:ext>
            </a:extLst>
          </p:cNvPr>
          <p:cNvSpPr/>
          <p:nvPr userDrawn="1"/>
        </p:nvSpPr>
        <p:spPr>
          <a:xfrm>
            <a:off x="1724640" y="119591"/>
            <a:ext cx="147556" cy="1475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5" name="Oval 74">
            <a:extLst>
              <a:ext uri="{FF2B5EF4-FFF2-40B4-BE49-F238E27FC236}">
                <a16:creationId xmlns:a16="http://schemas.microsoft.com/office/drawing/2014/main" id="{19CCF053-B614-43A6-ADDE-43DD8A35A649}"/>
              </a:ext>
            </a:extLst>
          </p:cNvPr>
          <p:cNvSpPr/>
          <p:nvPr userDrawn="1"/>
        </p:nvSpPr>
        <p:spPr>
          <a:xfrm>
            <a:off x="140909" y="3215787"/>
            <a:ext cx="292028" cy="2920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531585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Percentag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44C50F73-7F5E-48D7-A961-F340D72EC747}"/>
              </a:ext>
            </a:extLst>
          </p:cNvPr>
          <p:cNvSpPr>
            <a:spLocks noGrp="1"/>
          </p:cNvSpPr>
          <p:nvPr>
            <p:ph type="pic" sz="quarter" idx="19" hasCustomPrompt="1"/>
          </p:nvPr>
        </p:nvSpPr>
        <p:spPr>
          <a:xfrm flipH="1">
            <a:off x="-42473" y="777335"/>
            <a:ext cx="1806128" cy="5303330"/>
          </a:xfrm>
          <a:custGeom>
            <a:avLst/>
            <a:gdLst>
              <a:gd name="connsiteX0" fmla="*/ 529295 w 529295"/>
              <a:gd name="connsiteY0" fmla="*/ 0 h 1554168"/>
              <a:gd name="connsiteX1" fmla="*/ 529295 w 529295"/>
              <a:gd name="connsiteY1" fmla="*/ 1554168 h 1554168"/>
              <a:gd name="connsiteX2" fmla="*/ 510535 w 529295"/>
              <a:gd name="connsiteY2" fmla="*/ 1547302 h 1554168"/>
              <a:gd name="connsiteX3" fmla="*/ 0 w 529295"/>
              <a:gd name="connsiteY3" fmla="*/ 777084 h 1554168"/>
              <a:gd name="connsiteX4" fmla="*/ 510535 w 529295"/>
              <a:gd name="connsiteY4" fmla="*/ 6866 h 1554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95" h="1554168">
                <a:moveTo>
                  <a:pt x="529295" y="0"/>
                </a:moveTo>
                <a:lnTo>
                  <a:pt x="529295" y="1554168"/>
                </a:lnTo>
                <a:lnTo>
                  <a:pt x="510535" y="1547302"/>
                </a:lnTo>
                <a:cubicBezTo>
                  <a:pt x="210515" y="1420404"/>
                  <a:pt x="0" y="1123329"/>
                  <a:pt x="0" y="777084"/>
                </a:cubicBezTo>
                <a:cubicBezTo>
                  <a:pt x="0" y="430840"/>
                  <a:pt x="210515" y="133764"/>
                  <a:pt x="510535" y="6866"/>
                </a:cubicBezTo>
                <a:close/>
              </a:path>
            </a:pathLst>
          </a:custGeom>
        </p:spPr>
        <p:txBody>
          <a:bodyPr wrap="square">
            <a:noAutofit/>
          </a:bodyPr>
          <a:lstStyle>
            <a:lvl1pPr marL="0" indent="0">
              <a:buNone/>
              <a:defRPr sz="1800"/>
            </a:lvl1pPr>
          </a:lstStyle>
          <a:p>
            <a:r>
              <a:rPr lang="en-US" dirty="0"/>
              <a:t>Picture</a:t>
            </a:r>
          </a:p>
        </p:txBody>
      </p:sp>
      <p:sp>
        <p:nvSpPr>
          <p:cNvPr id="23" name="Freeform: Shape 22">
            <a:extLst>
              <a:ext uri="{FF2B5EF4-FFF2-40B4-BE49-F238E27FC236}">
                <a16:creationId xmlns:a16="http://schemas.microsoft.com/office/drawing/2014/main" id="{4D8DE1A2-4BFD-4D85-88E1-8B52C445EE6A}"/>
              </a:ext>
            </a:extLst>
          </p:cNvPr>
          <p:cNvSpPr/>
          <p:nvPr userDrawn="1"/>
        </p:nvSpPr>
        <p:spPr>
          <a:xfrm flipH="1">
            <a:off x="-54593" y="-40942"/>
            <a:ext cx="3601474" cy="6960425"/>
          </a:xfrm>
          <a:custGeom>
            <a:avLst/>
            <a:gdLst>
              <a:gd name="connsiteX0" fmla="*/ 1500308 w 3552043"/>
              <a:gd name="connsiteY0" fmla="*/ 0 h 6864891"/>
              <a:gd name="connsiteX1" fmla="*/ 3552043 w 3552043"/>
              <a:gd name="connsiteY1" fmla="*/ 0 h 6864891"/>
              <a:gd name="connsiteX2" fmla="*/ 3552043 w 3552043"/>
              <a:gd name="connsiteY2" fmla="*/ 6864891 h 6864891"/>
              <a:gd name="connsiteX3" fmla="*/ 1507933 w 3552043"/>
              <a:gd name="connsiteY3" fmla="*/ 6864891 h 6864891"/>
              <a:gd name="connsiteX4" fmla="*/ 1410200 w 3552043"/>
              <a:gd name="connsiteY4" fmla="*/ 6776596 h 6864891"/>
              <a:gd name="connsiteX5" fmla="*/ 0 w 3552043"/>
              <a:gd name="connsiteY5" fmla="*/ 3429001 h 6864891"/>
              <a:gd name="connsiteX6" fmla="*/ 1410200 w 3552043"/>
              <a:gd name="connsiteY6" fmla="*/ 81407 h 686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2043" h="6864891">
                <a:moveTo>
                  <a:pt x="1500308" y="0"/>
                </a:moveTo>
                <a:lnTo>
                  <a:pt x="3552043" y="0"/>
                </a:lnTo>
                <a:lnTo>
                  <a:pt x="3552043" y="6864891"/>
                </a:lnTo>
                <a:lnTo>
                  <a:pt x="1507933" y="6864891"/>
                </a:lnTo>
                <a:lnTo>
                  <a:pt x="1410200" y="6776596"/>
                </a:lnTo>
                <a:cubicBezTo>
                  <a:pt x="540142" y="5927039"/>
                  <a:pt x="0" y="4741099"/>
                  <a:pt x="0" y="3429001"/>
                </a:cubicBezTo>
                <a:cubicBezTo>
                  <a:pt x="0" y="2116903"/>
                  <a:pt x="540142" y="930963"/>
                  <a:pt x="1410200" y="81407"/>
                </a:cubicBezTo>
                <a:close/>
              </a:path>
            </a:pathLst>
          </a:custGeom>
          <a:noFill/>
          <a:ln>
            <a:solidFill>
              <a:schemeClr val="bg2">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C3C4F7E-53B0-42C8-B414-4E58FC15AFD6}"/>
              </a:ext>
            </a:extLst>
          </p:cNvPr>
          <p:cNvSpPr/>
          <p:nvPr userDrawn="1"/>
        </p:nvSpPr>
        <p:spPr>
          <a:xfrm flipH="1">
            <a:off x="-54593" y="-40845"/>
            <a:ext cx="2599050" cy="6953436"/>
          </a:xfrm>
          <a:custGeom>
            <a:avLst/>
            <a:gdLst>
              <a:gd name="connsiteX0" fmla="*/ 1898640 w 2563377"/>
              <a:gd name="connsiteY0" fmla="*/ 0 h 6857998"/>
              <a:gd name="connsiteX1" fmla="*/ 2563377 w 2563377"/>
              <a:gd name="connsiteY1" fmla="*/ 0 h 6857998"/>
              <a:gd name="connsiteX2" fmla="*/ 2563377 w 2563377"/>
              <a:gd name="connsiteY2" fmla="*/ 6857998 h 6857998"/>
              <a:gd name="connsiteX3" fmla="*/ 1898636 w 2563377"/>
              <a:gd name="connsiteY3" fmla="*/ 6857998 h 6857998"/>
              <a:gd name="connsiteX4" fmla="*/ 1704793 w 2563377"/>
              <a:gd name="connsiteY4" fmla="*/ 6730416 h 6857998"/>
              <a:gd name="connsiteX5" fmla="*/ 0 w 2563377"/>
              <a:gd name="connsiteY5" fmla="*/ 3429000 h 6857998"/>
              <a:gd name="connsiteX6" fmla="*/ 1704793 w 2563377"/>
              <a:gd name="connsiteY6" fmla="*/ 12758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3377" h="6857998">
                <a:moveTo>
                  <a:pt x="1898640" y="0"/>
                </a:moveTo>
                <a:lnTo>
                  <a:pt x="2563377" y="0"/>
                </a:lnTo>
                <a:lnTo>
                  <a:pt x="2563377" y="6857998"/>
                </a:lnTo>
                <a:lnTo>
                  <a:pt x="1898636" y="6857998"/>
                </a:lnTo>
                <a:lnTo>
                  <a:pt x="1704793" y="6730416"/>
                </a:lnTo>
                <a:cubicBezTo>
                  <a:pt x="673045" y="5996706"/>
                  <a:pt x="0" y="4791452"/>
                  <a:pt x="0" y="3429000"/>
                </a:cubicBezTo>
                <a:cubicBezTo>
                  <a:pt x="0" y="2066548"/>
                  <a:pt x="673045" y="861295"/>
                  <a:pt x="1704793" y="127585"/>
                </a:cubicBezTo>
                <a:close/>
              </a:path>
            </a:pathLst>
          </a:custGeom>
          <a:noFill/>
          <a:ln>
            <a:solidFill>
              <a:schemeClr val="bg2">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3012CE10-EC85-4170-A771-08C5E484F41F}"/>
              </a:ext>
            </a:extLst>
          </p:cNvPr>
          <p:cNvSpPr/>
          <p:nvPr userDrawn="1"/>
        </p:nvSpPr>
        <p:spPr>
          <a:xfrm flipH="1">
            <a:off x="2904079" y="5506010"/>
            <a:ext cx="231589" cy="2315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1" name="Freeform: Shape 30">
            <a:extLst>
              <a:ext uri="{FF2B5EF4-FFF2-40B4-BE49-F238E27FC236}">
                <a16:creationId xmlns:a16="http://schemas.microsoft.com/office/drawing/2014/main" id="{D3E88B65-5B5A-4A8E-A9E8-ABF9B9018073}"/>
              </a:ext>
            </a:extLst>
          </p:cNvPr>
          <p:cNvSpPr/>
          <p:nvPr userDrawn="1"/>
        </p:nvSpPr>
        <p:spPr>
          <a:xfrm rot="5400000" flipH="1">
            <a:off x="365523" y="841399"/>
            <a:ext cx="2750645" cy="1288433"/>
          </a:xfrm>
          <a:custGeom>
            <a:avLst/>
            <a:gdLst>
              <a:gd name="connsiteX0" fmla="*/ 50296 w 1891562"/>
              <a:gd name="connsiteY0" fmla="*/ 785438 h 886029"/>
              <a:gd name="connsiteX1" fmla="*/ 100591 w 1891562"/>
              <a:gd name="connsiteY1" fmla="*/ 835734 h 886029"/>
              <a:gd name="connsiteX2" fmla="*/ 50296 w 1891562"/>
              <a:gd name="connsiteY2" fmla="*/ 886029 h 886029"/>
              <a:gd name="connsiteX3" fmla="*/ 0 w 1891562"/>
              <a:gd name="connsiteY3" fmla="*/ 835734 h 886029"/>
              <a:gd name="connsiteX4" fmla="*/ 50296 w 1891562"/>
              <a:gd name="connsiteY4" fmla="*/ 785438 h 886029"/>
              <a:gd name="connsiteX5" fmla="*/ 348791 w 1891562"/>
              <a:gd name="connsiteY5" fmla="*/ 785437 h 886029"/>
              <a:gd name="connsiteX6" fmla="*/ 399086 w 1891562"/>
              <a:gd name="connsiteY6" fmla="*/ 835733 h 886029"/>
              <a:gd name="connsiteX7" fmla="*/ 348791 w 1891562"/>
              <a:gd name="connsiteY7" fmla="*/ 886028 h 886029"/>
              <a:gd name="connsiteX8" fmla="*/ 298495 w 1891562"/>
              <a:gd name="connsiteY8" fmla="*/ 835733 h 886029"/>
              <a:gd name="connsiteX9" fmla="*/ 348791 w 1891562"/>
              <a:gd name="connsiteY9" fmla="*/ 785437 h 886029"/>
              <a:gd name="connsiteX10" fmla="*/ 647286 w 1891562"/>
              <a:gd name="connsiteY10" fmla="*/ 785436 h 886029"/>
              <a:gd name="connsiteX11" fmla="*/ 697581 w 1891562"/>
              <a:gd name="connsiteY11" fmla="*/ 835731 h 886029"/>
              <a:gd name="connsiteX12" fmla="*/ 647286 w 1891562"/>
              <a:gd name="connsiteY12" fmla="*/ 886027 h 886029"/>
              <a:gd name="connsiteX13" fmla="*/ 596991 w 1891562"/>
              <a:gd name="connsiteY13" fmla="*/ 835731 h 886029"/>
              <a:gd name="connsiteX14" fmla="*/ 647286 w 1891562"/>
              <a:gd name="connsiteY14" fmla="*/ 785436 h 886029"/>
              <a:gd name="connsiteX15" fmla="*/ 945781 w 1891562"/>
              <a:gd name="connsiteY15" fmla="*/ 785435 h 886029"/>
              <a:gd name="connsiteX16" fmla="*/ 996077 w 1891562"/>
              <a:gd name="connsiteY16" fmla="*/ 835730 h 886029"/>
              <a:gd name="connsiteX17" fmla="*/ 945781 w 1891562"/>
              <a:gd name="connsiteY17" fmla="*/ 886026 h 886029"/>
              <a:gd name="connsiteX18" fmla="*/ 895486 w 1891562"/>
              <a:gd name="connsiteY18" fmla="*/ 835730 h 886029"/>
              <a:gd name="connsiteX19" fmla="*/ 945781 w 1891562"/>
              <a:gd name="connsiteY19" fmla="*/ 785435 h 886029"/>
              <a:gd name="connsiteX20" fmla="*/ 1244276 w 1891562"/>
              <a:gd name="connsiteY20" fmla="*/ 785434 h 886029"/>
              <a:gd name="connsiteX21" fmla="*/ 1294572 w 1891562"/>
              <a:gd name="connsiteY21" fmla="*/ 835729 h 886029"/>
              <a:gd name="connsiteX22" fmla="*/ 1244276 w 1891562"/>
              <a:gd name="connsiteY22" fmla="*/ 886025 h 886029"/>
              <a:gd name="connsiteX23" fmla="*/ 1193981 w 1891562"/>
              <a:gd name="connsiteY23" fmla="*/ 835729 h 886029"/>
              <a:gd name="connsiteX24" fmla="*/ 1244276 w 1891562"/>
              <a:gd name="connsiteY24" fmla="*/ 785434 h 886029"/>
              <a:gd name="connsiteX25" fmla="*/ 1542772 w 1891562"/>
              <a:gd name="connsiteY25" fmla="*/ 785433 h 886029"/>
              <a:gd name="connsiteX26" fmla="*/ 1593067 w 1891562"/>
              <a:gd name="connsiteY26" fmla="*/ 835728 h 886029"/>
              <a:gd name="connsiteX27" fmla="*/ 1542772 w 1891562"/>
              <a:gd name="connsiteY27" fmla="*/ 886023 h 886029"/>
              <a:gd name="connsiteX28" fmla="*/ 1492476 w 1891562"/>
              <a:gd name="connsiteY28" fmla="*/ 835728 h 886029"/>
              <a:gd name="connsiteX29" fmla="*/ 1542772 w 1891562"/>
              <a:gd name="connsiteY29" fmla="*/ 785433 h 886029"/>
              <a:gd name="connsiteX30" fmla="*/ 1841267 w 1891562"/>
              <a:gd name="connsiteY30" fmla="*/ 785432 h 886029"/>
              <a:gd name="connsiteX31" fmla="*/ 1891562 w 1891562"/>
              <a:gd name="connsiteY31" fmla="*/ 835727 h 886029"/>
              <a:gd name="connsiteX32" fmla="*/ 1841267 w 1891562"/>
              <a:gd name="connsiteY32" fmla="*/ 886022 h 886029"/>
              <a:gd name="connsiteX33" fmla="*/ 1790971 w 1891562"/>
              <a:gd name="connsiteY33" fmla="*/ 835727 h 886029"/>
              <a:gd name="connsiteX34" fmla="*/ 1841267 w 1891562"/>
              <a:gd name="connsiteY34" fmla="*/ 785432 h 886029"/>
              <a:gd name="connsiteX35" fmla="*/ 50296 w 1891562"/>
              <a:gd name="connsiteY35" fmla="*/ 523628 h 886029"/>
              <a:gd name="connsiteX36" fmla="*/ 100591 w 1891562"/>
              <a:gd name="connsiteY36" fmla="*/ 573923 h 886029"/>
              <a:gd name="connsiteX37" fmla="*/ 50296 w 1891562"/>
              <a:gd name="connsiteY37" fmla="*/ 624218 h 886029"/>
              <a:gd name="connsiteX38" fmla="*/ 0 w 1891562"/>
              <a:gd name="connsiteY38" fmla="*/ 573923 h 886029"/>
              <a:gd name="connsiteX39" fmla="*/ 50296 w 1891562"/>
              <a:gd name="connsiteY39" fmla="*/ 523628 h 886029"/>
              <a:gd name="connsiteX40" fmla="*/ 348791 w 1891562"/>
              <a:gd name="connsiteY40" fmla="*/ 523627 h 886029"/>
              <a:gd name="connsiteX41" fmla="*/ 399086 w 1891562"/>
              <a:gd name="connsiteY41" fmla="*/ 573922 h 886029"/>
              <a:gd name="connsiteX42" fmla="*/ 348791 w 1891562"/>
              <a:gd name="connsiteY42" fmla="*/ 624217 h 886029"/>
              <a:gd name="connsiteX43" fmla="*/ 298495 w 1891562"/>
              <a:gd name="connsiteY43" fmla="*/ 573922 h 886029"/>
              <a:gd name="connsiteX44" fmla="*/ 348791 w 1891562"/>
              <a:gd name="connsiteY44" fmla="*/ 523627 h 886029"/>
              <a:gd name="connsiteX45" fmla="*/ 647286 w 1891562"/>
              <a:gd name="connsiteY45" fmla="*/ 523625 h 886029"/>
              <a:gd name="connsiteX46" fmla="*/ 697581 w 1891562"/>
              <a:gd name="connsiteY46" fmla="*/ 573921 h 886029"/>
              <a:gd name="connsiteX47" fmla="*/ 647286 w 1891562"/>
              <a:gd name="connsiteY47" fmla="*/ 624216 h 886029"/>
              <a:gd name="connsiteX48" fmla="*/ 596991 w 1891562"/>
              <a:gd name="connsiteY48" fmla="*/ 573921 h 886029"/>
              <a:gd name="connsiteX49" fmla="*/ 647286 w 1891562"/>
              <a:gd name="connsiteY49" fmla="*/ 523625 h 886029"/>
              <a:gd name="connsiteX50" fmla="*/ 945781 w 1891562"/>
              <a:gd name="connsiteY50" fmla="*/ 523624 h 886029"/>
              <a:gd name="connsiteX51" fmla="*/ 996077 w 1891562"/>
              <a:gd name="connsiteY51" fmla="*/ 573920 h 886029"/>
              <a:gd name="connsiteX52" fmla="*/ 945781 w 1891562"/>
              <a:gd name="connsiteY52" fmla="*/ 624215 h 886029"/>
              <a:gd name="connsiteX53" fmla="*/ 895486 w 1891562"/>
              <a:gd name="connsiteY53" fmla="*/ 573920 h 886029"/>
              <a:gd name="connsiteX54" fmla="*/ 945781 w 1891562"/>
              <a:gd name="connsiteY54" fmla="*/ 523624 h 886029"/>
              <a:gd name="connsiteX55" fmla="*/ 1244276 w 1891562"/>
              <a:gd name="connsiteY55" fmla="*/ 523623 h 886029"/>
              <a:gd name="connsiteX56" fmla="*/ 1294572 w 1891562"/>
              <a:gd name="connsiteY56" fmla="*/ 573919 h 886029"/>
              <a:gd name="connsiteX57" fmla="*/ 1244276 w 1891562"/>
              <a:gd name="connsiteY57" fmla="*/ 624214 h 886029"/>
              <a:gd name="connsiteX58" fmla="*/ 1193981 w 1891562"/>
              <a:gd name="connsiteY58" fmla="*/ 573919 h 886029"/>
              <a:gd name="connsiteX59" fmla="*/ 1244276 w 1891562"/>
              <a:gd name="connsiteY59" fmla="*/ 523623 h 886029"/>
              <a:gd name="connsiteX60" fmla="*/ 1542772 w 1891562"/>
              <a:gd name="connsiteY60" fmla="*/ 523622 h 886029"/>
              <a:gd name="connsiteX61" fmla="*/ 1593067 w 1891562"/>
              <a:gd name="connsiteY61" fmla="*/ 573917 h 886029"/>
              <a:gd name="connsiteX62" fmla="*/ 1542772 w 1891562"/>
              <a:gd name="connsiteY62" fmla="*/ 624213 h 886029"/>
              <a:gd name="connsiteX63" fmla="*/ 1492476 w 1891562"/>
              <a:gd name="connsiteY63" fmla="*/ 573917 h 886029"/>
              <a:gd name="connsiteX64" fmla="*/ 1542772 w 1891562"/>
              <a:gd name="connsiteY64" fmla="*/ 523622 h 886029"/>
              <a:gd name="connsiteX65" fmla="*/ 1841267 w 1891562"/>
              <a:gd name="connsiteY65" fmla="*/ 523621 h 886029"/>
              <a:gd name="connsiteX66" fmla="*/ 1891562 w 1891562"/>
              <a:gd name="connsiteY66" fmla="*/ 573916 h 886029"/>
              <a:gd name="connsiteX67" fmla="*/ 1841267 w 1891562"/>
              <a:gd name="connsiteY67" fmla="*/ 624212 h 886029"/>
              <a:gd name="connsiteX68" fmla="*/ 1790971 w 1891562"/>
              <a:gd name="connsiteY68" fmla="*/ 573916 h 886029"/>
              <a:gd name="connsiteX69" fmla="*/ 1841267 w 1891562"/>
              <a:gd name="connsiteY69" fmla="*/ 523621 h 886029"/>
              <a:gd name="connsiteX70" fmla="*/ 50297 w 1891562"/>
              <a:gd name="connsiteY70" fmla="*/ 261817 h 886029"/>
              <a:gd name="connsiteX71" fmla="*/ 100592 w 1891562"/>
              <a:gd name="connsiteY71" fmla="*/ 312112 h 886029"/>
              <a:gd name="connsiteX72" fmla="*/ 50297 w 1891562"/>
              <a:gd name="connsiteY72" fmla="*/ 362408 h 886029"/>
              <a:gd name="connsiteX73" fmla="*/ 1 w 1891562"/>
              <a:gd name="connsiteY73" fmla="*/ 312112 h 886029"/>
              <a:gd name="connsiteX74" fmla="*/ 50297 w 1891562"/>
              <a:gd name="connsiteY74" fmla="*/ 261817 h 886029"/>
              <a:gd name="connsiteX75" fmla="*/ 348791 w 1891562"/>
              <a:gd name="connsiteY75" fmla="*/ 261816 h 886029"/>
              <a:gd name="connsiteX76" fmla="*/ 399086 w 1891562"/>
              <a:gd name="connsiteY76" fmla="*/ 312111 h 886029"/>
              <a:gd name="connsiteX77" fmla="*/ 348791 w 1891562"/>
              <a:gd name="connsiteY77" fmla="*/ 362407 h 886029"/>
              <a:gd name="connsiteX78" fmla="*/ 298495 w 1891562"/>
              <a:gd name="connsiteY78" fmla="*/ 312111 h 886029"/>
              <a:gd name="connsiteX79" fmla="*/ 348791 w 1891562"/>
              <a:gd name="connsiteY79" fmla="*/ 261816 h 886029"/>
              <a:gd name="connsiteX80" fmla="*/ 647286 w 1891562"/>
              <a:gd name="connsiteY80" fmla="*/ 261815 h 886029"/>
              <a:gd name="connsiteX81" fmla="*/ 697581 w 1891562"/>
              <a:gd name="connsiteY81" fmla="*/ 312110 h 886029"/>
              <a:gd name="connsiteX82" fmla="*/ 647286 w 1891562"/>
              <a:gd name="connsiteY82" fmla="*/ 362406 h 886029"/>
              <a:gd name="connsiteX83" fmla="*/ 596992 w 1891562"/>
              <a:gd name="connsiteY83" fmla="*/ 312110 h 886029"/>
              <a:gd name="connsiteX84" fmla="*/ 647286 w 1891562"/>
              <a:gd name="connsiteY84" fmla="*/ 261815 h 886029"/>
              <a:gd name="connsiteX85" fmla="*/ 945781 w 1891562"/>
              <a:gd name="connsiteY85" fmla="*/ 261814 h 886029"/>
              <a:gd name="connsiteX86" fmla="*/ 996077 w 1891562"/>
              <a:gd name="connsiteY86" fmla="*/ 312109 h 886029"/>
              <a:gd name="connsiteX87" fmla="*/ 945781 w 1891562"/>
              <a:gd name="connsiteY87" fmla="*/ 362404 h 886029"/>
              <a:gd name="connsiteX88" fmla="*/ 895486 w 1891562"/>
              <a:gd name="connsiteY88" fmla="*/ 312109 h 886029"/>
              <a:gd name="connsiteX89" fmla="*/ 945781 w 1891562"/>
              <a:gd name="connsiteY89" fmla="*/ 261814 h 886029"/>
              <a:gd name="connsiteX90" fmla="*/ 1244276 w 1891562"/>
              <a:gd name="connsiteY90" fmla="*/ 261813 h 886029"/>
              <a:gd name="connsiteX91" fmla="*/ 1294572 w 1891562"/>
              <a:gd name="connsiteY91" fmla="*/ 312108 h 886029"/>
              <a:gd name="connsiteX92" fmla="*/ 1244276 w 1891562"/>
              <a:gd name="connsiteY92" fmla="*/ 362403 h 886029"/>
              <a:gd name="connsiteX93" fmla="*/ 1193981 w 1891562"/>
              <a:gd name="connsiteY93" fmla="*/ 312108 h 886029"/>
              <a:gd name="connsiteX94" fmla="*/ 1244276 w 1891562"/>
              <a:gd name="connsiteY94" fmla="*/ 261813 h 886029"/>
              <a:gd name="connsiteX95" fmla="*/ 1542772 w 1891562"/>
              <a:gd name="connsiteY95" fmla="*/ 261811 h 886029"/>
              <a:gd name="connsiteX96" fmla="*/ 1593067 w 1891562"/>
              <a:gd name="connsiteY96" fmla="*/ 312107 h 886029"/>
              <a:gd name="connsiteX97" fmla="*/ 1542772 w 1891562"/>
              <a:gd name="connsiteY97" fmla="*/ 362402 h 886029"/>
              <a:gd name="connsiteX98" fmla="*/ 1492476 w 1891562"/>
              <a:gd name="connsiteY98" fmla="*/ 312107 h 886029"/>
              <a:gd name="connsiteX99" fmla="*/ 1542772 w 1891562"/>
              <a:gd name="connsiteY99" fmla="*/ 261811 h 886029"/>
              <a:gd name="connsiteX100" fmla="*/ 1841267 w 1891562"/>
              <a:gd name="connsiteY100" fmla="*/ 261810 h 886029"/>
              <a:gd name="connsiteX101" fmla="*/ 1891562 w 1891562"/>
              <a:gd name="connsiteY101" fmla="*/ 312106 h 886029"/>
              <a:gd name="connsiteX102" fmla="*/ 1841267 w 1891562"/>
              <a:gd name="connsiteY102" fmla="*/ 362401 h 886029"/>
              <a:gd name="connsiteX103" fmla="*/ 1790971 w 1891562"/>
              <a:gd name="connsiteY103" fmla="*/ 312106 h 886029"/>
              <a:gd name="connsiteX104" fmla="*/ 1841267 w 1891562"/>
              <a:gd name="connsiteY104" fmla="*/ 261810 h 886029"/>
              <a:gd name="connsiteX105" fmla="*/ 50297 w 1891562"/>
              <a:gd name="connsiteY105" fmla="*/ 6 h 886029"/>
              <a:gd name="connsiteX106" fmla="*/ 100592 w 1891562"/>
              <a:gd name="connsiteY106" fmla="*/ 50302 h 886029"/>
              <a:gd name="connsiteX107" fmla="*/ 50297 w 1891562"/>
              <a:gd name="connsiteY107" fmla="*/ 100597 h 886029"/>
              <a:gd name="connsiteX108" fmla="*/ 1 w 1891562"/>
              <a:gd name="connsiteY108" fmla="*/ 50302 h 886029"/>
              <a:gd name="connsiteX109" fmla="*/ 50297 w 1891562"/>
              <a:gd name="connsiteY109" fmla="*/ 6 h 886029"/>
              <a:gd name="connsiteX110" fmla="*/ 348792 w 1891562"/>
              <a:gd name="connsiteY110" fmla="*/ 5 h 886029"/>
              <a:gd name="connsiteX111" fmla="*/ 399087 w 1891562"/>
              <a:gd name="connsiteY111" fmla="*/ 50301 h 886029"/>
              <a:gd name="connsiteX112" fmla="*/ 348792 w 1891562"/>
              <a:gd name="connsiteY112" fmla="*/ 100596 h 886029"/>
              <a:gd name="connsiteX113" fmla="*/ 298497 w 1891562"/>
              <a:gd name="connsiteY113" fmla="*/ 50301 h 886029"/>
              <a:gd name="connsiteX114" fmla="*/ 348792 w 1891562"/>
              <a:gd name="connsiteY114" fmla="*/ 5 h 886029"/>
              <a:gd name="connsiteX115" fmla="*/ 647287 w 1891562"/>
              <a:gd name="connsiteY115" fmla="*/ 4 h 886029"/>
              <a:gd name="connsiteX116" fmla="*/ 697581 w 1891562"/>
              <a:gd name="connsiteY116" fmla="*/ 50300 h 886029"/>
              <a:gd name="connsiteX117" fmla="*/ 647287 w 1891562"/>
              <a:gd name="connsiteY117" fmla="*/ 100595 h 886029"/>
              <a:gd name="connsiteX118" fmla="*/ 596992 w 1891562"/>
              <a:gd name="connsiteY118" fmla="*/ 50300 h 886029"/>
              <a:gd name="connsiteX119" fmla="*/ 647287 w 1891562"/>
              <a:gd name="connsiteY119" fmla="*/ 4 h 886029"/>
              <a:gd name="connsiteX120" fmla="*/ 945781 w 1891562"/>
              <a:gd name="connsiteY120" fmla="*/ 3 h 886029"/>
              <a:gd name="connsiteX121" fmla="*/ 996077 w 1891562"/>
              <a:gd name="connsiteY121" fmla="*/ 50298 h 886029"/>
              <a:gd name="connsiteX122" fmla="*/ 945781 w 1891562"/>
              <a:gd name="connsiteY122" fmla="*/ 100594 h 886029"/>
              <a:gd name="connsiteX123" fmla="*/ 895486 w 1891562"/>
              <a:gd name="connsiteY123" fmla="*/ 50298 h 886029"/>
              <a:gd name="connsiteX124" fmla="*/ 945781 w 1891562"/>
              <a:gd name="connsiteY124" fmla="*/ 3 h 886029"/>
              <a:gd name="connsiteX125" fmla="*/ 1244276 w 1891562"/>
              <a:gd name="connsiteY125" fmla="*/ 2 h 886029"/>
              <a:gd name="connsiteX126" fmla="*/ 1294572 w 1891562"/>
              <a:gd name="connsiteY126" fmla="*/ 50297 h 886029"/>
              <a:gd name="connsiteX127" fmla="*/ 1244276 w 1891562"/>
              <a:gd name="connsiteY127" fmla="*/ 100593 h 886029"/>
              <a:gd name="connsiteX128" fmla="*/ 1193981 w 1891562"/>
              <a:gd name="connsiteY128" fmla="*/ 50297 h 886029"/>
              <a:gd name="connsiteX129" fmla="*/ 1244276 w 1891562"/>
              <a:gd name="connsiteY129" fmla="*/ 2 h 886029"/>
              <a:gd name="connsiteX130" fmla="*/ 1542772 w 1891562"/>
              <a:gd name="connsiteY130" fmla="*/ 1 h 886029"/>
              <a:gd name="connsiteX131" fmla="*/ 1593067 w 1891562"/>
              <a:gd name="connsiteY131" fmla="*/ 50296 h 886029"/>
              <a:gd name="connsiteX132" fmla="*/ 1542772 w 1891562"/>
              <a:gd name="connsiteY132" fmla="*/ 100591 h 886029"/>
              <a:gd name="connsiteX133" fmla="*/ 1492476 w 1891562"/>
              <a:gd name="connsiteY133" fmla="*/ 50296 h 886029"/>
              <a:gd name="connsiteX134" fmla="*/ 1542772 w 1891562"/>
              <a:gd name="connsiteY134" fmla="*/ 1 h 886029"/>
              <a:gd name="connsiteX135" fmla="*/ 1841267 w 1891562"/>
              <a:gd name="connsiteY135" fmla="*/ 0 h 886029"/>
              <a:gd name="connsiteX136" fmla="*/ 1891562 w 1891562"/>
              <a:gd name="connsiteY136" fmla="*/ 50295 h 886029"/>
              <a:gd name="connsiteX137" fmla="*/ 1841267 w 1891562"/>
              <a:gd name="connsiteY137" fmla="*/ 100590 h 886029"/>
              <a:gd name="connsiteX138" fmla="*/ 1790971 w 1891562"/>
              <a:gd name="connsiteY138" fmla="*/ 50295 h 886029"/>
              <a:gd name="connsiteX139" fmla="*/ 1841267 w 1891562"/>
              <a:gd name="connsiteY139" fmla="*/ 0 h 8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891562" h="886029">
                <a:moveTo>
                  <a:pt x="50296" y="785438"/>
                </a:moveTo>
                <a:cubicBezTo>
                  <a:pt x="78073" y="785438"/>
                  <a:pt x="100591" y="807956"/>
                  <a:pt x="100591" y="835734"/>
                </a:cubicBezTo>
                <a:cubicBezTo>
                  <a:pt x="100591" y="863512"/>
                  <a:pt x="78073" y="886029"/>
                  <a:pt x="50296" y="886029"/>
                </a:cubicBezTo>
                <a:cubicBezTo>
                  <a:pt x="22518" y="886029"/>
                  <a:pt x="0" y="863512"/>
                  <a:pt x="0" y="835734"/>
                </a:cubicBezTo>
                <a:cubicBezTo>
                  <a:pt x="0" y="807956"/>
                  <a:pt x="22518" y="785438"/>
                  <a:pt x="50296" y="785438"/>
                </a:cubicBezTo>
                <a:close/>
                <a:moveTo>
                  <a:pt x="348791" y="785437"/>
                </a:moveTo>
                <a:cubicBezTo>
                  <a:pt x="376569" y="785437"/>
                  <a:pt x="399086" y="807955"/>
                  <a:pt x="399086" y="835733"/>
                </a:cubicBezTo>
                <a:cubicBezTo>
                  <a:pt x="399086" y="863510"/>
                  <a:pt x="376569" y="886028"/>
                  <a:pt x="348791" y="886028"/>
                </a:cubicBezTo>
                <a:cubicBezTo>
                  <a:pt x="321013" y="886028"/>
                  <a:pt x="298495" y="863510"/>
                  <a:pt x="298495" y="835733"/>
                </a:cubicBezTo>
                <a:cubicBezTo>
                  <a:pt x="298495" y="807955"/>
                  <a:pt x="321013" y="785437"/>
                  <a:pt x="348791" y="785437"/>
                </a:cubicBezTo>
                <a:close/>
                <a:moveTo>
                  <a:pt x="647286" y="785436"/>
                </a:moveTo>
                <a:cubicBezTo>
                  <a:pt x="675064" y="785436"/>
                  <a:pt x="697581" y="807954"/>
                  <a:pt x="697581" y="835731"/>
                </a:cubicBezTo>
                <a:cubicBezTo>
                  <a:pt x="697581" y="863509"/>
                  <a:pt x="675064" y="886027"/>
                  <a:pt x="647286" y="886027"/>
                </a:cubicBezTo>
                <a:cubicBezTo>
                  <a:pt x="619508" y="886027"/>
                  <a:pt x="596991" y="863509"/>
                  <a:pt x="596991" y="835731"/>
                </a:cubicBezTo>
                <a:cubicBezTo>
                  <a:pt x="596991" y="807954"/>
                  <a:pt x="619508" y="785436"/>
                  <a:pt x="647286" y="785436"/>
                </a:cubicBezTo>
                <a:close/>
                <a:moveTo>
                  <a:pt x="945781" y="785435"/>
                </a:moveTo>
                <a:cubicBezTo>
                  <a:pt x="973559" y="785435"/>
                  <a:pt x="996077" y="807952"/>
                  <a:pt x="996077" y="835730"/>
                </a:cubicBezTo>
                <a:cubicBezTo>
                  <a:pt x="996077" y="863508"/>
                  <a:pt x="973559" y="886026"/>
                  <a:pt x="945781" y="886026"/>
                </a:cubicBezTo>
                <a:cubicBezTo>
                  <a:pt x="918003" y="886026"/>
                  <a:pt x="895486" y="863508"/>
                  <a:pt x="895486" y="835730"/>
                </a:cubicBezTo>
                <a:cubicBezTo>
                  <a:pt x="895486" y="807952"/>
                  <a:pt x="918003" y="785435"/>
                  <a:pt x="945781" y="785435"/>
                </a:cubicBezTo>
                <a:close/>
                <a:moveTo>
                  <a:pt x="1244276" y="785434"/>
                </a:moveTo>
                <a:cubicBezTo>
                  <a:pt x="1272054" y="785434"/>
                  <a:pt x="1294572" y="807951"/>
                  <a:pt x="1294572" y="835729"/>
                </a:cubicBezTo>
                <a:cubicBezTo>
                  <a:pt x="1294572" y="863507"/>
                  <a:pt x="1272054" y="886025"/>
                  <a:pt x="1244276" y="886025"/>
                </a:cubicBezTo>
                <a:cubicBezTo>
                  <a:pt x="1216498" y="886025"/>
                  <a:pt x="1193981" y="863507"/>
                  <a:pt x="1193981" y="835729"/>
                </a:cubicBezTo>
                <a:cubicBezTo>
                  <a:pt x="1193981" y="807951"/>
                  <a:pt x="1216498" y="785434"/>
                  <a:pt x="1244276" y="785434"/>
                </a:cubicBezTo>
                <a:close/>
                <a:moveTo>
                  <a:pt x="1542772" y="785433"/>
                </a:moveTo>
                <a:cubicBezTo>
                  <a:pt x="1570549" y="785433"/>
                  <a:pt x="1593067" y="807950"/>
                  <a:pt x="1593067" y="835728"/>
                </a:cubicBezTo>
                <a:cubicBezTo>
                  <a:pt x="1593067" y="863506"/>
                  <a:pt x="1570549" y="886023"/>
                  <a:pt x="1542772" y="886023"/>
                </a:cubicBezTo>
                <a:cubicBezTo>
                  <a:pt x="1514994" y="886023"/>
                  <a:pt x="1492476" y="863506"/>
                  <a:pt x="1492476" y="835728"/>
                </a:cubicBezTo>
                <a:cubicBezTo>
                  <a:pt x="1492476" y="807950"/>
                  <a:pt x="1514994" y="785433"/>
                  <a:pt x="1542772" y="785433"/>
                </a:cubicBezTo>
                <a:close/>
                <a:moveTo>
                  <a:pt x="1841267" y="785432"/>
                </a:moveTo>
                <a:cubicBezTo>
                  <a:pt x="1869045" y="785432"/>
                  <a:pt x="1891562" y="807949"/>
                  <a:pt x="1891562" y="835727"/>
                </a:cubicBezTo>
                <a:cubicBezTo>
                  <a:pt x="1891562" y="863505"/>
                  <a:pt x="1869045" y="886022"/>
                  <a:pt x="1841267" y="886022"/>
                </a:cubicBezTo>
                <a:cubicBezTo>
                  <a:pt x="1813489" y="886022"/>
                  <a:pt x="1790971" y="863505"/>
                  <a:pt x="1790971" y="835727"/>
                </a:cubicBezTo>
                <a:cubicBezTo>
                  <a:pt x="1790971" y="807949"/>
                  <a:pt x="1813489" y="785432"/>
                  <a:pt x="1841267" y="785432"/>
                </a:cubicBezTo>
                <a:close/>
                <a:moveTo>
                  <a:pt x="50296" y="523628"/>
                </a:moveTo>
                <a:cubicBezTo>
                  <a:pt x="78073" y="523628"/>
                  <a:pt x="100591" y="546145"/>
                  <a:pt x="100591" y="573923"/>
                </a:cubicBezTo>
                <a:cubicBezTo>
                  <a:pt x="100591" y="601701"/>
                  <a:pt x="78073" y="624218"/>
                  <a:pt x="50296" y="624218"/>
                </a:cubicBezTo>
                <a:cubicBezTo>
                  <a:pt x="22518" y="624218"/>
                  <a:pt x="0" y="601701"/>
                  <a:pt x="0" y="573923"/>
                </a:cubicBezTo>
                <a:cubicBezTo>
                  <a:pt x="0" y="546145"/>
                  <a:pt x="22518" y="523628"/>
                  <a:pt x="50296" y="523628"/>
                </a:cubicBezTo>
                <a:close/>
                <a:moveTo>
                  <a:pt x="348791" y="523627"/>
                </a:moveTo>
                <a:cubicBezTo>
                  <a:pt x="376569" y="523627"/>
                  <a:pt x="399086" y="546144"/>
                  <a:pt x="399086" y="573922"/>
                </a:cubicBezTo>
                <a:cubicBezTo>
                  <a:pt x="399086" y="601700"/>
                  <a:pt x="376569" y="624217"/>
                  <a:pt x="348791" y="624217"/>
                </a:cubicBezTo>
                <a:cubicBezTo>
                  <a:pt x="321013" y="624217"/>
                  <a:pt x="298495" y="601700"/>
                  <a:pt x="298495" y="573922"/>
                </a:cubicBezTo>
                <a:cubicBezTo>
                  <a:pt x="298495" y="546144"/>
                  <a:pt x="321013" y="523627"/>
                  <a:pt x="348791" y="523627"/>
                </a:cubicBezTo>
                <a:close/>
                <a:moveTo>
                  <a:pt x="647286" y="523625"/>
                </a:moveTo>
                <a:cubicBezTo>
                  <a:pt x="675064" y="523625"/>
                  <a:pt x="697581" y="546143"/>
                  <a:pt x="697581" y="573921"/>
                </a:cubicBezTo>
                <a:cubicBezTo>
                  <a:pt x="697581" y="601699"/>
                  <a:pt x="675064" y="624216"/>
                  <a:pt x="647286" y="624216"/>
                </a:cubicBezTo>
                <a:cubicBezTo>
                  <a:pt x="619508" y="624216"/>
                  <a:pt x="596991" y="601699"/>
                  <a:pt x="596991" y="573921"/>
                </a:cubicBezTo>
                <a:cubicBezTo>
                  <a:pt x="596991" y="546143"/>
                  <a:pt x="619508" y="523625"/>
                  <a:pt x="647286" y="523625"/>
                </a:cubicBezTo>
                <a:close/>
                <a:moveTo>
                  <a:pt x="945781" y="523624"/>
                </a:moveTo>
                <a:cubicBezTo>
                  <a:pt x="973559" y="523624"/>
                  <a:pt x="996077" y="546142"/>
                  <a:pt x="996077" y="573920"/>
                </a:cubicBezTo>
                <a:cubicBezTo>
                  <a:pt x="996077" y="601698"/>
                  <a:pt x="973559" y="624215"/>
                  <a:pt x="945781" y="624215"/>
                </a:cubicBezTo>
                <a:cubicBezTo>
                  <a:pt x="918003" y="624215"/>
                  <a:pt x="895486" y="601698"/>
                  <a:pt x="895486" y="573920"/>
                </a:cubicBezTo>
                <a:cubicBezTo>
                  <a:pt x="895486" y="546142"/>
                  <a:pt x="918003" y="523624"/>
                  <a:pt x="945781" y="523624"/>
                </a:cubicBezTo>
                <a:close/>
                <a:moveTo>
                  <a:pt x="1244276" y="523623"/>
                </a:moveTo>
                <a:cubicBezTo>
                  <a:pt x="1272054" y="523623"/>
                  <a:pt x="1294572" y="546141"/>
                  <a:pt x="1294572" y="573919"/>
                </a:cubicBezTo>
                <a:cubicBezTo>
                  <a:pt x="1294572" y="601696"/>
                  <a:pt x="1272054" y="624214"/>
                  <a:pt x="1244276" y="624214"/>
                </a:cubicBezTo>
                <a:cubicBezTo>
                  <a:pt x="1216498" y="624214"/>
                  <a:pt x="1193981" y="601696"/>
                  <a:pt x="1193981" y="573919"/>
                </a:cubicBezTo>
                <a:cubicBezTo>
                  <a:pt x="1193981" y="546141"/>
                  <a:pt x="1216498" y="523623"/>
                  <a:pt x="1244276" y="523623"/>
                </a:cubicBezTo>
                <a:close/>
                <a:moveTo>
                  <a:pt x="1542772" y="523622"/>
                </a:moveTo>
                <a:cubicBezTo>
                  <a:pt x="1570549" y="523622"/>
                  <a:pt x="1593067" y="546140"/>
                  <a:pt x="1593067" y="573917"/>
                </a:cubicBezTo>
                <a:cubicBezTo>
                  <a:pt x="1593067" y="601695"/>
                  <a:pt x="1570549" y="624213"/>
                  <a:pt x="1542772" y="624213"/>
                </a:cubicBezTo>
                <a:cubicBezTo>
                  <a:pt x="1514994" y="624213"/>
                  <a:pt x="1492476" y="601695"/>
                  <a:pt x="1492476" y="573917"/>
                </a:cubicBezTo>
                <a:cubicBezTo>
                  <a:pt x="1492476" y="546140"/>
                  <a:pt x="1514994" y="523622"/>
                  <a:pt x="1542772" y="523622"/>
                </a:cubicBezTo>
                <a:close/>
                <a:moveTo>
                  <a:pt x="1841267" y="523621"/>
                </a:moveTo>
                <a:cubicBezTo>
                  <a:pt x="1869045" y="523621"/>
                  <a:pt x="1891562" y="546138"/>
                  <a:pt x="1891562" y="573916"/>
                </a:cubicBezTo>
                <a:cubicBezTo>
                  <a:pt x="1891562" y="601694"/>
                  <a:pt x="1869045" y="624212"/>
                  <a:pt x="1841267" y="624212"/>
                </a:cubicBezTo>
                <a:cubicBezTo>
                  <a:pt x="1813489" y="624212"/>
                  <a:pt x="1790971" y="601694"/>
                  <a:pt x="1790971" y="573916"/>
                </a:cubicBezTo>
                <a:cubicBezTo>
                  <a:pt x="1790971" y="546138"/>
                  <a:pt x="1813489" y="523621"/>
                  <a:pt x="1841267" y="523621"/>
                </a:cubicBezTo>
                <a:close/>
                <a:moveTo>
                  <a:pt x="50297" y="261817"/>
                </a:moveTo>
                <a:cubicBezTo>
                  <a:pt x="78075" y="261817"/>
                  <a:pt x="100592" y="284335"/>
                  <a:pt x="100592" y="312112"/>
                </a:cubicBezTo>
                <a:cubicBezTo>
                  <a:pt x="100592" y="339890"/>
                  <a:pt x="78075" y="362408"/>
                  <a:pt x="50297" y="362408"/>
                </a:cubicBezTo>
                <a:cubicBezTo>
                  <a:pt x="22519" y="362408"/>
                  <a:pt x="1" y="339890"/>
                  <a:pt x="1" y="312112"/>
                </a:cubicBezTo>
                <a:cubicBezTo>
                  <a:pt x="1" y="284335"/>
                  <a:pt x="22519" y="261817"/>
                  <a:pt x="50297" y="261817"/>
                </a:cubicBezTo>
                <a:close/>
                <a:moveTo>
                  <a:pt x="348791" y="261816"/>
                </a:moveTo>
                <a:cubicBezTo>
                  <a:pt x="376570" y="261816"/>
                  <a:pt x="399086" y="284333"/>
                  <a:pt x="399086" y="312111"/>
                </a:cubicBezTo>
                <a:cubicBezTo>
                  <a:pt x="399086" y="339889"/>
                  <a:pt x="376570" y="362407"/>
                  <a:pt x="348791" y="362407"/>
                </a:cubicBezTo>
                <a:cubicBezTo>
                  <a:pt x="321013" y="362407"/>
                  <a:pt x="298495" y="339889"/>
                  <a:pt x="298495" y="312111"/>
                </a:cubicBezTo>
                <a:cubicBezTo>
                  <a:pt x="298495" y="284333"/>
                  <a:pt x="321013" y="261816"/>
                  <a:pt x="348791" y="261816"/>
                </a:cubicBezTo>
                <a:close/>
                <a:moveTo>
                  <a:pt x="647286" y="261815"/>
                </a:moveTo>
                <a:cubicBezTo>
                  <a:pt x="675065" y="261815"/>
                  <a:pt x="697581" y="284332"/>
                  <a:pt x="697581" y="312110"/>
                </a:cubicBezTo>
                <a:cubicBezTo>
                  <a:pt x="697581" y="339888"/>
                  <a:pt x="675065" y="362406"/>
                  <a:pt x="647286" y="362406"/>
                </a:cubicBezTo>
                <a:cubicBezTo>
                  <a:pt x="619508" y="362406"/>
                  <a:pt x="596992" y="339888"/>
                  <a:pt x="596992" y="312110"/>
                </a:cubicBezTo>
                <a:cubicBezTo>
                  <a:pt x="596992" y="284332"/>
                  <a:pt x="619508" y="261815"/>
                  <a:pt x="647286" y="261815"/>
                </a:cubicBezTo>
                <a:close/>
                <a:moveTo>
                  <a:pt x="945781" y="261814"/>
                </a:moveTo>
                <a:cubicBezTo>
                  <a:pt x="973559" y="261814"/>
                  <a:pt x="996077" y="284331"/>
                  <a:pt x="996077" y="312109"/>
                </a:cubicBezTo>
                <a:cubicBezTo>
                  <a:pt x="996077" y="339887"/>
                  <a:pt x="973559" y="362404"/>
                  <a:pt x="945781" y="362404"/>
                </a:cubicBezTo>
                <a:cubicBezTo>
                  <a:pt x="918003" y="362404"/>
                  <a:pt x="895486" y="339887"/>
                  <a:pt x="895486" y="312109"/>
                </a:cubicBezTo>
                <a:cubicBezTo>
                  <a:pt x="895486" y="284331"/>
                  <a:pt x="918003" y="261814"/>
                  <a:pt x="945781" y="261814"/>
                </a:cubicBezTo>
                <a:close/>
                <a:moveTo>
                  <a:pt x="1244276" y="261813"/>
                </a:moveTo>
                <a:cubicBezTo>
                  <a:pt x="1272054" y="261813"/>
                  <a:pt x="1294572" y="284330"/>
                  <a:pt x="1294572" y="312108"/>
                </a:cubicBezTo>
                <a:cubicBezTo>
                  <a:pt x="1294572" y="339886"/>
                  <a:pt x="1272054" y="362403"/>
                  <a:pt x="1244276" y="362403"/>
                </a:cubicBezTo>
                <a:cubicBezTo>
                  <a:pt x="1216498" y="362403"/>
                  <a:pt x="1193981" y="339886"/>
                  <a:pt x="1193981" y="312108"/>
                </a:cubicBezTo>
                <a:cubicBezTo>
                  <a:pt x="1193981" y="284330"/>
                  <a:pt x="1216498" y="261813"/>
                  <a:pt x="1244276" y="261813"/>
                </a:cubicBezTo>
                <a:close/>
                <a:moveTo>
                  <a:pt x="1542772" y="261811"/>
                </a:moveTo>
                <a:cubicBezTo>
                  <a:pt x="1570549" y="261811"/>
                  <a:pt x="1593067" y="284329"/>
                  <a:pt x="1593067" y="312107"/>
                </a:cubicBezTo>
                <a:cubicBezTo>
                  <a:pt x="1593067" y="339885"/>
                  <a:pt x="1570549" y="362402"/>
                  <a:pt x="1542772" y="362402"/>
                </a:cubicBezTo>
                <a:cubicBezTo>
                  <a:pt x="1514994" y="362402"/>
                  <a:pt x="1492476" y="339885"/>
                  <a:pt x="1492476" y="312107"/>
                </a:cubicBezTo>
                <a:cubicBezTo>
                  <a:pt x="1492476" y="284329"/>
                  <a:pt x="1514994" y="261811"/>
                  <a:pt x="1542772" y="261811"/>
                </a:cubicBezTo>
                <a:close/>
                <a:moveTo>
                  <a:pt x="1841267" y="261810"/>
                </a:moveTo>
                <a:cubicBezTo>
                  <a:pt x="1869045" y="261810"/>
                  <a:pt x="1891562" y="284328"/>
                  <a:pt x="1891562" y="312106"/>
                </a:cubicBezTo>
                <a:cubicBezTo>
                  <a:pt x="1891562" y="339884"/>
                  <a:pt x="1869045" y="362401"/>
                  <a:pt x="1841267" y="362401"/>
                </a:cubicBezTo>
                <a:cubicBezTo>
                  <a:pt x="1813489" y="362401"/>
                  <a:pt x="1790971" y="339884"/>
                  <a:pt x="1790971" y="312106"/>
                </a:cubicBezTo>
                <a:cubicBezTo>
                  <a:pt x="1790971" y="284328"/>
                  <a:pt x="1813489" y="261810"/>
                  <a:pt x="1841267" y="261810"/>
                </a:cubicBezTo>
                <a:close/>
                <a:moveTo>
                  <a:pt x="50297" y="6"/>
                </a:moveTo>
                <a:cubicBezTo>
                  <a:pt x="78075" y="6"/>
                  <a:pt x="100592" y="22524"/>
                  <a:pt x="100592" y="50302"/>
                </a:cubicBezTo>
                <a:cubicBezTo>
                  <a:pt x="100592" y="78080"/>
                  <a:pt x="78075" y="100597"/>
                  <a:pt x="50297" y="100597"/>
                </a:cubicBezTo>
                <a:cubicBezTo>
                  <a:pt x="22519" y="100597"/>
                  <a:pt x="1" y="78080"/>
                  <a:pt x="1" y="50302"/>
                </a:cubicBezTo>
                <a:cubicBezTo>
                  <a:pt x="1" y="22524"/>
                  <a:pt x="22519" y="6"/>
                  <a:pt x="50297" y="6"/>
                </a:cubicBezTo>
                <a:close/>
                <a:moveTo>
                  <a:pt x="348792" y="5"/>
                </a:moveTo>
                <a:cubicBezTo>
                  <a:pt x="376570" y="5"/>
                  <a:pt x="399087" y="22523"/>
                  <a:pt x="399087" y="50301"/>
                </a:cubicBezTo>
                <a:cubicBezTo>
                  <a:pt x="399087" y="78078"/>
                  <a:pt x="376570" y="100596"/>
                  <a:pt x="348792" y="100596"/>
                </a:cubicBezTo>
                <a:cubicBezTo>
                  <a:pt x="321014" y="100596"/>
                  <a:pt x="298497" y="78078"/>
                  <a:pt x="298497" y="50301"/>
                </a:cubicBezTo>
                <a:cubicBezTo>
                  <a:pt x="298497" y="22523"/>
                  <a:pt x="321014" y="5"/>
                  <a:pt x="348792" y="5"/>
                </a:cubicBezTo>
                <a:close/>
                <a:moveTo>
                  <a:pt x="647287" y="4"/>
                </a:moveTo>
                <a:cubicBezTo>
                  <a:pt x="675065" y="4"/>
                  <a:pt x="697581" y="22522"/>
                  <a:pt x="697581" y="50300"/>
                </a:cubicBezTo>
                <a:cubicBezTo>
                  <a:pt x="697581" y="78077"/>
                  <a:pt x="675065" y="100595"/>
                  <a:pt x="647287" y="100595"/>
                </a:cubicBezTo>
                <a:cubicBezTo>
                  <a:pt x="619509" y="100595"/>
                  <a:pt x="596992" y="78077"/>
                  <a:pt x="596992" y="50300"/>
                </a:cubicBezTo>
                <a:cubicBezTo>
                  <a:pt x="596992" y="22522"/>
                  <a:pt x="619509" y="4"/>
                  <a:pt x="647287" y="4"/>
                </a:cubicBezTo>
                <a:close/>
                <a:moveTo>
                  <a:pt x="945781" y="3"/>
                </a:moveTo>
                <a:cubicBezTo>
                  <a:pt x="973559" y="3"/>
                  <a:pt x="996077" y="22521"/>
                  <a:pt x="996077" y="50298"/>
                </a:cubicBezTo>
                <a:cubicBezTo>
                  <a:pt x="996077" y="78076"/>
                  <a:pt x="973559" y="100594"/>
                  <a:pt x="945781" y="100594"/>
                </a:cubicBezTo>
                <a:cubicBezTo>
                  <a:pt x="918003" y="100594"/>
                  <a:pt x="895486" y="78076"/>
                  <a:pt x="895486" y="50298"/>
                </a:cubicBezTo>
                <a:cubicBezTo>
                  <a:pt x="895486" y="22521"/>
                  <a:pt x="918003" y="3"/>
                  <a:pt x="945781" y="3"/>
                </a:cubicBezTo>
                <a:close/>
                <a:moveTo>
                  <a:pt x="1244276" y="2"/>
                </a:moveTo>
                <a:cubicBezTo>
                  <a:pt x="1272054" y="2"/>
                  <a:pt x="1294572" y="22519"/>
                  <a:pt x="1294572" y="50297"/>
                </a:cubicBezTo>
                <a:cubicBezTo>
                  <a:pt x="1294572" y="78075"/>
                  <a:pt x="1272054" y="100593"/>
                  <a:pt x="1244276" y="100593"/>
                </a:cubicBezTo>
                <a:cubicBezTo>
                  <a:pt x="1216498" y="100593"/>
                  <a:pt x="1193981" y="78075"/>
                  <a:pt x="1193981" y="50297"/>
                </a:cubicBezTo>
                <a:cubicBezTo>
                  <a:pt x="1193981" y="22519"/>
                  <a:pt x="1216498" y="2"/>
                  <a:pt x="1244276" y="2"/>
                </a:cubicBezTo>
                <a:close/>
                <a:moveTo>
                  <a:pt x="1542772" y="1"/>
                </a:moveTo>
                <a:cubicBezTo>
                  <a:pt x="1570549" y="1"/>
                  <a:pt x="1593067" y="22518"/>
                  <a:pt x="1593067" y="50296"/>
                </a:cubicBezTo>
                <a:cubicBezTo>
                  <a:pt x="1593067" y="78074"/>
                  <a:pt x="1570549" y="100591"/>
                  <a:pt x="1542772" y="100591"/>
                </a:cubicBezTo>
                <a:cubicBezTo>
                  <a:pt x="1514994" y="100591"/>
                  <a:pt x="1492476" y="78074"/>
                  <a:pt x="1492476" y="50296"/>
                </a:cubicBezTo>
                <a:cubicBezTo>
                  <a:pt x="1492476" y="22518"/>
                  <a:pt x="1514994" y="1"/>
                  <a:pt x="1542772" y="1"/>
                </a:cubicBezTo>
                <a:close/>
                <a:moveTo>
                  <a:pt x="1841267" y="0"/>
                </a:moveTo>
                <a:cubicBezTo>
                  <a:pt x="1869045" y="0"/>
                  <a:pt x="1891562" y="22517"/>
                  <a:pt x="1891562" y="50295"/>
                </a:cubicBezTo>
                <a:cubicBezTo>
                  <a:pt x="1891562" y="78073"/>
                  <a:pt x="1869045" y="100590"/>
                  <a:pt x="1841267" y="100590"/>
                </a:cubicBezTo>
                <a:cubicBezTo>
                  <a:pt x="1813489" y="100590"/>
                  <a:pt x="1790971" y="78073"/>
                  <a:pt x="1790971" y="50295"/>
                </a:cubicBezTo>
                <a:cubicBezTo>
                  <a:pt x="1790971" y="22517"/>
                  <a:pt x="1813489" y="0"/>
                  <a:pt x="1841267"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2" name="Text Placeholder 57">
            <a:extLst>
              <a:ext uri="{FF2B5EF4-FFF2-40B4-BE49-F238E27FC236}">
                <a16:creationId xmlns:a16="http://schemas.microsoft.com/office/drawing/2014/main" id="{8BA58A99-D4C4-4DFB-AAB9-620EBCD83D32}"/>
              </a:ext>
            </a:extLst>
          </p:cNvPr>
          <p:cNvSpPr>
            <a:spLocks noGrp="1"/>
          </p:cNvSpPr>
          <p:nvPr>
            <p:ph type="body" sz="quarter" idx="11" hasCustomPrompt="1"/>
          </p:nvPr>
        </p:nvSpPr>
        <p:spPr>
          <a:xfrm>
            <a:off x="4317746" y="767001"/>
            <a:ext cx="4885320" cy="1245895"/>
          </a:xfrm>
          <a:prstGeom prst="rect">
            <a:avLst/>
          </a:prstGeom>
        </p:spPr>
        <p:txBody>
          <a:bodyPr anchor="b">
            <a:noAutofit/>
          </a:bodyPr>
          <a:lstStyle>
            <a:lvl1pPr marL="0" indent="0" algn="l">
              <a:buNone/>
              <a:defRPr sz="4500" b="1">
                <a:latin typeface="Poppins SemiBold" panose="00000700000000000000" pitchFamily="2" charset="0"/>
                <a:cs typeface="Poppins SemiBold" panose="00000700000000000000" pitchFamily="2" charset="0"/>
              </a:defRPr>
            </a:lvl1pPr>
          </a:lstStyle>
          <a:p>
            <a:pPr lvl="0"/>
            <a:r>
              <a:rPr lang="en-US" dirty="0"/>
              <a:t>Project Percentage</a:t>
            </a:r>
            <a:endParaRPr lang="en-ID" dirty="0"/>
          </a:p>
        </p:txBody>
      </p:sp>
      <p:sp>
        <p:nvSpPr>
          <p:cNvPr id="33" name="Oval 32">
            <a:extLst>
              <a:ext uri="{FF2B5EF4-FFF2-40B4-BE49-F238E27FC236}">
                <a16:creationId xmlns:a16="http://schemas.microsoft.com/office/drawing/2014/main" id="{655C392D-C6F2-4E68-82E6-4B8A36F8E99A}"/>
              </a:ext>
            </a:extLst>
          </p:cNvPr>
          <p:cNvSpPr/>
          <p:nvPr userDrawn="1"/>
        </p:nvSpPr>
        <p:spPr>
          <a:xfrm flipH="1">
            <a:off x="1222522" y="6350520"/>
            <a:ext cx="91927" cy="919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4" name="Text Placeholder 6">
            <a:extLst>
              <a:ext uri="{FF2B5EF4-FFF2-40B4-BE49-F238E27FC236}">
                <a16:creationId xmlns:a16="http://schemas.microsoft.com/office/drawing/2014/main" id="{04A8F9D8-3871-4E64-916A-AC04245DC646}"/>
              </a:ext>
            </a:extLst>
          </p:cNvPr>
          <p:cNvSpPr>
            <a:spLocks noGrp="1"/>
          </p:cNvSpPr>
          <p:nvPr>
            <p:ph type="body" sz="quarter" idx="13" hasCustomPrompt="1"/>
          </p:nvPr>
        </p:nvSpPr>
        <p:spPr>
          <a:xfrm rot="16200000">
            <a:off x="6861231" y="460269"/>
            <a:ext cx="82846" cy="5185406"/>
          </a:xfrm>
          <a:prstGeom prst="roundRect">
            <a:avLst/>
          </a:prstGeom>
          <a:solidFill>
            <a:schemeClr val="bg1">
              <a:lumMod val="85000"/>
            </a:schemeClr>
          </a:solidFill>
        </p:spPr>
        <p:txBody>
          <a:bodyPr/>
          <a:lstStyle>
            <a:lvl1pPr marL="0" indent="0">
              <a:buNone/>
              <a:defRPr/>
            </a:lvl1pPr>
          </a:lstStyle>
          <a:p>
            <a:pPr lvl="0"/>
            <a:r>
              <a:rPr lang="en-US" dirty="0"/>
              <a:t>  </a:t>
            </a:r>
          </a:p>
        </p:txBody>
      </p:sp>
      <p:sp>
        <p:nvSpPr>
          <p:cNvPr id="35" name="Text Placeholder 6">
            <a:extLst>
              <a:ext uri="{FF2B5EF4-FFF2-40B4-BE49-F238E27FC236}">
                <a16:creationId xmlns:a16="http://schemas.microsoft.com/office/drawing/2014/main" id="{73892E16-5096-42F5-A822-BC9D427B32BE}"/>
              </a:ext>
            </a:extLst>
          </p:cNvPr>
          <p:cNvSpPr>
            <a:spLocks noGrp="1"/>
          </p:cNvSpPr>
          <p:nvPr>
            <p:ph type="body" sz="quarter" idx="14" hasCustomPrompt="1"/>
          </p:nvPr>
        </p:nvSpPr>
        <p:spPr>
          <a:xfrm rot="16200000">
            <a:off x="5533540" y="1795758"/>
            <a:ext cx="82846" cy="2514426"/>
          </a:xfrm>
          <a:prstGeom prst="roundRect">
            <a:avLst/>
          </a:prstGeom>
          <a:solidFill>
            <a:schemeClr val="tx2"/>
          </a:solidFill>
        </p:spPr>
        <p:txBody>
          <a:bodyPr/>
          <a:lstStyle>
            <a:lvl1pPr marL="0" indent="0">
              <a:buNone/>
              <a:defRPr/>
            </a:lvl1pPr>
          </a:lstStyle>
          <a:p>
            <a:pPr lvl="0"/>
            <a:r>
              <a:rPr lang="en-US" dirty="0"/>
              <a:t>  </a:t>
            </a:r>
          </a:p>
        </p:txBody>
      </p:sp>
      <p:sp>
        <p:nvSpPr>
          <p:cNvPr id="36" name="Text Placeholder 57">
            <a:extLst>
              <a:ext uri="{FF2B5EF4-FFF2-40B4-BE49-F238E27FC236}">
                <a16:creationId xmlns:a16="http://schemas.microsoft.com/office/drawing/2014/main" id="{FC1E7267-7E06-4D8A-A1D5-5E151C530D55}"/>
              </a:ext>
            </a:extLst>
          </p:cNvPr>
          <p:cNvSpPr>
            <a:spLocks noGrp="1"/>
          </p:cNvSpPr>
          <p:nvPr>
            <p:ph type="body" sz="quarter" idx="15" hasCustomPrompt="1"/>
          </p:nvPr>
        </p:nvSpPr>
        <p:spPr>
          <a:xfrm>
            <a:off x="4309947" y="2461815"/>
            <a:ext cx="5992283" cy="466257"/>
          </a:xfrm>
          <a:prstGeom prst="rect">
            <a:avLst/>
          </a:prstGeom>
        </p:spPr>
        <p:txBody>
          <a:bodyPr anchor="b"/>
          <a:lstStyle>
            <a:lvl1pPr marL="0" indent="0">
              <a:buNone/>
              <a:defRPr sz="2000"/>
            </a:lvl1pPr>
          </a:lstStyle>
          <a:p>
            <a:pPr lvl="0"/>
            <a:r>
              <a:rPr lang="en-US" dirty="0"/>
              <a:t>Add Subtitle</a:t>
            </a:r>
            <a:endParaRPr lang="en-ID" dirty="0"/>
          </a:p>
        </p:txBody>
      </p:sp>
      <p:sp>
        <p:nvSpPr>
          <p:cNvPr id="37" name="Text Placeholder 6">
            <a:extLst>
              <a:ext uri="{FF2B5EF4-FFF2-40B4-BE49-F238E27FC236}">
                <a16:creationId xmlns:a16="http://schemas.microsoft.com/office/drawing/2014/main" id="{AA96E4B2-32F4-4805-93B9-E0FBBC87C3C1}"/>
              </a:ext>
            </a:extLst>
          </p:cNvPr>
          <p:cNvSpPr>
            <a:spLocks noGrp="1"/>
          </p:cNvSpPr>
          <p:nvPr>
            <p:ph type="body" sz="quarter" idx="17" hasCustomPrompt="1"/>
          </p:nvPr>
        </p:nvSpPr>
        <p:spPr>
          <a:xfrm rot="16200000">
            <a:off x="6861230" y="1724568"/>
            <a:ext cx="82846" cy="5185405"/>
          </a:xfrm>
          <a:prstGeom prst="roundRect">
            <a:avLst/>
          </a:prstGeom>
          <a:solidFill>
            <a:schemeClr val="bg1">
              <a:lumMod val="85000"/>
            </a:schemeClr>
          </a:solidFill>
        </p:spPr>
        <p:txBody>
          <a:bodyPr/>
          <a:lstStyle>
            <a:lvl1pPr marL="0" indent="0">
              <a:buNone/>
              <a:defRPr/>
            </a:lvl1pPr>
          </a:lstStyle>
          <a:p>
            <a:pPr lvl="0"/>
            <a:r>
              <a:rPr lang="en-US" dirty="0"/>
              <a:t>  </a:t>
            </a:r>
          </a:p>
        </p:txBody>
      </p:sp>
      <p:sp>
        <p:nvSpPr>
          <p:cNvPr id="38" name="Text Placeholder 6">
            <a:extLst>
              <a:ext uri="{FF2B5EF4-FFF2-40B4-BE49-F238E27FC236}">
                <a16:creationId xmlns:a16="http://schemas.microsoft.com/office/drawing/2014/main" id="{8D16B786-7809-4304-B114-F2EE914E4C8D}"/>
              </a:ext>
            </a:extLst>
          </p:cNvPr>
          <p:cNvSpPr>
            <a:spLocks noGrp="1"/>
          </p:cNvSpPr>
          <p:nvPr>
            <p:ph type="body" sz="quarter" idx="18" hasCustomPrompt="1"/>
          </p:nvPr>
        </p:nvSpPr>
        <p:spPr>
          <a:xfrm rot="16200000">
            <a:off x="6299520" y="2294074"/>
            <a:ext cx="82847" cy="4046391"/>
          </a:xfrm>
          <a:prstGeom prst="roundRect">
            <a:avLst/>
          </a:prstGeom>
          <a:solidFill>
            <a:schemeClr val="accent2"/>
          </a:solidFill>
        </p:spPr>
        <p:txBody>
          <a:bodyPr/>
          <a:lstStyle>
            <a:lvl1pPr marL="0" indent="0">
              <a:buNone/>
              <a:defRPr/>
            </a:lvl1pPr>
          </a:lstStyle>
          <a:p>
            <a:pPr lvl="0"/>
            <a:r>
              <a:rPr lang="en-US" dirty="0"/>
              <a:t>  </a:t>
            </a:r>
          </a:p>
        </p:txBody>
      </p:sp>
      <p:sp>
        <p:nvSpPr>
          <p:cNvPr id="39" name="Text Placeholder 57">
            <a:extLst>
              <a:ext uri="{FF2B5EF4-FFF2-40B4-BE49-F238E27FC236}">
                <a16:creationId xmlns:a16="http://schemas.microsoft.com/office/drawing/2014/main" id="{5998C62E-EBEA-470B-BA20-4B0C7D033517}"/>
              </a:ext>
            </a:extLst>
          </p:cNvPr>
          <p:cNvSpPr>
            <a:spLocks noGrp="1"/>
          </p:cNvSpPr>
          <p:nvPr>
            <p:ph type="body" sz="quarter" idx="20" hasCustomPrompt="1"/>
          </p:nvPr>
        </p:nvSpPr>
        <p:spPr>
          <a:xfrm>
            <a:off x="4309946" y="3721063"/>
            <a:ext cx="5992283" cy="466257"/>
          </a:xfrm>
          <a:prstGeom prst="rect">
            <a:avLst/>
          </a:prstGeom>
        </p:spPr>
        <p:txBody>
          <a:bodyPr anchor="b"/>
          <a:lstStyle>
            <a:lvl1pPr marL="0" indent="0">
              <a:buNone/>
              <a:defRPr sz="2000"/>
            </a:lvl1pPr>
          </a:lstStyle>
          <a:p>
            <a:pPr lvl="0"/>
            <a:r>
              <a:rPr lang="en-US" dirty="0"/>
              <a:t>Add Subtitle</a:t>
            </a:r>
            <a:endParaRPr lang="en-ID" dirty="0"/>
          </a:p>
        </p:txBody>
      </p:sp>
      <p:sp>
        <p:nvSpPr>
          <p:cNvPr id="40" name="Text Placeholder 6">
            <a:extLst>
              <a:ext uri="{FF2B5EF4-FFF2-40B4-BE49-F238E27FC236}">
                <a16:creationId xmlns:a16="http://schemas.microsoft.com/office/drawing/2014/main" id="{B21949EB-4B83-433F-9381-F1CD0F30820A}"/>
              </a:ext>
            </a:extLst>
          </p:cNvPr>
          <p:cNvSpPr>
            <a:spLocks noGrp="1"/>
          </p:cNvSpPr>
          <p:nvPr>
            <p:ph type="body" sz="quarter" idx="21" hasCustomPrompt="1"/>
          </p:nvPr>
        </p:nvSpPr>
        <p:spPr>
          <a:xfrm rot="16200000">
            <a:off x="6861229" y="3026075"/>
            <a:ext cx="82846" cy="5185406"/>
          </a:xfrm>
          <a:prstGeom prst="roundRect">
            <a:avLst/>
          </a:prstGeom>
          <a:solidFill>
            <a:schemeClr val="bg1">
              <a:lumMod val="85000"/>
            </a:schemeClr>
          </a:solidFill>
        </p:spPr>
        <p:txBody>
          <a:bodyPr/>
          <a:lstStyle>
            <a:lvl1pPr marL="0" indent="0">
              <a:buNone/>
              <a:defRPr/>
            </a:lvl1pPr>
          </a:lstStyle>
          <a:p>
            <a:pPr lvl="0"/>
            <a:r>
              <a:rPr lang="en-US" dirty="0"/>
              <a:t>  </a:t>
            </a:r>
          </a:p>
        </p:txBody>
      </p:sp>
      <p:sp>
        <p:nvSpPr>
          <p:cNvPr id="41" name="Text Placeholder 6">
            <a:extLst>
              <a:ext uri="{FF2B5EF4-FFF2-40B4-BE49-F238E27FC236}">
                <a16:creationId xmlns:a16="http://schemas.microsoft.com/office/drawing/2014/main" id="{88E44052-9623-47A7-B7C3-826D66A9B80D}"/>
              </a:ext>
            </a:extLst>
          </p:cNvPr>
          <p:cNvSpPr>
            <a:spLocks noGrp="1"/>
          </p:cNvSpPr>
          <p:nvPr>
            <p:ph type="body" sz="quarter" idx="22" hasCustomPrompt="1"/>
          </p:nvPr>
        </p:nvSpPr>
        <p:spPr>
          <a:xfrm rot="16200000">
            <a:off x="5856333" y="4038767"/>
            <a:ext cx="82846" cy="3160020"/>
          </a:xfrm>
          <a:prstGeom prst="roundRect">
            <a:avLst/>
          </a:prstGeom>
          <a:solidFill>
            <a:schemeClr val="accent3"/>
          </a:solidFill>
        </p:spPr>
        <p:txBody>
          <a:bodyPr/>
          <a:lstStyle>
            <a:lvl1pPr marL="0" indent="0">
              <a:buNone/>
              <a:defRPr/>
            </a:lvl1pPr>
          </a:lstStyle>
          <a:p>
            <a:pPr lvl="0"/>
            <a:r>
              <a:rPr lang="en-US" dirty="0"/>
              <a:t>  </a:t>
            </a:r>
          </a:p>
        </p:txBody>
      </p:sp>
      <p:sp>
        <p:nvSpPr>
          <p:cNvPr id="42" name="Text Placeholder 57">
            <a:extLst>
              <a:ext uri="{FF2B5EF4-FFF2-40B4-BE49-F238E27FC236}">
                <a16:creationId xmlns:a16="http://schemas.microsoft.com/office/drawing/2014/main" id="{04935E2F-B15F-418E-9401-2FD16B5BE7A8}"/>
              </a:ext>
            </a:extLst>
          </p:cNvPr>
          <p:cNvSpPr>
            <a:spLocks noGrp="1"/>
          </p:cNvSpPr>
          <p:nvPr>
            <p:ph type="body" sz="quarter" idx="23" hasCustomPrompt="1"/>
          </p:nvPr>
        </p:nvSpPr>
        <p:spPr>
          <a:xfrm>
            <a:off x="4309945" y="5010308"/>
            <a:ext cx="5992283" cy="466257"/>
          </a:xfrm>
          <a:prstGeom prst="rect">
            <a:avLst/>
          </a:prstGeom>
        </p:spPr>
        <p:txBody>
          <a:bodyPr anchor="b"/>
          <a:lstStyle>
            <a:lvl1pPr marL="0" indent="0">
              <a:buNone/>
              <a:defRPr sz="2000"/>
            </a:lvl1pPr>
          </a:lstStyle>
          <a:p>
            <a:pPr lvl="0"/>
            <a:r>
              <a:rPr lang="en-US" dirty="0"/>
              <a:t>Add Subtitle</a:t>
            </a:r>
            <a:endParaRPr lang="en-ID" dirty="0"/>
          </a:p>
        </p:txBody>
      </p:sp>
      <p:sp>
        <p:nvSpPr>
          <p:cNvPr id="43" name="Text Placeholder 57">
            <a:extLst>
              <a:ext uri="{FF2B5EF4-FFF2-40B4-BE49-F238E27FC236}">
                <a16:creationId xmlns:a16="http://schemas.microsoft.com/office/drawing/2014/main" id="{4FD2DA18-10CA-42AD-B7F8-0975AA2E8786}"/>
              </a:ext>
            </a:extLst>
          </p:cNvPr>
          <p:cNvSpPr>
            <a:spLocks noGrp="1"/>
          </p:cNvSpPr>
          <p:nvPr>
            <p:ph type="body" sz="quarter" idx="24" hasCustomPrompt="1"/>
          </p:nvPr>
        </p:nvSpPr>
        <p:spPr>
          <a:xfrm>
            <a:off x="9503157" y="2831269"/>
            <a:ext cx="799071" cy="466257"/>
          </a:xfrm>
          <a:prstGeom prst="rect">
            <a:avLst/>
          </a:prstGeom>
        </p:spPr>
        <p:txBody>
          <a:bodyPr anchor="ctr"/>
          <a:lstStyle>
            <a:lvl1pPr marL="0" indent="0">
              <a:buNone/>
              <a:defRPr sz="1600"/>
            </a:lvl1pPr>
          </a:lstStyle>
          <a:p>
            <a:pPr lvl="0"/>
            <a:r>
              <a:rPr lang="en-US" dirty="0"/>
              <a:t>00%</a:t>
            </a:r>
            <a:endParaRPr lang="en-ID" dirty="0"/>
          </a:p>
        </p:txBody>
      </p:sp>
      <p:sp>
        <p:nvSpPr>
          <p:cNvPr id="44" name="Text Placeholder 57">
            <a:extLst>
              <a:ext uri="{FF2B5EF4-FFF2-40B4-BE49-F238E27FC236}">
                <a16:creationId xmlns:a16="http://schemas.microsoft.com/office/drawing/2014/main" id="{B82A42F2-817B-4A25-9A20-E3D0E782F142}"/>
              </a:ext>
            </a:extLst>
          </p:cNvPr>
          <p:cNvSpPr>
            <a:spLocks noGrp="1"/>
          </p:cNvSpPr>
          <p:nvPr>
            <p:ph type="body" sz="quarter" idx="25" hasCustomPrompt="1"/>
          </p:nvPr>
        </p:nvSpPr>
        <p:spPr>
          <a:xfrm>
            <a:off x="9503157" y="4095568"/>
            <a:ext cx="799071" cy="466257"/>
          </a:xfrm>
          <a:prstGeom prst="rect">
            <a:avLst/>
          </a:prstGeom>
        </p:spPr>
        <p:txBody>
          <a:bodyPr anchor="ctr"/>
          <a:lstStyle>
            <a:lvl1pPr marL="0" indent="0">
              <a:buNone/>
              <a:defRPr sz="1600"/>
            </a:lvl1pPr>
          </a:lstStyle>
          <a:p>
            <a:pPr lvl="0"/>
            <a:r>
              <a:rPr lang="en-US" dirty="0"/>
              <a:t>00%</a:t>
            </a:r>
            <a:endParaRPr lang="en-ID" dirty="0"/>
          </a:p>
        </p:txBody>
      </p:sp>
      <p:sp>
        <p:nvSpPr>
          <p:cNvPr id="45" name="Text Placeholder 57">
            <a:extLst>
              <a:ext uri="{FF2B5EF4-FFF2-40B4-BE49-F238E27FC236}">
                <a16:creationId xmlns:a16="http://schemas.microsoft.com/office/drawing/2014/main" id="{CE759295-B596-4CF0-83B5-F8B3C9CD35FD}"/>
              </a:ext>
            </a:extLst>
          </p:cNvPr>
          <p:cNvSpPr>
            <a:spLocks noGrp="1"/>
          </p:cNvSpPr>
          <p:nvPr>
            <p:ph type="body" sz="quarter" idx="26" hasCustomPrompt="1"/>
          </p:nvPr>
        </p:nvSpPr>
        <p:spPr>
          <a:xfrm>
            <a:off x="9503156" y="5367078"/>
            <a:ext cx="799071" cy="466257"/>
          </a:xfrm>
          <a:prstGeom prst="rect">
            <a:avLst/>
          </a:prstGeom>
        </p:spPr>
        <p:txBody>
          <a:bodyPr anchor="ctr"/>
          <a:lstStyle>
            <a:lvl1pPr marL="0" indent="0">
              <a:buNone/>
              <a:defRPr sz="1600"/>
            </a:lvl1pPr>
          </a:lstStyle>
          <a:p>
            <a:pPr lvl="0"/>
            <a:r>
              <a:rPr lang="en-US" dirty="0"/>
              <a:t>00%</a:t>
            </a:r>
            <a:endParaRPr lang="en-ID" dirty="0"/>
          </a:p>
        </p:txBody>
      </p:sp>
      <p:sp>
        <p:nvSpPr>
          <p:cNvPr id="47" name="Freeform: Shape 46">
            <a:extLst>
              <a:ext uri="{FF2B5EF4-FFF2-40B4-BE49-F238E27FC236}">
                <a16:creationId xmlns:a16="http://schemas.microsoft.com/office/drawing/2014/main" id="{306209EF-7C1C-46A3-BD14-1B40760DBED5}"/>
              </a:ext>
            </a:extLst>
          </p:cNvPr>
          <p:cNvSpPr/>
          <p:nvPr userDrawn="1"/>
        </p:nvSpPr>
        <p:spPr>
          <a:xfrm rot="5400000">
            <a:off x="10702526" y="5543680"/>
            <a:ext cx="2024273" cy="387835"/>
          </a:xfrm>
          <a:custGeom>
            <a:avLst/>
            <a:gdLst>
              <a:gd name="connsiteX0" fmla="*/ 53825 w 2024273"/>
              <a:gd name="connsiteY0" fmla="*/ 280186 h 387835"/>
              <a:gd name="connsiteX1" fmla="*/ 107649 w 2024273"/>
              <a:gd name="connsiteY1" fmla="*/ 334010 h 387835"/>
              <a:gd name="connsiteX2" fmla="*/ 53825 w 2024273"/>
              <a:gd name="connsiteY2" fmla="*/ 387835 h 387835"/>
              <a:gd name="connsiteX3" fmla="*/ 0 w 2024273"/>
              <a:gd name="connsiteY3" fmla="*/ 334010 h 387835"/>
              <a:gd name="connsiteX4" fmla="*/ 53825 w 2024273"/>
              <a:gd name="connsiteY4" fmla="*/ 280186 h 387835"/>
              <a:gd name="connsiteX5" fmla="*/ 373261 w 2024273"/>
              <a:gd name="connsiteY5" fmla="*/ 280185 h 387835"/>
              <a:gd name="connsiteX6" fmla="*/ 427085 w 2024273"/>
              <a:gd name="connsiteY6" fmla="*/ 334009 h 387835"/>
              <a:gd name="connsiteX7" fmla="*/ 373261 w 2024273"/>
              <a:gd name="connsiteY7" fmla="*/ 387834 h 387835"/>
              <a:gd name="connsiteX8" fmla="*/ 319436 w 2024273"/>
              <a:gd name="connsiteY8" fmla="*/ 334009 h 387835"/>
              <a:gd name="connsiteX9" fmla="*/ 373261 w 2024273"/>
              <a:gd name="connsiteY9" fmla="*/ 280185 h 387835"/>
              <a:gd name="connsiteX10" fmla="*/ 692699 w 2024273"/>
              <a:gd name="connsiteY10" fmla="*/ 280184 h 387835"/>
              <a:gd name="connsiteX11" fmla="*/ 746522 w 2024273"/>
              <a:gd name="connsiteY11" fmla="*/ 334008 h 387835"/>
              <a:gd name="connsiteX12" fmla="*/ 692699 w 2024273"/>
              <a:gd name="connsiteY12" fmla="*/ 387833 h 387835"/>
              <a:gd name="connsiteX13" fmla="*/ 638876 w 2024273"/>
              <a:gd name="connsiteY13" fmla="*/ 334008 h 387835"/>
              <a:gd name="connsiteX14" fmla="*/ 692699 w 2024273"/>
              <a:gd name="connsiteY14" fmla="*/ 280184 h 387835"/>
              <a:gd name="connsiteX15" fmla="*/ 1012136 w 2024273"/>
              <a:gd name="connsiteY15" fmla="*/ 280183 h 387835"/>
              <a:gd name="connsiteX16" fmla="*/ 1065961 w 2024273"/>
              <a:gd name="connsiteY16" fmla="*/ 334007 h 387835"/>
              <a:gd name="connsiteX17" fmla="*/ 1012136 w 2024273"/>
              <a:gd name="connsiteY17" fmla="*/ 387831 h 387835"/>
              <a:gd name="connsiteX18" fmla="*/ 958312 w 2024273"/>
              <a:gd name="connsiteY18" fmla="*/ 334007 h 387835"/>
              <a:gd name="connsiteX19" fmla="*/ 1012136 w 2024273"/>
              <a:gd name="connsiteY19" fmla="*/ 280183 h 387835"/>
              <a:gd name="connsiteX20" fmla="*/ 1331573 w 2024273"/>
              <a:gd name="connsiteY20" fmla="*/ 280182 h 387835"/>
              <a:gd name="connsiteX21" fmla="*/ 1385398 w 2024273"/>
              <a:gd name="connsiteY21" fmla="*/ 334006 h 387835"/>
              <a:gd name="connsiteX22" fmla="*/ 1331573 w 2024273"/>
              <a:gd name="connsiteY22" fmla="*/ 387830 h 387835"/>
              <a:gd name="connsiteX23" fmla="*/ 1277750 w 2024273"/>
              <a:gd name="connsiteY23" fmla="*/ 334006 h 387835"/>
              <a:gd name="connsiteX24" fmla="*/ 1331573 w 2024273"/>
              <a:gd name="connsiteY24" fmla="*/ 280182 h 387835"/>
              <a:gd name="connsiteX25" fmla="*/ 1651012 w 2024273"/>
              <a:gd name="connsiteY25" fmla="*/ 280180 h 387835"/>
              <a:gd name="connsiteX26" fmla="*/ 1704836 w 2024273"/>
              <a:gd name="connsiteY26" fmla="*/ 334005 h 387835"/>
              <a:gd name="connsiteX27" fmla="*/ 1651012 w 2024273"/>
              <a:gd name="connsiteY27" fmla="*/ 387828 h 387835"/>
              <a:gd name="connsiteX28" fmla="*/ 1597187 w 2024273"/>
              <a:gd name="connsiteY28" fmla="*/ 334005 h 387835"/>
              <a:gd name="connsiteX29" fmla="*/ 1651012 w 2024273"/>
              <a:gd name="connsiteY29" fmla="*/ 280180 h 387835"/>
              <a:gd name="connsiteX30" fmla="*/ 1970449 w 2024273"/>
              <a:gd name="connsiteY30" fmla="*/ 280179 h 387835"/>
              <a:gd name="connsiteX31" fmla="*/ 2024273 w 2024273"/>
              <a:gd name="connsiteY31" fmla="*/ 334004 h 387835"/>
              <a:gd name="connsiteX32" fmla="*/ 1970449 w 2024273"/>
              <a:gd name="connsiteY32" fmla="*/ 387827 h 387835"/>
              <a:gd name="connsiteX33" fmla="*/ 1916624 w 2024273"/>
              <a:gd name="connsiteY33" fmla="*/ 334004 h 387835"/>
              <a:gd name="connsiteX34" fmla="*/ 1970449 w 2024273"/>
              <a:gd name="connsiteY34" fmla="*/ 280179 h 387835"/>
              <a:gd name="connsiteX35" fmla="*/ 53825 w 2024273"/>
              <a:gd name="connsiteY35" fmla="*/ 7 h 387835"/>
              <a:gd name="connsiteX36" fmla="*/ 107649 w 2024273"/>
              <a:gd name="connsiteY36" fmla="*/ 53831 h 387835"/>
              <a:gd name="connsiteX37" fmla="*/ 53825 w 2024273"/>
              <a:gd name="connsiteY37" fmla="*/ 107655 h 387835"/>
              <a:gd name="connsiteX38" fmla="*/ 0 w 2024273"/>
              <a:gd name="connsiteY38" fmla="*/ 53831 h 387835"/>
              <a:gd name="connsiteX39" fmla="*/ 53825 w 2024273"/>
              <a:gd name="connsiteY39" fmla="*/ 7 h 387835"/>
              <a:gd name="connsiteX40" fmla="*/ 373262 w 2024273"/>
              <a:gd name="connsiteY40" fmla="*/ 6 h 387835"/>
              <a:gd name="connsiteX41" fmla="*/ 427086 w 2024273"/>
              <a:gd name="connsiteY41" fmla="*/ 53830 h 387835"/>
              <a:gd name="connsiteX42" fmla="*/ 373262 w 2024273"/>
              <a:gd name="connsiteY42" fmla="*/ 107654 h 387835"/>
              <a:gd name="connsiteX43" fmla="*/ 319439 w 2024273"/>
              <a:gd name="connsiteY43" fmla="*/ 53830 h 387835"/>
              <a:gd name="connsiteX44" fmla="*/ 373262 w 2024273"/>
              <a:gd name="connsiteY44" fmla="*/ 6 h 387835"/>
              <a:gd name="connsiteX45" fmla="*/ 692700 w 2024273"/>
              <a:gd name="connsiteY45" fmla="*/ 5 h 387835"/>
              <a:gd name="connsiteX46" fmla="*/ 746522 w 2024273"/>
              <a:gd name="connsiteY46" fmla="*/ 53829 h 387835"/>
              <a:gd name="connsiteX47" fmla="*/ 692700 w 2024273"/>
              <a:gd name="connsiteY47" fmla="*/ 107653 h 387835"/>
              <a:gd name="connsiteX48" fmla="*/ 638876 w 2024273"/>
              <a:gd name="connsiteY48" fmla="*/ 53829 h 387835"/>
              <a:gd name="connsiteX49" fmla="*/ 692700 w 2024273"/>
              <a:gd name="connsiteY49" fmla="*/ 5 h 387835"/>
              <a:gd name="connsiteX50" fmla="*/ 1012136 w 2024273"/>
              <a:gd name="connsiteY50" fmla="*/ 3 h 387835"/>
              <a:gd name="connsiteX51" fmla="*/ 1065961 w 2024273"/>
              <a:gd name="connsiteY51" fmla="*/ 53827 h 387835"/>
              <a:gd name="connsiteX52" fmla="*/ 1012136 w 2024273"/>
              <a:gd name="connsiteY52" fmla="*/ 107652 h 387835"/>
              <a:gd name="connsiteX53" fmla="*/ 958312 w 2024273"/>
              <a:gd name="connsiteY53" fmla="*/ 53827 h 387835"/>
              <a:gd name="connsiteX54" fmla="*/ 1012136 w 2024273"/>
              <a:gd name="connsiteY54" fmla="*/ 3 h 387835"/>
              <a:gd name="connsiteX55" fmla="*/ 1331573 w 2024273"/>
              <a:gd name="connsiteY55" fmla="*/ 2 h 387835"/>
              <a:gd name="connsiteX56" fmla="*/ 1385398 w 2024273"/>
              <a:gd name="connsiteY56" fmla="*/ 53826 h 387835"/>
              <a:gd name="connsiteX57" fmla="*/ 1331573 w 2024273"/>
              <a:gd name="connsiteY57" fmla="*/ 107651 h 387835"/>
              <a:gd name="connsiteX58" fmla="*/ 1277750 w 2024273"/>
              <a:gd name="connsiteY58" fmla="*/ 53826 h 387835"/>
              <a:gd name="connsiteX59" fmla="*/ 1331573 w 2024273"/>
              <a:gd name="connsiteY59" fmla="*/ 2 h 387835"/>
              <a:gd name="connsiteX60" fmla="*/ 1651012 w 2024273"/>
              <a:gd name="connsiteY60" fmla="*/ 1 h 387835"/>
              <a:gd name="connsiteX61" fmla="*/ 1704836 w 2024273"/>
              <a:gd name="connsiteY61" fmla="*/ 53825 h 387835"/>
              <a:gd name="connsiteX62" fmla="*/ 1651012 w 2024273"/>
              <a:gd name="connsiteY62" fmla="*/ 107649 h 387835"/>
              <a:gd name="connsiteX63" fmla="*/ 1597187 w 2024273"/>
              <a:gd name="connsiteY63" fmla="*/ 53825 h 387835"/>
              <a:gd name="connsiteX64" fmla="*/ 1651012 w 2024273"/>
              <a:gd name="connsiteY64" fmla="*/ 1 h 387835"/>
              <a:gd name="connsiteX65" fmla="*/ 1970449 w 2024273"/>
              <a:gd name="connsiteY65" fmla="*/ 0 h 387835"/>
              <a:gd name="connsiteX66" fmla="*/ 2024273 w 2024273"/>
              <a:gd name="connsiteY66" fmla="*/ 53824 h 387835"/>
              <a:gd name="connsiteX67" fmla="*/ 1970449 w 2024273"/>
              <a:gd name="connsiteY67" fmla="*/ 107648 h 387835"/>
              <a:gd name="connsiteX68" fmla="*/ 1916624 w 2024273"/>
              <a:gd name="connsiteY68" fmla="*/ 53824 h 387835"/>
              <a:gd name="connsiteX69" fmla="*/ 1970449 w 2024273"/>
              <a:gd name="connsiteY69" fmla="*/ 0 h 387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024273" h="387835">
                <a:moveTo>
                  <a:pt x="53825" y="280186"/>
                </a:moveTo>
                <a:cubicBezTo>
                  <a:pt x="83552" y="280186"/>
                  <a:pt x="107649" y="304284"/>
                  <a:pt x="107649" y="334010"/>
                </a:cubicBezTo>
                <a:cubicBezTo>
                  <a:pt x="107649" y="363737"/>
                  <a:pt x="83552" y="387835"/>
                  <a:pt x="53825" y="387835"/>
                </a:cubicBezTo>
                <a:cubicBezTo>
                  <a:pt x="24098" y="387835"/>
                  <a:pt x="0" y="363737"/>
                  <a:pt x="0" y="334010"/>
                </a:cubicBezTo>
                <a:cubicBezTo>
                  <a:pt x="0" y="304284"/>
                  <a:pt x="24098" y="280186"/>
                  <a:pt x="53825" y="280186"/>
                </a:cubicBezTo>
                <a:close/>
                <a:moveTo>
                  <a:pt x="373261" y="280185"/>
                </a:moveTo>
                <a:cubicBezTo>
                  <a:pt x="402989" y="280185"/>
                  <a:pt x="427085" y="304282"/>
                  <a:pt x="427085" y="334009"/>
                </a:cubicBezTo>
                <a:cubicBezTo>
                  <a:pt x="427085" y="363736"/>
                  <a:pt x="402989" y="387834"/>
                  <a:pt x="373261" y="387834"/>
                </a:cubicBezTo>
                <a:cubicBezTo>
                  <a:pt x="343534" y="387834"/>
                  <a:pt x="319436" y="363736"/>
                  <a:pt x="319436" y="334009"/>
                </a:cubicBezTo>
                <a:cubicBezTo>
                  <a:pt x="319436" y="304282"/>
                  <a:pt x="343534" y="280185"/>
                  <a:pt x="373261" y="280185"/>
                </a:cubicBezTo>
                <a:close/>
                <a:moveTo>
                  <a:pt x="692699" y="280184"/>
                </a:moveTo>
                <a:cubicBezTo>
                  <a:pt x="722427" y="280184"/>
                  <a:pt x="746522" y="304281"/>
                  <a:pt x="746522" y="334008"/>
                </a:cubicBezTo>
                <a:cubicBezTo>
                  <a:pt x="746522" y="363735"/>
                  <a:pt x="722427" y="387833"/>
                  <a:pt x="692699" y="387833"/>
                </a:cubicBezTo>
                <a:cubicBezTo>
                  <a:pt x="662972" y="387833"/>
                  <a:pt x="638876" y="363735"/>
                  <a:pt x="638876" y="334008"/>
                </a:cubicBezTo>
                <a:cubicBezTo>
                  <a:pt x="638876" y="304281"/>
                  <a:pt x="662972" y="280184"/>
                  <a:pt x="692699" y="280184"/>
                </a:cubicBezTo>
                <a:close/>
                <a:moveTo>
                  <a:pt x="1012136" y="280183"/>
                </a:moveTo>
                <a:cubicBezTo>
                  <a:pt x="1041863" y="280183"/>
                  <a:pt x="1065961" y="304280"/>
                  <a:pt x="1065961" y="334007"/>
                </a:cubicBezTo>
                <a:cubicBezTo>
                  <a:pt x="1065961" y="363734"/>
                  <a:pt x="1041863" y="387831"/>
                  <a:pt x="1012136" y="387831"/>
                </a:cubicBezTo>
                <a:cubicBezTo>
                  <a:pt x="982409" y="387831"/>
                  <a:pt x="958312" y="363734"/>
                  <a:pt x="958312" y="334007"/>
                </a:cubicBezTo>
                <a:cubicBezTo>
                  <a:pt x="958312" y="304280"/>
                  <a:pt x="982409" y="280183"/>
                  <a:pt x="1012136" y="280183"/>
                </a:cubicBezTo>
                <a:close/>
                <a:moveTo>
                  <a:pt x="1331573" y="280182"/>
                </a:moveTo>
                <a:cubicBezTo>
                  <a:pt x="1361300" y="280182"/>
                  <a:pt x="1385398" y="304279"/>
                  <a:pt x="1385398" y="334006"/>
                </a:cubicBezTo>
                <a:cubicBezTo>
                  <a:pt x="1385398" y="363733"/>
                  <a:pt x="1361300" y="387830"/>
                  <a:pt x="1331573" y="387830"/>
                </a:cubicBezTo>
                <a:cubicBezTo>
                  <a:pt x="1301846" y="387830"/>
                  <a:pt x="1277750" y="363733"/>
                  <a:pt x="1277750" y="334006"/>
                </a:cubicBezTo>
                <a:cubicBezTo>
                  <a:pt x="1277750" y="304279"/>
                  <a:pt x="1301846" y="280182"/>
                  <a:pt x="1331573" y="280182"/>
                </a:cubicBezTo>
                <a:close/>
                <a:moveTo>
                  <a:pt x="1651012" y="280180"/>
                </a:moveTo>
                <a:cubicBezTo>
                  <a:pt x="1680738" y="280180"/>
                  <a:pt x="1704836" y="304278"/>
                  <a:pt x="1704836" y="334005"/>
                </a:cubicBezTo>
                <a:cubicBezTo>
                  <a:pt x="1704836" y="363732"/>
                  <a:pt x="1680738" y="387828"/>
                  <a:pt x="1651012" y="387828"/>
                </a:cubicBezTo>
                <a:cubicBezTo>
                  <a:pt x="1621285" y="387828"/>
                  <a:pt x="1597187" y="363732"/>
                  <a:pt x="1597187" y="334005"/>
                </a:cubicBezTo>
                <a:cubicBezTo>
                  <a:pt x="1597187" y="304278"/>
                  <a:pt x="1621285" y="280180"/>
                  <a:pt x="1651012" y="280180"/>
                </a:cubicBezTo>
                <a:close/>
                <a:moveTo>
                  <a:pt x="1970449" y="280179"/>
                </a:moveTo>
                <a:cubicBezTo>
                  <a:pt x="2000176" y="280179"/>
                  <a:pt x="2024273" y="304277"/>
                  <a:pt x="2024273" y="334004"/>
                </a:cubicBezTo>
                <a:cubicBezTo>
                  <a:pt x="2024273" y="363731"/>
                  <a:pt x="2000176" y="387827"/>
                  <a:pt x="1970449" y="387827"/>
                </a:cubicBezTo>
                <a:cubicBezTo>
                  <a:pt x="1940722" y="387827"/>
                  <a:pt x="1916624" y="363731"/>
                  <a:pt x="1916624" y="334004"/>
                </a:cubicBezTo>
                <a:cubicBezTo>
                  <a:pt x="1916624" y="304277"/>
                  <a:pt x="1940722" y="280179"/>
                  <a:pt x="1970449" y="280179"/>
                </a:cubicBezTo>
                <a:close/>
                <a:moveTo>
                  <a:pt x="53825" y="7"/>
                </a:moveTo>
                <a:cubicBezTo>
                  <a:pt x="83552" y="7"/>
                  <a:pt x="107649" y="24105"/>
                  <a:pt x="107649" y="53831"/>
                </a:cubicBezTo>
                <a:cubicBezTo>
                  <a:pt x="107649" y="83558"/>
                  <a:pt x="83552" y="107655"/>
                  <a:pt x="53825" y="107655"/>
                </a:cubicBezTo>
                <a:cubicBezTo>
                  <a:pt x="24098" y="107655"/>
                  <a:pt x="0" y="83558"/>
                  <a:pt x="0" y="53831"/>
                </a:cubicBezTo>
                <a:cubicBezTo>
                  <a:pt x="0" y="24105"/>
                  <a:pt x="24098" y="7"/>
                  <a:pt x="53825" y="7"/>
                </a:cubicBezTo>
                <a:close/>
                <a:moveTo>
                  <a:pt x="373262" y="6"/>
                </a:moveTo>
                <a:cubicBezTo>
                  <a:pt x="402989" y="6"/>
                  <a:pt x="427086" y="24103"/>
                  <a:pt x="427086" y="53830"/>
                </a:cubicBezTo>
                <a:cubicBezTo>
                  <a:pt x="427086" y="83556"/>
                  <a:pt x="402989" y="107654"/>
                  <a:pt x="373262" y="107654"/>
                </a:cubicBezTo>
                <a:cubicBezTo>
                  <a:pt x="343535" y="107654"/>
                  <a:pt x="319439" y="83556"/>
                  <a:pt x="319439" y="53830"/>
                </a:cubicBezTo>
                <a:cubicBezTo>
                  <a:pt x="319439" y="24103"/>
                  <a:pt x="343535" y="6"/>
                  <a:pt x="373262" y="6"/>
                </a:cubicBezTo>
                <a:close/>
                <a:moveTo>
                  <a:pt x="692700" y="5"/>
                </a:moveTo>
                <a:cubicBezTo>
                  <a:pt x="722427" y="5"/>
                  <a:pt x="746522" y="24102"/>
                  <a:pt x="746522" y="53829"/>
                </a:cubicBezTo>
                <a:cubicBezTo>
                  <a:pt x="746522" y="83555"/>
                  <a:pt x="722427" y="107653"/>
                  <a:pt x="692700" y="107653"/>
                </a:cubicBezTo>
                <a:cubicBezTo>
                  <a:pt x="662973" y="107653"/>
                  <a:pt x="638876" y="83555"/>
                  <a:pt x="638876" y="53829"/>
                </a:cubicBezTo>
                <a:cubicBezTo>
                  <a:pt x="638876" y="24102"/>
                  <a:pt x="662973" y="5"/>
                  <a:pt x="692700" y="5"/>
                </a:cubicBezTo>
                <a:close/>
                <a:moveTo>
                  <a:pt x="1012136" y="3"/>
                </a:moveTo>
                <a:cubicBezTo>
                  <a:pt x="1041863" y="3"/>
                  <a:pt x="1065961" y="24101"/>
                  <a:pt x="1065961" y="53827"/>
                </a:cubicBezTo>
                <a:cubicBezTo>
                  <a:pt x="1065961" y="83554"/>
                  <a:pt x="1041863" y="107652"/>
                  <a:pt x="1012136" y="107652"/>
                </a:cubicBezTo>
                <a:cubicBezTo>
                  <a:pt x="982409" y="107652"/>
                  <a:pt x="958312" y="83554"/>
                  <a:pt x="958312" y="53827"/>
                </a:cubicBezTo>
                <a:cubicBezTo>
                  <a:pt x="958312" y="24101"/>
                  <a:pt x="982409" y="3"/>
                  <a:pt x="1012136" y="3"/>
                </a:cubicBezTo>
                <a:close/>
                <a:moveTo>
                  <a:pt x="1331573" y="2"/>
                </a:moveTo>
                <a:cubicBezTo>
                  <a:pt x="1361300" y="2"/>
                  <a:pt x="1385398" y="24099"/>
                  <a:pt x="1385398" y="53826"/>
                </a:cubicBezTo>
                <a:cubicBezTo>
                  <a:pt x="1385398" y="83553"/>
                  <a:pt x="1361300" y="107651"/>
                  <a:pt x="1331573" y="107651"/>
                </a:cubicBezTo>
                <a:cubicBezTo>
                  <a:pt x="1301846" y="107651"/>
                  <a:pt x="1277750" y="83553"/>
                  <a:pt x="1277750" y="53826"/>
                </a:cubicBezTo>
                <a:cubicBezTo>
                  <a:pt x="1277750" y="24099"/>
                  <a:pt x="1301846" y="2"/>
                  <a:pt x="1331573" y="2"/>
                </a:cubicBezTo>
                <a:close/>
                <a:moveTo>
                  <a:pt x="1651012" y="1"/>
                </a:moveTo>
                <a:cubicBezTo>
                  <a:pt x="1680738" y="1"/>
                  <a:pt x="1704836" y="24098"/>
                  <a:pt x="1704836" y="53825"/>
                </a:cubicBezTo>
                <a:cubicBezTo>
                  <a:pt x="1704836" y="83552"/>
                  <a:pt x="1680738" y="107649"/>
                  <a:pt x="1651012" y="107649"/>
                </a:cubicBezTo>
                <a:cubicBezTo>
                  <a:pt x="1621285" y="107649"/>
                  <a:pt x="1597187" y="83552"/>
                  <a:pt x="1597187" y="53825"/>
                </a:cubicBezTo>
                <a:cubicBezTo>
                  <a:pt x="1597187" y="24098"/>
                  <a:pt x="1621285" y="1"/>
                  <a:pt x="1651012" y="1"/>
                </a:cubicBezTo>
                <a:close/>
                <a:moveTo>
                  <a:pt x="1970449" y="0"/>
                </a:moveTo>
                <a:cubicBezTo>
                  <a:pt x="2000176" y="0"/>
                  <a:pt x="2024273" y="24097"/>
                  <a:pt x="2024273" y="53824"/>
                </a:cubicBezTo>
                <a:cubicBezTo>
                  <a:pt x="2024273" y="83551"/>
                  <a:pt x="2000176" y="107648"/>
                  <a:pt x="1970449" y="107648"/>
                </a:cubicBezTo>
                <a:cubicBezTo>
                  <a:pt x="1940722" y="107648"/>
                  <a:pt x="1916624" y="83551"/>
                  <a:pt x="1916624" y="53824"/>
                </a:cubicBezTo>
                <a:cubicBezTo>
                  <a:pt x="1916624" y="24097"/>
                  <a:pt x="1940722" y="0"/>
                  <a:pt x="1970449"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8" name="Block Arc 47">
            <a:extLst>
              <a:ext uri="{FF2B5EF4-FFF2-40B4-BE49-F238E27FC236}">
                <a16:creationId xmlns:a16="http://schemas.microsoft.com/office/drawing/2014/main" id="{F572FFAB-AD83-46EF-BC36-7BE0B51847F2}"/>
              </a:ext>
            </a:extLst>
          </p:cNvPr>
          <p:cNvSpPr/>
          <p:nvPr userDrawn="1"/>
        </p:nvSpPr>
        <p:spPr>
          <a:xfrm flipH="1">
            <a:off x="10925680" y="6275803"/>
            <a:ext cx="1164390" cy="1164392"/>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eeform: Shape 49">
            <a:extLst>
              <a:ext uri="{FF2B5EF4-FFF2-40B4-BE49-F238E27FC236}">
                <a16:creationId xmlns:a16="http://schemas.microsoft.com/office/drawing/2014/main" id="{581A0AD0-5253-48E5-9696-9D6383620D96}"/>
              </a:ext>
            </a:extLst>
          </p:cNvPr>
          <p:cNvSpPr/>
          <p:nvPr userDrawn="1"/>
        </p:nvSpPr>
        <p:spPr>
          <a:xfrm>
            <a:off x="9765447" y="186051"/>
            <a:ext cx="2426553" cy="1375997"/>
          </a:xfrm>
          <a:custGeom>
            <a:avLst/>
            <a:gdLst>
              <a:gd name="connsiteX0" fmla="*/ 78109 w 2426553"/>
              <a:gd name="connsiteY0" fmla="*/ 1219780 h 1375997"/>
              <a:gd name="connsiteX1" fmla="*/ 156217 w 2426553"/>
              <a:gd name="connsiteY1" fmla="*/ 1297889 h 1375997"/>
              <a:gd name="connsiteX2" fmla="*/ 78109 w 2426553"/>
              <a:gd name="connsiteY2" fmla="*/ 1375997 h 1375997"/>
              <a:gd name="connsiteX3" fmla="*/ 0 w 2426553"/>
              <a:gd name="connsiteY3" fmla="*/ 1297889 h 1375997"/>
              <a:gd name="connsiteX4" fmla="*/ 78109 w 2426553"/>
              <a:gd name="connsiteY4" fmla="*/ 1219780 h 1375997"/>
              <a:gd name="connsiteX5" fmla="*/ 541671 w 2426553"/>
              <a:gd name="connsiteY5" fmla="*/ 1219778 h 1375997"/>
              <a:gd name="connsiteX6" fmla="*/ 619779 w 2426553"/>
              <a:gd name="connsiteY6" fmla="*/ 1297888 h 1375997"/>
              <a:gd name="connsiteX7" fmla="*/ 541671 w 2426553"/>
              <a:gd name="connsiteY7" fmla="*/ 1375996 h 1375997"/>
              <a:gd name="connsiteX8" fmla="*/ 463561 w 2426553"/>
              <a:gd name="connsiteY8" fmla="*/ 1297888 h 1375997"/>
              <a:gd name="connsiteX9" fmla="*/ 541671 w 2426553"/>
              <a:gd name="connsiteY9" fmla="*/ 1219778 h 1375997"/>
              <a:gd name="connsiteX10" fmla="*/ 1005232 w 2426553"/>
              <a:gd name="connsiteY10" fmla="*/ 1219777 h 1375997"/>
              <a:gd name="connsiteX11" fmla="*/ 1083340 w 2426553"/>
              <a:gd name="connsiteY11" fmla="*/ 1297884 h 1375997"/>
              <a:gd name="connsiteX12" fmla="*/ 1005232 w 2426553"/>
              <a:gd name="connsiteY12" fmla="*/ 1375994 h 1375997"/>
              <a:gd name="connsiteX13" fmla="*/ 927124 w 2426553"/>
              <a:gd name="connsiteY13" fmla="*/ 1297884 h 1375997"/>
              <a:gd name="connsiteX14" fmla="*/ 1005232 w 2426553"/>
              <a:gd name="connsiteY14" fmla="*/ 1219777 h 1375997"/>
              <a:gd name="connsiteX15" fmla="*/ 1468793 w 2426553"/>
              <a:gd name="connsiteY15" fmla="*/ 1219775 h 1375997"/>
              <a:gd name="connsiteX16" fmla="*/ 1546903 w 2426553"/>
              <a:gd name="connsiteY16" fmla="*/ 1297883 h 1375997"/>
              <a:gd name="connsiteX17" fmla="*/ 1468793 w 2426553"/>
              <a:gd name="connsiteY17" fmla="*/ 1375992 h 1375997"/>
              <a:gd name="connsiteX18" fmla="*/ 1390686 w 2426553"/>
              <a:gd name="connsiteY18" fmla="*/ 1297883 h 1375997"/>
              <a:gd name="connsiteX19" fmla="*/ 1468793 w 2426553"/>
              <a:gd name="connsiteY19" fmla="*/ 1219775 h 1375997"/>
              <a:gd name="connsiteX20" fmla="*/ 1932355 w 2426553"/>
              <a:gd name="connsiteY20" fmla="*/ 1219773 h 1375997"/>
              <a:gd name="connsiteX21" fmla="*/ 2010464 w 2426553"/>
              <a:gd name="connsiteY21" fmla="*/ 1297881 h 1375997"/>
              <a:gd name="connsiteX22" fmla="*/ 1932355 w 2426553"/>
              <a:gd name="connsiteY22" fmla="*/ 1375991 h 1375997"/>
              <a:gd name="connsiteX23" fmla="*/ 1854247 w 2426553"/>
              <a:gd name="connsiteY23" fmla="*/ 1297881 h 1375997"/>
              <a:gd name="connsiteX24" fmla="*/ 1932355 w 2426553"/>
              <a:gd name="connsiteY24" fmla="*/ 1219773 h 1375997"/>
              <a:gd name="connsiteX25" fmla="*/ 2395918 w 2426553"/>
              <a:gd name="connsiteY25" fmla="*/ 1219772 h 1375997"/>
              <a:gd name="connsiteX26" fmla="*/ 2426321 w 2426553"/>
              <a:gd name="connsiteY26" fmla="*/ 1225910 h 1375997"/>
              <a:gd name="connsiteX27" fmla="*/ 2426553 w 2426553"/>
              <a:gd name="connsiteY27" fmla="*/ 1226066 h 1375997"/>
              <a:gd name="connsiteX28" fmla="*/ 2426553 w 2426553"/>
              <a:gd name="connsiteY28" fmla="*/ 1369693 h 1375997"/>
              <a:gd name="connsiteX29" fmla="*/ 2426321 w 2426553"/>
              <a:gd name="connsiteY29" fmla="*/ 1369850 h 1375997"/>
              <a:gd name="connsiteX30" fmla="*/ 2395918 w 2426553"/>
              <a:gd name="connsiteY30" fmla="*/ 1375988 h 1375997"/>
              <a:gd name="connsiteX31" fmla="*/ 2317808 w 2426553"/>
              <a:gd name="connsiteY31" fmla="*/ 1297880 h 1375997"/>
              <a:gd name="connsiteX32" fmla="*/ 2395918 w 2426553"/>
              <a:gd name="connsiteY32" fmla="*/ 1219772 h 1375997"/>
              <a:gd name="connsiteX33" fmla="*/ 78109 w 2426553"/>
              <a:gd name="connsiteY33" fmla="*/ 813190 h 1375997"/>
              <a:gd name="connsiteX34" fmla="*/ 156217 w 2426553"/>
              <a:gd name="connsiteY34" fmla="*/ 891298 h 1375997"/>
              <a:gd name="connsiteX35" fmla="*/ 78109 w 2426553"/>
              <a:gd name="connsiteY35" fmla="*/ 969406 h 1375997"/>
              <a:gd name="connsiteX36" fmla="*/ 0 w 2426553"/>
              <a:gd name="connsiteY36" fmla="*/ 891298 h 1375997"/>
              <a:gd name="connsiteX37" fmla="*/ 78109 w 2426553"/>
              <a:gd name="connsiteY37" fmla="*/ 813190 h 1375997"/>
              <a:gd name="connsiteX38" fmla="*/ 541671 w 2426553"/>
              <a:gd name="connsiteY38" fmla="*/ 813188 h 1375997"/>
              <a:gd name="connsiteX39" fmla="*/ 619779 w 2426553"/>
              <a:gd name="connsiteY39" fmla="*/ 891296 h 1375997"/>
              <a:gd name="connsiteX40" fmla="*/ 541671 w 2426553"/>
              <a:gd name="connsiteY40" fmla="*/ 969404 h 1375997"/>
              <a:gd name="connsiteX41" fmla="*/ 463561 w 2426553"/>
              <a:gd name="connsiteY41" fmla="*/ 891296 h 1375997"/>
              <a:gd name="connsiteX42" fmla="*/ 541671 w 2426553"/>
              <a:gd name="connsiteY42" fmla="*/ 813188 h 1375997"/>
              <a:gd name="connsiteX43" fmla="*/ 1005232 w 2426553"/>
              <a:gd name="connsiteY43" fmla="*/ 813185 h 1375997"/>
              <a:gd name="connsiteX44" fmla="*/ 1083340 w 2426553"/>
              <a:gd name="connsiteY44" fmla="*/ 891295 h 1375997"/>
              <a:gd name="connsiteX45" fmla="*/ 1005232 w 2426553"/>
              <a:gd name="connsiteY45" fmla="*/ 969403 h 1375997"/>
              <a:gd name="connsiteX46" fmla="*/ 927124 w 2426553"/>
              <a:gd name="connsiteY46" fmla="*/ 891295 h 1375997"/>
              <a:gd name="connsiteX47" fmla="*/ 1005232 w 2426553"/>
              <a:gd name="connsiteY47" fmla="*/ 813185 h 1375997"/>
              <a:gd name="connsiteX48" fmla="*/ 1468793 w 2426553"/>
              <a:gd name="connsiteY48" fmla="*/ 813184 h 1375997"/>
              <a:gd name="connsiteX49" fmla="*/ 1546903 w 2426553"/>
              <a:gd name="connsiteY49" fmla="*/ 891293 h 1375997"/>
              <a:gd name="connsiteX50" fmla="*/ 1468793 w 2426553"/>
              <a:gd name="connsiteY50" fmla="*/ 969401 h 1375997"/>
              <a:gd name="connsiteX51" fmla="*/ 1390686 w 2426553"/>
              <a:gd name="connsiteY51" fmla="*/ 891293 h 1375997"/>
              <a:gd name="connsiteX52" fmla="*/ 1468793 w 2426553"/>
              <a:gd name="connsiteY52" fmla="*/ 813184 h 1375997"/>
              <a:gd name="connsiteX53" fmla="*/ 1932355 w 2426553"/>
              <a:gd name="connsiteY53" fmla="*/ 813182 h 1375997"/>
              <a:gd name="connsiteX54" fmla="*/ 2010464 w 2426553"/>
              <a:gd name="connsiteY54" fmla="*/ 891292 h 1375997"/>
              <a:gd name="connsiteX55" fmla="*/ 1932355 w 2426553"/>
              <a:gd name="connsiteY55" fmla="*/ 969400 h 1375997"/>
              <a:gd name="connsiteX56" fmla="*/ 1854247 w 2426553"/>
              <a:gd name="connsiteY56" fmla="*/ 891292 h 1375997"/>
              <a:gd name="connsiteX57" fmla="*/ 1932355 w 2426553"/>
              <a:gd name="connsiteY57" fmla="*/ 813182 h 1375997"/>
              <a:gd name="connsiteX58" fmla="*/ 2395918 w 2426553"/>
              <a:gd name="connsiteY58" fmla="*/ 813181 h 1375997"/>
              <a:gd name="connsiteX59" fmla="*/ 2426321 w 2426553"/>
              <a:gd name="connsiteY59" fmla="*/ 819319 h 1375997"/>
              <a:gd name="connsiteX60" fmla="*/ 2426553 w 2426553"/>
              <a:gd name="connsiteY60" fmla="*/ 819475 h 1375997"/>
              <a:gd name="connsiteX61" fmla="*/ 2426553 w 2426553"/>
              <a:gd name="connsiteY61" fmla="*/ 963103 h 1375997"/>
              <a:gd name="connsiteX62" fmla="*/ 2426321 w 2426553"/>
              <a:gd name="connsiteY62" fmla="*/ 963260 h 1375997"/>
              <a:gd name="connsiteX63" fmla="*/ 2395918 w 2426553"/>
              <a:gd name="connsiteY63" fmla="*/ 969398 h 1375997"/>
              <a:gd name="connsiteX64" fmla="*/ 2317808 w 2426553"/>
              <a:gd name="connsiteY64" fmla="*/ 891289 h 1375997"/>
              <a:gd name="connsiteX65" fmla="*/ 2395918 w 2426553"/>
              <a:gd name="connsiteY65" fmla="*/ 813181 h 1375997"/>
              <a:gd name="connsiteX66" fmla="*/ 78111 w 2426553"/>
              <a:gd name="connsiteY66" fmla="*/ 406599 h 1375997"/>
              <a:gd name="connsiteX67" fmla="*/ 156219 w 2426553"/>
              <a:gd name="connsiteY67" fmla="*/ 484707 h 1375997"/>
              <a:gd name="connsiteX68" fmla="*/ 78111 w 2426553"/>
              <a:gd name="connsiteY68" fmla="*/ 562816 h 1375997"/>
              <a:gd name="connsiteX69" fmla="*/ 2 w 2426553"/>
              <a:gd name="connsiteY69" fmla="*/ 484707 h 1375997"/>
              <a:gd name="connsiteX70" fmla="*/ 78111 w 2426553"/>
              <a:gd name="connsiteY70" fmla="*/ 406599 h 1375997"/>
              <a:gd name="connsiteX71" fmla="*/ 541671 w 2426553"/>
              <a:gd name="connsiteY71" fmla="*/ 406597 h 1375997"/>
              <a:gd name="connsiteX72" fmla="*/ 619779 w 2426553"/>
              <a:gd name="connsiteY72" fmla="*/ 484705 h 1375997"/>
              <a:gd name="connsiteX73" fmla="*/ 541671 w 2426553"/>
              <a:gd name="connsiteY73" fmla="*/ 562815 h 1375997"/>
              <a:gd name="connsiteX74" fmla="*/ 463561 w 2426553"/>
              <a:gd name="connsiteY74" fmla="*/ 484705 h 1375997"/>
              <a:gd name="connsiteX75" fmla="*/ 541671 w 2426553"/>
              <a:gd name="connsiteY75" fmla="*/ 406597 h 1375997"/>
              <a:gd name="connsiteX76" fmla="*/ 1005232 w 2426553"/>
              <a:gd name="connsiteY76" fmla="*/ 406596 h 1375997"/>
              <a:gd name="connsiteX77" fmla="*/ 1083340 w 2426553"/>
              <a:gd name="connsiteY77" fmla="*/ 484703 h 1375997"/>
              <a:gd name="connsiteX78" fmla="*/ 1005232 w 2426553"/>
              <a:gd name="connsiteY78" fmla="*/ 562813 h 1375997"/>
              <a:gd name="connsiteX79" fmla="*/ 927126 w 2426553"/>
              <a:gd name="connsiteY79" fmla="*/ 484703 h 1375997"/>
              <a:gd name="connsiteX80" fmla="*/ 1005232 w 2426553"/>
              <a:gd name="connsiteY80" fmla="*/ 406596 h 1375997"/>
              <a:gd name="connsiteX81" fmla="*/ 1468793 w 2426553"/>
              <a:gd name="connsiteY81" fmla="*/ 406594 h 1375997"/>
              <a:gd name="connsiteX82" fmla="*/ 1546903 w 2426553"/>
              <a:gd name="connsiteY82" fmla="*/ 484702 h 1375997"/>
              <a:gd name="connsiteX83" fmla="*/ 1468793 w 2426553"/>
              <a:gd name="connsiteY83" fmla="*/ 562810 h 1375997"/>
              <a:gd name="connsiteX84" fmla="*/ 1390686 w 2426553"/>
              <a:gd name="connsiteY84" fmla="*/ 484702 h 1375997"/>
              <a:gd name="connsiteX85" fmla="*/ 1468793 w 2426553"/>
              <a:gd name="connsiteY85" fmla="*/ 406594 h 1375997"/>
              <a:gd name="connsiteX86" fmla="*/ 1932355 w 2426553"/>
              <a:gd name="connsiteY86" fmla="*/ 406592 h 1375997"/>
              <a:gd name="connsiteX87" fmla="*/ 2010464 w 2426553"/>
              <a:gd name="connsiteY87" fmla="*/ 484700 h 1375997"/>
              <a:gd name="connsiteX88" fmla="*/ 1932355 w 2426553"/>
              <a:gd name="connsiteY88" fmla="*/ 562808 h 1375997"/>
              <a:gd name="connsiteX89" fmla="*/ 1854247 w 2426553"/>
              <a:gd name="connsiteY89" fmla="*/ 484700 h 1375997"/>
              <a:gd name="connsiteX90" fmla="*/ 1932355 w 2426553"/>
              <a:gd name="connsiteY90" fmla="*/ 406592 h 1375997"/>
              <a:gd name="connsiteX91" fmla="*/ 2395918 w 2426553"/>
              <a:gd name="connsiteY91" fmla="*/ 406589 h 1375997"/>
              <a:gd name="connsiteX92" fmla="*/ 2426321 w 2426553"/>
              <a:gd name="connsiteY92" fmla="*/ 412728 h 1375997"/>
              <a:gd name="connsiteX93" fmla="*/ 2426553 w 2426553"/>
              <a:gd name="connsiteY93" fmla="*/ 412884 h 1375997"/>
              <a:gd name="connsiteX94" fmla="*/ 2426553 w 2426553"/>
              <a:gd name="connsiteY94" fmla="*/ 556512 h 1375997"/>
              <a:gd name="connsiteX95" fmla="*/ 2426321 w 2426553"/>
              <a:gd name="connsiteY95" fmla="*/ 556669 h 1375997"/>
              <a:gd name="connsiteX96" fmla="*/ 2395918 w 2426553"/>
              <a:gd name="connsiteY96" fmla="*/ 562807 h 1375997"/>
              <a:gd name="connsiteX97" fmla="*/ 2317808 w 2426553"/>
              <a:gd name="connsiteY97" fmla="*/ 484699 h 1375997"/>
              <a:gd name="connsiteX98" fmla="*/ 2395918 w 2426553"/>
              <a:gd name="connsiteY98" fmla="*/ 406589 h 1375997"/>
              <a:gd name="connsiteX99" fmla="*/ 78111 w 2426553"/>
              <a:gd name="connsiteY99" fmla="*/ 7 h 1375997"/>
              <a:gd name="connsiteX100" fmla="*/ 156219 w 2426553"/>
              <a:gd name="connsiteY100" fmla="*/ 78117 h 1375997"/>
              <a:gd name="connsiteX101" fmla="*/ 78111 w 2426553"/>
              <a:gd name="connsiteY101" fmla="*/ 156225 h 1375997"/>
              <a:gd name="connsiteX102" fmla="*/ 2 w 2426553"/>
              <a:gd name="connsiteY102" fmla="*/ 78117 h 1375997"/>
              <a:gd name="connsiteX103" fmla="*/ 78111 w 2426553"/>
              <a:gd name="connsiteY103" fmla="*/ 7 h 1375997"/>
              <a:gd name="connsiteX104" fmla="*/ 541672 w 2426553"/>
              <a:gd name="connsiteY104" fmla="*/ 6 h 1375997"/>
              <a:gd name="connsiteX105" fmla="*/ 619780 w 2426553"/>
              <a:gd name="connsiteY105" fmla="*/ 78115 h 1375997"/>
              <a:gd name="connsiteX106" fmla="*/ 541672 w 2426553"/>
              <a:gd name="connsiteY106" fmla="*/ 156223 h 1375997"/>
              <a:gd name="connsiteX107" fmla="*/ 463564 w 2426553"/>
              <a:gd name="connsiteY107" fmla="*/ 78115 h 1375997"/>
              <a:gd name="connsiteX108" fmla="*/ 541672 w 2426553"/>
              <a:gd name="connsiteY108" fmla="*/ 6 h 1375997"/>
              <a:gd name="connsiteX109" fmla="*/ 1005234 w 2426553"/>
              <a:gd name="connsiteY109" fmla="*/ 4 h 1375997"/>
              <a:gd name="connsiteX110" fmla="*/ 1083340 w 2426553"/>
              <a:gd name="connsiteY110" fmla="*/ 78114 h 1375997"/>
              <a:gd name="connsiteX111" fmla="*/ 1005234 w 2426553"/>
              <a:gd name="connsiteY111" fmla="*/ 156222 h 1375997"/>
              <a:gd name="connsiteX112" fmla="*/ 927126 w 2426553"/>
              <a:gd name="connsiteY112" fmla="*/ 78114 h 1375997"/>
              <a:gd name="connsiteX113" fmla="*/ 1005234 w 2426553"/>
              <a:gd name="connsiteY113" fmla="*/ 4 h 1375997"/>
              <a:gd name="connsiteX114" fmla="*/ 1468793 w 2426553"/>
              <a:gd name="connsiteY114" fmla="*/ 3 h 1375997"/>
              <a:gd name="connsiteX115" fmla="*/ 1546903 w 2426553"/>
              <a:gd name="connsiteY115" fmla="*/ 78111 h 1375997"/>
              <a:gd name="connsiteX116" fmla="*/ 1468793 w 2426553"/>
              <a:gd name="connsiteY116" fmla="*/ 156220 h 1375997"/>
              <a:gd name="connsiteX117" fmla="*/ 1390686 w 2426553"/>
              <a:gd name="connsiteY117" fmla="*/ 78111 h 1375997"/>
              <a:gd name="connsiteX118" fmla="*/ 1468793 w 2426553"/>
              <a:gd name="connsiteY118" fmla="*/ 3 h 1375997"/>
              <a:gd name="connsiteX119" fmla="*/ 1932355 w 2426553"/>
              <a:gd name="connsiteY119" fmla="*/ 1 h 1375997"/>
              <a:gd name="connsiteX120" fmla="*/ 2010464 w 2426553"/>
              <a:gd name="connsiteY120" fmla="*/ 78109 h 1375997"/>
              <a:gd name="connsiteX121" fmla="*/ 1932355 w 2426553"/>
              <a:gd name="connsiteY121" fmla="*/ 156219 h 1375997"/>
              <a:gd name="connsiteX122" fmla="*/ 1854247 w 2426553"/>
              <a:gd name="connsiteY122" fmla="*/ 78109 h 1375997"/>
              <a:gd name="connsiteX123" fmla="*/ 1932355 w 2426553"/>
              <a:gd name="connsiteY123" fmla="*/ 1 h 1375997"/>
              <a:gd name="connsiteX124" fmla="*/ 2395918 w 2426553"/>
              <a:gd name="connsiteY124" fmla="*/ 0 h 1375997"/>
              <a:gd name="connsiteX125" fmla="*/ 2426321 w 2426553"/>
              <a:gd name="connsiteY125" fmla="*/ 6138 h 1375997"/>
              <a:gd name="connsiteX126" fmla="*/ 2426553 w 2426553"/>
              <a:gd name="connsiteY126" fmla="*/ 6294 h 1375997"/>
              <a:gd name="connsiteX127" fmla="*/ 2426553 w 2426553"/>
              <a:gd name="connsiteY127" fmla="*/ 149921 h 1375997"/>
              <a:gd name="connsiteX128" fmla="*/ 2426321 w 2426553"/>
              <a:gd name="connsiteY128" fmla="*/ 150078 h 1375997"/>
              <a:gd name="connsiteX129" fmla="*/ 2395918 w 2426553"/>
              <a:gd name="connsiteY129" fmla="*/ 156215 h 1375997"/>
              <a:gd name="connsiteX130" fmla="*/ 2317808 w 2426553"/>
              <a:gd name="connsiteY130" fmla="*/ 78108 h 1375997"/>
              <a:gd name="connsiteX131" fmla="*/ 2395918 w 2426553"/>
              <a:gd name="connsiteY131" fmla="*/ 0 h 1375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2426553" h="1375997">
                <a:moveTo>
                  <a:pt x="78109" y="1219780"/>
                </a:moveTo>
                <a:cubicBezTo>
                  <a:pt x="121247" y="1219780"/>
                  <a:pt x="156217" y="1254750"/>
                  <a:pt x="156217" y="1297889"/>
                </a:cubicBezTo>
                <a:cubicBezTo>
                  <a:pt x="156217" y="1341028"/>
                  <a:pt x="121247" y="1375997"/>
                  <a:pt x="78109" y="1375997"/>
                </a:cubicBezTo>
                <a:cubicBezTo>
                  <a:pt x="34970" y="1375997"/>
                  <a:pt x="0" y="1341028"/>
                  <a:pt x="0" y="1297889"/>
                </a:cubicBezTo>
                <a:cubicBezTo>
                  <a:pt x="0" y="1254750"/>
                  <a:pt x="34970" y="1219780"/>
                  <a:pt x="78109" y="1219780"/>
                </a:cubicBezTo>
                <a:close/>
                <a:moveTo>
                  <a:pt x="541671" y="1219778"/>
                </a:moveTo>
                <a:cubicBezTo>
                  <a:pt x="584810" y="1219778"/>
                  <a:pt x="619779" y="1254748"/>
                  <a:pt x="619779" y="1297888"/>
                </a:cubicBezTo>
                <a:cubicBezTo>
                  <a:pt x="619779" y="1341025"/>
                  <a:pt x="584810" y="1375996"/>
                  <a:pt x="541671" y="1375996"/>
                </a:cubicBezTo>
                <a:cubicBezTo>
                  <a:pt x="498532" y="1375996"/>
                  <a:pt x="463561" y="1341025"/>
                  <a:pt x="463561" y="1297888"/>
                </a:cubicBezTo>
                <a:cubicBezTo>
                  <a:pt x="463561" y="1254748"/>
                  <a:pt x="498532" y="1219778"/>
                  <a:pt x="541671" y="1219778"/>
                </a:cubicBezTo>
                <a:close/>
                <a:moveTo>
                  <a:pt x="1005232" y="1219777"/>
                </a:moveTo>
                <a:cubicBezTo>
                  <a:pt x="1048371" y="1219777"/>
                  <a:pt x="1083340" y="1254747"/>
                  <a:pt x="1083340" y="1297884"/>
                </a:cubicBezTo>
                <a:cubicBezTo>
                  <a:pt x="1083340" y="1341024"/>
                  <a:pt x="1048371" y="1375994"/>
                  <a:pt x="1005232" y="1375994"/>
                </a:cubicBezTo>
                <a:cubicBezTo>
                  <a:pt x="962093" y="1375994"/>
                  <a:pt x="927124" y="1341024"/>
                  <a:pt x="927124" y="1297884"/>
                </a:cubicBezTo>
                <a:cubicBezTo>
                  <a:pt x="927124" y="1254747"/>
                  <a:pt x="962093" y="1219777"/>
                  <a:pt x="1005232" y="1219777"/>
                </a:cubicBezTo>
                <a:close/>
                <a:moveTo>
                  <a:pt x="1468793" y="1219775"/>
                </a:moveTo>
                <a:cubicBezTo>
                  <a:pt x="1511933" y="1219775"/>
                  <a:pt x="1546903" y="1254744"/>
                  <a:pt x="1546903" y="1297883"/>
                </a:cubicBezTo>
                <a:cubicBezTo>
                  <a:pt x="1546903" y="1341022"/>
                  <a:pt x="1511933" y="1375992"/>
                  <a:pt x="1468793" y="1375992"/>
                </a:cubicBezTo>
                <a:cubicBezTo>
                  <a:pt x="1425654" y="1375992"/>
                  <a:pt x="1390686" y="1341022"/>
                  <a:pt x="1390686" y="1297883"/>
                </a:cubicBezTo>
                <a:cubicBezTo>
                  <a:pt x="1390686" y="1254744"/>
                  <a:pt x="1425654" y="1219775"/>
                  <a:pt x="1468793" y="1219775"/>
                </a:cubicBezTo>
                <a:close/>
                <a:moveTo>
                  <a:pt x="1932355" y="1219773"/>
                </a:moveTo>
                <a:cubicBezTo>
                  <a:pt x="1975494" y="1219773"/>
                  <a:pt x="2010464" y="1254742"/>
                  <a:pt x="2010464" y="1297881"/>
                </a:cubicBezTo>
                <a:cubicBezTo>
                  <a:pt x="2010464" y="1341020"/>
                  <a:pt x="1975494" y="1375991"/>
                  <a:pt x="1932355" y="1375991"/>
                </a:cubicBezTo>
                <a:cubicBezTo>
                  <a:pt x="1889216" y="1375991"/>
                  <a:pt x="1854247" y="1341020"/>
                  <a:pt x="1854247" y="1297881"/>
                </a:cubicBezTo>
                <a:cubicBezTo>
                  <a:pt x="1854247" y="1254742"/>
                  <a:pt x="1889216" y="1219773"/>
                  <a:pt x="1932355" y="1219773"/>
                </a:cubicBezTo>
                <a:close/>
                <a:moveTo>
                  <a:pt x="2395918" y="1219772"/>
                </a:moveTo>
                <a:cubicBezTo>
                  <a:pt x="2406702" y="1219772"/>
                  <a:pt x="2416976" y="1221957"/>
                  <a:pt x="2426321" y="1225910"/>
                </a:cubicBezTo>
                <a:lnTo>
                  <a:pt x="2426553" y="1226066"/>
                </a:lnTo>
                <a:lnTo>
                  <a:pt x="2426553" y="1369693"/>
                </a:lnTo>
                <a:lnTo>
                  <a:pt x="2426321" y="1369850"/>
                </a:lnTo>
                <a:cubicBezTo>
                  <a:pt x="2416976" y="1373802"/>
                  <a:pt x="2406702" y="1375988"/>
                  <a:pt x="2395918" y="1375988"/>
                </a:cubicBezTo>
                <a:cubicBezTo>
                  <a:pt x="2352779" y="1375988"/>
                  <a:pt x="2317808" y="1341019"/>
                  <a:pt x="2317808" y="1297880"/>
                </a:cubicBezTo>
                <a:cubicBezTo>
                  <a:pt x="2317808" y="1254741"/>
                  <a:pt x="2352779" y="1219772"/>
                  <a:pt x="2395918" y="1219772"/>
                </a:cubicBezTo>
                <a:close/>
                <a:moveTo>
                  <a:pt x="78109" y="813190"/>
                </a:moveTo>
                <a:cubicBezTo>
                  <a:pt x="121247" y="813190"/>
                  <a:pt x="156217" y="848159"/>
                  <a:pt x="156217" y="891298"/>
                </a:cubicBezTo>
                <a:cubicBezTo>
                  <a:pt x="156217" y="934437"/>
                  <a:pt x="121247" y="969406"/>
                  <a:pt x="78109" y="969406"/>
                </a:cubicBezTo>
                <a:cubicBezTo>
                  <a:pt x="34970" y="969406"/>
                  <a:pt x="0" y="934437"/>
                  <a:pt x="0" y="891298"/>
                </a:cubicBezTo>
                <a:cubicBezTo>
                  <a:pt x="0" y="848159"/>
                  <a:pt x="34970" y="813190"/>
                  <a:pt x="78109" y="813190"/>
                </a:cubicBezTo>
                <a:close/>
                <a:moveTo>
                  <a:pt x="541671" y="813188"/>
                </a:moveTo>
                <a:cubicBezTo>
                  <a:pt x="584810" y="813188"/>
                  <a:pt x="619779" y="848157"/>
                  <a:pt x="619779" y="891296"/>
                </a:cubicBezTo>
                <a:cubicBezTo>
                  <a:pt x="619779" y="934435"/>
                  <a:pt x="584810" y="969404"/>
                  <a:pt x="541671" y="969404"/>
                </a:cubicBezTo>
                <a:cubicBezTo>
                  <a:pt x="498532" y="969404"/>
                  <a:pt x="463561" y="934435"/>
                  <a:pt x="463561" y="891296"/>
                </a:cubicBezTo>
                <a:cubicBezTo>
                  <a:pt x="463561" y="848157"/>
                  <a:pt x="498532" y="813188"/>
                  <a:pt x="541671" y="813188"/>
                </a:cubicBezTo>
                <a:close/>
                <a:moveTo>
                  <a:pt x="1005232" y="813185"/>
                </a:moveTo>
                <a:cubicBezTo>
                  <a:pt x="1048371" y="813185"/>
                  <a:pt x="1083340" y="848156"/>
                  <a:pt x="1083340" y="891295"/>
                </a:cubicBezTo>
                <a:cubicBezTo>
                  <a:pt x="1083340" y="934434"/>
                  <a:pt x="1048371" y="969403"/>
                  <a:pt x="1005232" y="969403"/>
                </a:cubicBezTo>
                <a:cubicBezTo>
                  <a:pt x="962093" y="969403"/>
                  <a:pt x="927124" y="934434"/>
                  <a:pt x="927124" y="891295"/>
                </a:cubicBezTo>
                <a:cubicBezTo>
                  <a:pt x="927124" y="848156"/>
                  <a:pt x="962093" y="813185"/>
                  <a:pt x="1005232" y="813185"/>
                </a:cubicBezTo>
                <a:close/>
                <a:moveTo>
                  <a:pt x="1468793" y="813184"/>
                </a:moveTo>
                <a:cubicBezTo>
                  <a:pt x="1511933" y="813184"/>
                  <a:pt x="1546903" y="848154"/>
                  <a:pt x="1546903" y="891293"/>
                </a:cubicBezTo>
                <a:cubicBezTo>
                  <a:pt x="1546903" y="934432"/>
                  <a:pt x="1511933" y="969401"/>
                  <a:pt x="1468793" y="969401"/>
                </a:cubicBezTo>
                <a:cubicBezTo>
                  <a:pt x="1425654" y="969401"/>
                  <a:pt x="1390686" y="934432"/>
                  <a:pt x="1390686" y="891293"/>
                </a:cubicBezTo>
                <a:cubicBezTo>
                  <a:pt x="1390686" y="848154"/>
                  <a:pt x="1425654" y="813184"/>
                  <a:pt x="1468793" y="813184"/>
                </a:cubicBezTo>
                <a:close/>
                <a:moveTo>
                  <a:pt x="1932355" y="813182"/>
                </a:moveTo>
                <a:cubicBezTo>
                  <a:pt x="1975494" y="813182"/>
                  <a:pt x="2010464" y="848153"/>
                  <a:pt x="2010464" y="891292"/>
                </a:cubicBezTo>
                <a:cubicBezTo>
                  <a:pt x="2010464" y="934429"/>
                  <a:pt x="1975494" y="969400"/>
                  <a:pt x="1932355" y="969400"/>
                </a:cubicBezTo>
                <a:cubicBezTo>
                  <a:pt x="1889216" y="969400"/>
                  <a:pt x="1854247" y="934429"/>
                  <a:pt x="1854247" y="891292"/>
                </a:cubicBezTo>
                <a:cubicBezTo>
                  <a:pt x="1854247" y="848153"/>
                  <a:pt x="1889216" y="813182"/>
                  <a:pt x="1932355" y="813182"/>
                </a:cubicBezTo>
                <a:close/>
                <a:moveTo>
                  <a:pt x="2395918" y="813181"/>
                </a:moveTo>
                <a:cubicBezTo>
                  <a:pt x="2406702" y="813181"/>
                  <a:pt x="2416976" y="815366"/>
                  <a:pt x="2426321" y="819319"/>
                </a:cubicBezTo>
                <a:lnTo>
                  <a:pt x="2426553" y="819475"/>
                </a:lnTo>
                <a:lnTo>
                  <a:pt x="2426553" y="963103"/>
                </a:lnTo>
                <a:lnTo>
                  <a:pt x="2426321" y="963260"/>
                </a:lnTo>
                <a:cubicBezTo>
                  <a:pt x="2416976" y="967212"/>
                  <a:pt x="2406702" y="969398"/>
                  <a:pt x="2395918" y="969398"/>
                </a:cubicBezTo>
                <a:cubicBezTo>
                  <a:pt x="2352779" y="969398"/>
                  <a:pt x="2317808" y="934428"/>
                  <a:pt x="2317808" y="891289"/>
                </a:cubicBezTo>
                <a:cubicBezTo>
                  <a:pt x="2317808" y="848151"/>
                  <a:pt x="2352779" y="813181"/>
                  <a:pt x="2395918" y="813181"/>
                </a:cubicBezTo>
                <a:close/>
                <a:moveTo>
                  <a:pt x="78111" y="406599"/>
                </a:moveTo>
                <a:cubicBezTo>
                  <a:pt x="121250" y="406599"/>
                  <a:pt x="156219" y="441569"/>
                  <a:pt x="156219" y="484707"/>
                </a:cubicBezTo>
                <a:cubicBezTo>
                  <a:pt x="156219" y="527846"/>
                  <a:pt x="121250" y="562816"/>
                  <a:pt x="78111" y="562816"/>
                </a:cubicBezTo>
                <a:cubicBezTo>
                  <a:pt x="34972" y="562816"/>
                  <a:pt x="2" y="527846"/>
                  <a:pt x="2" y="484707"/>
                </a:cubicBezTo>
                <a:cubicBezTo>
                  <a:pt x="2" y="441569"/>
                  <a:pt x="34972" y="406599"/>
                  <a:pt x="78111" y="406599"/>
                </a:cubicBezTo>
                <a:close/>
                <a:moveTo>
                  <a:pt x="541671" y="406597"/>
                </a:moveTo>
                <a:cubicBezTo>
                  <a:pt x="584811" y="406597"/>
                  <a:pt x="619779" y="441566"/>
                  <a:pt x="619779" y="484705"/>
                </a:cubicBezTo>
                <a:cubicBezTo>
                  <a:pt x="619779" y="527844"/>
                  <a:pt x="584811" y="562815"/>
                  <a:pt x="541671" y="562815"/>
                </a:cubicBezTo>
                <a:cubicBezTo>
                  <a:pt x="498532" y="562815"/>
                  <a:pt x="463561" y="527844"/>
                  <a:pt x="463561" y="484705"/>
                </a:cubicBezTo>
                <a:cubicBezTo>
                  <a:pt x="463561" y="441566"/>
                  <a:pt x="498532" y="406597"/>
                  <a:pt x="541671" y="406597"/>
                </a:cubicBezTo>
                <a:close/>
                <a:moveTo>
                  <a:pt x="1005232" y="406596"/>
                </a:moveTo>
                <a:cubicBezTo>
                  <a:pt x="1048373" y="406596"/>
                  <a:pt x="1083340" y="441564"/>
                  <a:pt x="1083340" y="484703"/>
                </a:cubicBezTo>
                <a:cubicBezTo>
                  <a:pt x="1083340" y="527843"/>
                  <a:pt x="1048373" y="562813"/>
                  <a:pt x="1005232" y="562813"/>
                </a:cubicBezTo>
                <a:cubicBezTo>
                  <a:pt x="962093" y="562813"/>
                  <a:pt x="927126" y="527843"/>
                  <a:pt x="927126" y="484703"/>
                </a:cubicBezTo>
                <a:cubicBezTo>
                  <a:pt x="927126" y="441564"/>
                  <a:pt x="962093" y="406596"/>
                  <a:pt x="1005232" y="406596"/>
                </a:cubicBezTo>
                <a:close/>
                <a:moveTo>
                  <a:pt x="1468793" y="406594"/>
                </a:moveTo>
                <a:cubicBezTo>
                  <a:pt x="1511933" y="406594"/>
                  <a:pt x="1546903" y="441563"/>
                  <a:pt x="1546903" y="484702"/>
                </a:cubicBezTo>
                <a:cubicBezTo>
                  <a:pt x="1546903" y="527841"/>
                  <a:pt x="1511933" y="562810"/>
                  <a:pt x="1468793" y="562810"/>
                </a:cubicBezTo>
                <a:cubicBezTo>
                  <a:pt x="1425654" y="562810"/>
                  <a:pt x="1390686" y="527841"/>
                  <a:pt x="1390686" y="484702"/>
                </a:cubicBezTo>
                <a:cubicBezTo>
                  <a:pt x="1390686" y="441563"/>
                  <a:pt x="1425654" y="406594"/>
                  <a:pt x="1468793" y="406594"/>
                </a:cubicBezTo>
                <a:close/>
                <a:moveTo>
                  <a:pt x="1932355" y="406592"/>
                </a:moveTo>
                <a:cubicBezTo>
                  <a:pt x="1975494" y="406592"/>
                  <a:pt x="2010464" y="441561"/>
                  <a:pt x="2010464" y="484700"/>
                </a:cubicBezTo>
                <a:cubicBezTo>
                  <a:pt x="2010464" y="527840"/>
                  <a:pt x="1975494" y="562808"/>
                  <a:pt x="1932355" y="562808"/>
                </a:cubicBezTo>
                <a:cubicBezTo>
                  <a:pt x="1889216" y="562808"/>
                  <a:pt x="1854247" y="527840"/>
                  <a:pt x="1854247" y="484700"/>
                </a:cubicBezTo>
                <a:cubicBezTo>
                  <a:pt x="1854247" y="441561"/>
                  <a:pt x="1889216" y="406592"/>
                  <a:pt x="1932355" y="406592"/>
                </a:cubicBezTo>
                <a:close/>
                <a:moveTo>
                  <a:pt x="2395918" y="406589"/>
                </a:moveTo>
                <a:cubicBezTo>
                  <a:pt x="2406702" y="406589"/>
                  <a:pt x="2416976" y="408775"/>
                  <a:pt x="2426321" y="412728"/>
                </a:cubicBezTo>
                <a:lnTo>
                  <a:pt x="2426553" y="412884"/>
                </a:lnTo>
                <a:lnTo>
                  <a:pt x="2426553" y="556512"/>
                </a:lnTo>
                <a:lnTo>
                  <a:pt x="2426321" y="556669"/>
                </a:lnTo>
                <a:cubicBezTo>
                  <a:pt x="2416976" y="560621"/>
                  <a:pt x="2406702" y="562807"/>
                  <a:pt x="2395918" y="562807"/>
                </a:cubicBezTo>
                <a:cubicBezTo>
                  <a:pt x="2352779" y="562807"/>
                  <a:pt x="2317808" y="527838"/>
                  <a:pt x="2317808" y="484699"/>
                </a:cubicBezTo>
                <a:cubicBezTo>
                  <a:pt x="2317808" y="441560"/>
                  <a:pt x="2352779" y="406589"/>
                  <a:pt x="2395918" y="406589"/>
                </a:cubicBezTo>
                <a:close/>
                <a:moveTo>
                  <a:pt x="78111" y="7"/>
                </a:moveTo>
                <a:cubicBezTo>
                  <a:pt x="121250" y="7"/>
                  <a:pt x="156219" y="34978"/>
                  <a:pt x="156219" y="78117"/>
                </a:cubicBezTo>
                <a:cubicBezTo>
                  <a:pt x="156219" y="121256"/>
                  <a:pt x="121250" y="156225"/>
                  <a:pt x="78111" y="156225"/>
                </a:cubicBezTo>
                <a:cubicBezTo>
                  <a:pt x="34972" y="156225"/>
                  <a:pt x="2" y="121256"/>
                  <a:pt x="2" y="78117"/>
                </a:cubicBezTo>
                <a:cubicBezTo>
                  <a:pt x="2" y="34978"/>
                  <a:pt x="34972" y="7"/>
                  <a:pt x="78111" y="7"/>
                </a:cubicBezTo>
                <a:close/>
                <a:moveTo>
                  <a:pt x="541672" y="6"/>
                </a:moveTo>
                <a:cubicBezTo>
                  <a:pt x="584811" y="6"/>
                  <a:pt x="619780" y="34976"/>
                  <a:pt x="619780" y="78115"/>
                </a:cubicBezTo>
                <a:cubicBezTo>
                  <a:pt x="619780" y="121253"/>
                  <a:pt x="584811" y="156223"/>
                  <a:pt x="541672" y="156223"/>
                </a:cubicBezTo>
                <a:cubicBezTo>
                  <a:pt x="498533" y="156223"/>
                  <a:pt x="463564" y="121253"/>
                  <a:pt x="463564" y="78115"/>
                </a:cubicBezTo>
                <a:cubicBezTo>
                  <a:pt x="463564" y="34976"/>
                  <a:pt x="498533" y="6"/>
                  <a:pt x="541672" y="6"/>
                </a:cubicBezTo>
                <a:close/>
                <a:moveTo>
                  <a:pt x="1005234" y="4"/>
                </a:moveTo>
                <a:cubicBezTo>
                  <a:pt x="1048373" y="4"/>
                  <a:pt x="1083340" y="34975"/>
                  <a:pt x="1083340" y="78114"/>
                </a:cubicBezTo>
                <a:cubicBezTo>
                  <a:pt x="1083340" y="121251"/>
                  <a:pt x="1048373" y="156222"/>
                  <a:pt x="1005234" y="156222"/>
                </a:cubicBezTo>
                <a:cubicBezTo>
                  <a:pt x="962095" y="156222"/>
                  <a:pt x="927126" y="121251"/>
                  <a:pt x="927126" y="78114"/>
                </a:cubicBezTo>
                <a:cubicBezTo>
                  <a:pt x="927126" y="34975"/>
                  <a:pt x="962095" y="4"/>
                  <a:pt x="1005234" y="4"/>
                </a:cubicBezTo>
                <a:close/>
                <a:moveTo>
                  <a:pt x="1468793" y="3"/>
                </a:moveTo>
                <a:cubicBezTo>
                  <a:pt x="1511933" y="3"/>
                  <a:pt x="1546903" y="34973"/>
                  <a:pt x="1546903" y="78111"/>
                </a:cubicBezTo>
                <a:cubicBezTo>
                  <a:pt x="1546903" y="121250"/>
                  <a:pt x="1511933" y="156220"/>
                  <a:pt x="1468793" y="156220"/>
                </a:cubicBezTo>
                <a:cubicBezTo>
                  <a:pt x="1425654" y="156220"/>
                  <a:pt x="1390686" y="121250"/>
                  <a:pt x="1390686" y="78111"/>
                </a:cubicBezTo>
                <a:cubicBezTo>
                  <a:pt x="1390686" y="34973"/>
                  <a:pt x="1425654" y="3"/>
                  <a:pt x="1468793" y="3"/>
                </a:cubicBezTo>
                <a:close/>
                <a:moveTo>
                  <a:pt x="1932355" y="1"/>
                </a:moveTo>
                <a:cubicBezTo>
                  <a:pt x="1975494" y="1"/>
                  <a:pt x="2010464" y="34970"/>
                  <a:pt x="2010464" y="78109"/>
                </a:cubicBezTo>
                <a:cubicBezTo>
                  <a:pt x="2010464" y="121248"/>
                  <a:pt x="1975494" y="156219"/>
                  <a:pt x="1932355" y="156219"/>
                </a:cubicBezTo>
                <a:cubicBezTo>
                  <a:pt x="1889216" y="156219"/>
                  <a:pt x="1854247" y="121248"/>
                  <a:pt x="1854247" y="78109"/>
                </a:cubicBezTo>
                <a:cubicBezTo>
                  <a:pt x="1854247" y="34970"/>
                  <a:pt x="1889216" y="1"/>
                  <a:pt x="1932355" y="1"/>
                </a:cubicBezTo>
                <a:close/>
                <a:moveTo>
                  <a:pt x="2395918" y="0"/>
                </a:moveTo>
                <a:cubicBezTo>
                  <a:pt x="2406702" y="0"/>
                  <a:pt x="2416976" y="2185"/>
                  <a:pt x="2426321" y="6138"/>
                </a:cubicBezTo>
                <a:lnTo>
                  <a:pt x="2426553" y="6294"/>
                </a:lnTo>
                <a:lnTo>
                  <a:pt x="2426553" y="149921"/>
                </a:lnTo>
                <a:lnTo>
                  <a:pt x="2426321" y="150078"/>
                </a:lnTo>
                <a:cubicBezTo>
                  <a:pt x="2416976" y="154030"/>
                  <a:pt x="2406702" y="156215"/>
                  <a:pt x="2395918" y="156215"/>
                </a:cubicBezTo>
                <a:cubicBezTo>
                  <a:pt x="2352779" y="156215"/>
                  <a:pt x="2317808" y="121247"/>
                  <a:pt x="2317808" y="78108"/>
                </a:cubicBezTo>
                <a:cubicBezTo>
                  <a:pt x="2317808" y="34968"/>
                  <a:pt x="2352779" y="0"/>
                  <a:pt x="2395918"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1" name="Oval 50">
            <a:extLst>
              <a:ext uri="{FF2B5EF4-FFF2-40B4-BE49-F238E27FC236}">
                <a16:creationId xmlns:a16="http://schemas.microsoft.com/office/drawing/2014/main" id="{C95B41F6-5D3B-43AE-875A-3F8647582CD9}"/>
              </a:ext>
            </a:extLst>
          </p:cNvPr>
          <p:cNvSpPr/>
          <p:nvPr userDrawn="1"/>
        </p:nvSpPr>
        <p:spPr>
          <a:xfrm>
            <a:off x="11353303" y="365512"/>
            <a:ext cx="185132" cy="1851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0" name="Block Arc 29">
            <a:extLst>
              <a:ext uri="{FF2B5EF4-FFF2-40B4-BE49-F238E27FC236}">
                <a16:creationId xmlns:a16="http://schemas.microsoft.com/office/drawing/2014/main" id="{85C91023-0471-4C88-B609-A3D02CC0A106}"/>
              </a:ext>
            </a:extLst>
          </p:cNvPr>
          <p:cNvSpPr/>
          <p:nvPr userDrawn="1"/>
        </p:nvSpPr>
        <p:spPr>
          <a:xfrm rot="8092889" flipH="1">
            <a:off x="2138433" y="239268"/>
            <a:ext cx="622751" cy="622752"/>
          </a:xfrm>
          <a:prstGeom prst="blockArc">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Oval 51">
            <a:extLst>
              <a:ext uri="{FF2B5EF4-FFF2-40B4-BE49-F238E27FC236}">
                <a16:creationId xmlns:a16="http://schemas.microsoft.com/office/drawing/2014/main" id="{C4AC2123-9C48-4521-B45C-5008BACD1EB5}"/>
              </a:ext>
            </a:extLst>
          </p:cNvPr>
          <p:cNvSpPr/>
          <p:nvPr userDrawn="1"/>
        </p:nvSpPr>
        <p:spPr>
          <a:xfrm flipH="1">
            <a:off x="12067210" y="2928072"/>
            <a:ext cx="45719" cy="4571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9527858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Recommendation">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FF8F8834-8872-492C-94E5-1D1F8AD90346}"/>
              </a:ext>
            </a:extLst>
          </p:cNvPr>
          <p:cNvSpPr/>
          <p:nvPr userDrawn="1"/>
        </p:nvSpPr>
        <p:spPr>
          <a:xfrm flipH="1">
            <a:off x="-54593" y="-68238"/>
            <a:ext cx="3608536" cy="6974073"/>
          </a:xfrm>
          <a:custGeom>
            <a:avLst/>
            <a:gdLst>
              <a:gd name="connsiteX0" fmla="*/ 1500308 w 3552043"/>
              <a:gd name="connsiteY0" fmla="*/ 0 h 6864891"/>
              <a:gd name="connsiteX1" fmla="*/ 3552043 w 3552043"/>
              <a:gd name="connsiteY1" fmla="*/ 0 h 6864891"/>
              <a:gd name="connsiteX2" fmla="*/ 3552043 w 3552043"/>
              <a:gd name="connsiteY2" fmla="*/ 6864891 h 6864891"/>
              <a:gd name="connsiteX3" fmla="*/ 1507933 w 3552043"/>
              <a:gd name="connsiteY3" fmla="*/ 6864891 h 6864891"/>
              <a:gd name="connsiteX4" fmla="*/ 1410200 w 3552043"/>
              <a:gd name="connsiteY4" fmla="*/ 6776596 h 6864891"/>
              <a:gd name="connsiteX5" fmla="*/ 0 w 3552043"/>
              <a:gd name="connsiteY5" fmla="*/ 3429001 h 6864891"/>
              <a:gd name="connsiteX6" fmla="*/ 1410200 w 3552043"/>
              <a:gd name="connsiteY6" fmla="*/ 81407 h 686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52043" h="6864891">
                <a:moveTo>
                  <a:pt x="1500308" y="0"/>
                </a:moveTo>
                <a:lnTo>
                  <a:pt x="3552043" y="0"/>
                </a:lnTo>
                <a:lnTo>
                  <a:pt x="3552043" y="6864891"/>
                </a:lnTo>
                <a:lnTo>
                  <a:pt x="1507933" y="6864891"/>
                </a:lnTo>
                <a:lnTo>
                  <a:pt x="1410200" y="6776596"/>
                </a:lnTo>
                <a:cubicBezTo>
                  <a:pt x="540142" y="5927039"/>
                  <a:pt x="0" y="4741099"/>
                  <a:pt x="0" y="3429001"/>
                </a:cubicBezTo>
                <a:cubicBezTo>
                  <a:pt x="0" y="2116903"/>
                  <a:pt x="540142" y="930963"/>
                  <a:pt x="1410200" y="81407"/>
                </a:cubicBezTo>
                <a:close/>
              </a:path>
            </a:pathLst>
          </a:custGeom>
          <a:noFill/>
          <a:ln>
            <a:solidFill>
              <a:schemeClr val="bg2">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1B587116-181B-4357-9440-75402A9804C8}"/>
              </a:ext>
            </a:extLst>
          </p:cNvPr>
          <p:cNvSpPr/>
          <p:nvPr userDrawn="1"/>
        </p:nvSpPr>
        <p:spPr>
          <a:xfrm flipH="1">
            <a:off x="-54593" y="-68127"/>
            <a:ext cx="2604146" cy="6967070"/>
          </a:xfrm>
          <a:custGeom>
            <a:avLst/>
            <a:gdLst>
              <a:gd name="connsiteX0" fmla="*/ 1898640 w 2563377"/>
              <a:gd name="connsiteY0" fmla="*/ 0 h 6857998"/>
              <a:gd name="connsiteX1" fmla="*/ 2563377 w 2563377"/>
              <a:gd name="connsiteY1" fmla="*/ 0 h 6857998"/>
              <a:gd name="connsiteX2" fmla="*/ 2563377 w 2563377"/>
              <a:gd name="connsiteY2" fmla="*/ 6857998 h 6857998"/>
              <a:gd name="connsiteX3" fmla="*/ 1898636 w 2563377"/>
              <a:gd name="connsiteY3" fmla="*/ 6857998 h 6857998"/>
              <a:gd name="connsiteX4" fmla="*/ 1704793 w 2563377"/>
              <a:gd name="connsiteY4" fmla="*/ 6730416 h 6857998"/>
              <a:gd name="connsiteX5" fmla="*/ 0 w 2563377"/>
              <a:gd name="connsiteY5" fmla="*/ 3429000 h 6857998"/>
              <a:gd name="connsiteX6" fmla="*/ 1704793 w 2563377"/>
              <a:gd name="connsiteY6" fmla="*/ 12758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3377" h="6857998">
                <a:moveTo>
                  <a:pt x="1898640" y="0"/>
                </a:moveTo>
                <a:lnTo>
                  <a:pt x="2563377" y="0"/>
                </a:lnTo>
                <a:lnTo>
                  <a:pt x="2563377" y="6857998"/>
                </a:lnTo>
                <a:lnTo>
                  <a:pt x="1898636" y="6857998"/>
                </a:lnTo>
                <a:lnTo>
                  <a:pt x="1704793" y="6730416"/>
                </a:lnTo>
                <a:cubicBezTo>
                  <a:pt x="673045" y="5996706"/>
                  <a:pt x="0" y="4791452"/>
                  <a:pt x="0" y="3429000"/>
                </a:cubicBezTo>
                <a:cubicBezTo>
                  <a:pt x="0" y="2066548"/>
                  <a:pt x="673045" y="861295"/>
                  <a:pt x="1704793" y="127585"/>
                </a:cubicBezTo>
                <a:close/>
              </a:path>
            </a:pathLst>
          </a:custGeom>
          <a:noFill/>
          <a:ln>
            <a:solidFill>
              <a:schemeClr val="bg2">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61B1D101-4827-4656-9DF5-70583D1F9529}"/>
              </a:ext>
            </a:extLst>
          </p:cNvPr>
          <p:cNvSpPr/>
          <p:nvPr userDrawn="1"/>
        </p:nvSpPr>
        <p:spPr>
          <a:xfrm rot="5400000" flipH="1">
            <a:off x="-16612" y="1230339"/>
            <a:ext cx="2750645" cy="1288433"/>
          </a:xfrm>
          <a:custGeom>
            <a:avLst/>
            <a:gdLst>
              <a:gd name="connsiteX0" fmla="*/ 50296 w 1891562"/>
              <a:gd name="connsiteY0" fmla="*/ 785438 h 886029"/>
              <a:gd name="connsiteX1" fmla="*/ 100591 w 1891562"/>
              <a:gd name="connsiteY1" fmla="*/ 835734 h 886029"/>
              <a:gd name="connsiteX2" fmla="*/ 50296 w 1891562"/>
              <a:gd name="connsiteY2" fmla="*/ 886029 h 886029"/>
              <a:gd name="connsiteX3" fmla="*/ 0 w 1891562"/>
              <a:gd name="connsiteY3" fmla="*/ 835734 h 886029"/>
              <a:gd name="connsiteX4" fmla="*/ 50296 w 1891562"/>
              <a:gd name="connsiteY4" fmla="*/ 785438 h 886029"/>
              <a:gd name="connsiteX5" fmla="*/ 348791 w 1891562"/>
              <a:gd name="connsiteY5" fmla="*/ 785437 h 886029"/>
              <a:gd name="connsiteX6" fmla="*/ 399086 w 1891562"/>
              <a:gd name="connsiteY6" fmla="*/ 835733 h 886029"/>
              <a:gd name="connsiteX7" fmla="*/ 348791 w 1891562"/>
              <a:gd name="connsiteY7" fmla="*/ 886028 h 886029"/>
              <a:gd name="connsiteX8" fmla="*/ 298495 w 1891562"/>
              <a:gd name="connsiteY8" fmla="*/ 835733 h 886029"/>
              <a:gd name="connsiteX9" fmla="*/ 348791 w 1891562"/>
              <a:gd name="connsiteY9" fmla="*/ 785437 h 886029"/>
              <a:gd name="connsiteX10" fmla="*/ 647286 w 1891562"/>
              <a:gd name="connsiteY10" fmla="*/ 785436 h 886029"/>
              <a:gd name="connsiteX11" fmla="*/ 697581 w 1891562"/>
              <a:gd name="connsiteY11" fmla="*/ 835731 h 886029"/>
              <a:gd name="connsiteX12" fmla="*/ 647286 w 1891562"/>
              <a:gd name="connsiteY12" fmla="*/ 886027 h 886029"/>
              <a:gd name="connsiteX13" fmla="*/ 596991 w 1891562"/>
              <a:gd name="connsiteY13" fmla="*/ 835731 h 886029"/>
              <a:gd name="connsiteX14" fmla="*/ 647286 w 1891562"/>
              <a:gd name="connsiteY14" fmla="*/ 785436 h 886029"/>
              <a:gd name="connsiteX15" fmla="*/ 945781 w 1891562"/>
              <a:gd name="connsiteY15" fmla="*/ 785435 h 886029"/>
              <a:gd name="connsiteX16" fmla="*/ 996077 w 1891562"/>
              <a:gd name="connsiteY16" fmla="*/ 835730 h 886029"/>
              <a:gd name="connsiteX17" fmla="*/ 945781 w 1891562"/>
              <a:gd name="connsiteY17" fmla="*/ 886026 h 886029"/>
              <a:gd name="connsiteX18" fmla="*/ 895486 w 1891562"/>
              <a:gd name="connsiteY18" fmla="*/ 835730 h 886029"/>
              <a:gd name="connsiteX19" fmla="*/ 945781 w 1891562"/>
              <a:gd name="connsiteY19" fmla="*/ 785435 h 886029"/>
              <a:gd name="connsiteX20" fmla="*/ 1244276 w 1891562"/>
              <a:gd name="connsiteY20" fmla="*/ 785434 h 886029"/>
              <a:gd name="connsiteX21" fmla="*/ 1294572 w 1891562"/>
              <a:gd name="connsiteY21" fmla="*/ 835729 h 886029"/>
              <a:gd name="connsiteX22" fmla="*/ 1244276 w 1891562"/>
              <a:gd name="connsiteY22" fmla="*/ 886025 h 886029"/>
              <a:gd name="connsiteX23" fmla="*/ 1193981 w 1891562"/>
              <a:gd name="connsiteY23" fmla="*/ 835729 h 886029"/>
              <a:gd name="connsiteX24" fmla="*/ 1244276 w 1891562"/>
              <a:gd name="connsiteY24" fmla="*/ 785434 h 886029"/>
              <a:gd name="connsiteX25" fmla="*/ 1542772 w 1891562"/>
              <a:gd name="connsiteY25" fmla="*/ 785433 h 886029"/>
              <a:gd name="connsiteX26" fmla="*/ 1593067 w 1891562"/>
              <a:gd name="connsiteY26" fmla="*/ 835728 h 886029"/>
              <a:gd name="connsiteX27" fmla="*/ 1542772 w 1891562"/>
              <a:gd name="connsiteY27" fmla="*/ 886023 h 886029"/>
              <a:gd name="connsiteX28" fmla="*/ 1492476 w 1891562"/>
              <a:gd name="connsiteY28" fmla="*/ 835728 h 886029"/>
              <a:gd name="connsiteX29" fmla="*/ 1542772 w 1891562"/>
              <a:gd name="connsiteY29" fmla="*/ 785433 h 886029"/>
              <a:gd name="connsiteX30" fmla="*/ 1841267 w 1891562"/>
              <a:gd name="connsiteY30" fmla="*/ 785432 h 886029"/>
              <a:gd name="connsiteX31" fmla="*/ 1891562 w 1891562"/>
              <a:gd name="connsiteY31" fmla="*/ 835727 h 886029"/>
              <a:gd name="connsiteX32" fmla="*/ 1841267 w 1891562"/>
              <a:gd name="connsiteY32" fmla="*/ 886022 h 886029"/>
              <a:gd name="connsiteX33" fmla="*/ 1790971 w 1891562"/>
              <a:gd name="connsiteY33" fmla="*/ 835727 h 886029"/>
              <a:gd name="connsiteX34" fmla="*/ 1841267 w 1891562"/>
              <a:gd name="connsiteY34" fmla="*/ 785432 h 886029"/>
              <a:gd name="connsiteX35" fmla="*/ 50296 w 1891562"/>
              <a:gd name="connsiteY35" fmla="*/ 523628 h 886029"/>
              <a:gd name="connsiteX36" fmla="*/ 100591 w 1891562"/>
              <a:gd name="connsiteY36" fmla="*/ 573923 h 886029"/>
              <a:gd name="connsiteX37" fmla="*/ 50296 w 1891562"/>
              <a:gd name="connsiteY37" fmla="*/ 624218 h 886029"/>
              <a:gd name="connsiteX38" fmla="*/ 0 w 1891562"/>
              <a:gd name="connsiteY38" fmla="*/ 573923 h 886029"/>
              <a:gd name="connsiteX39" fmla="*/ 50296 w 1891562"/>
              <a:gd name="connsiteY39" fmla="*/ 523628 h 886029"/>
              <a:gd name="connsiteX40" fmla="*/ 348791 w 1891562"/>
              <a:gd name="connsiteY40" fmla="*/ 523627 h 886029"/>
              <a:gd name="connsiteX41" fmla="*/ 399086 w 1891562"/>
              <a:gd name="connsiteY41" fmla="*/ 573922 h 886029"/>
              <a:gd name="connsiteX42" fmla="*/ 348791 w 1891562"/>
              <a:gd name="connsiteY42" fmla="*/ 624217 h 886029"/>
              <a:gd name="connsiteX43" fmla="*/ 298495 w 1891562"/>
              <a:gd name="connsiteY43" fmla="*/ 573922 h 886029"/>
              <a:gd name="connsiteX44" fmla="*/ 348791 w 1891562"/>
              <a:gd name="connsiteY44" fmla="*/ 523627 h 886029"/>
              <a:gd name="connsiteX45" fmla="*/ 647286 w 1891562"/>
              <a:gd name="connsiteY45" fmla="*/ 523625 h 886029"/>
              <a:gd name="connsiteX46" fmla="*/ 697581 w 1891562"/>
              <a:gd name="connsiteY46" fmla="*/ 573921 h 886029"/>
              <a:gd name="connsiteX47" fmla="*/ 647286 w 1891562"/>
              <a:gd name="connsiteY47" fmla="*/ 624216 h 886029"/>
              <a:gd name="connsiteX48" fmla="*/ 596991 w 1891562"/>
              <a:gd name="connsiteY48" fmla="*/ 573921 h 886029"/>
              <a:gd name="connsiteX49" fmla="*/ 647286 w 1891562"/>
              <a:gd name="connsiteY49" fmla="*/ 523625 h 886029"/>
              <a:gd name="connsiteX50" fmla="*/ 945781 w 1891562"/>
              <a:gd name="connsiteY50" fmla="*/ 523624 h 886029"/>
              <a:gd name="connsiteX51" fmla="*/ 996077 w 1891562"/>
              <a:gd name="connsiteY51" fmla="*/ 573920 h 886029"/>
              <a:gd name="connsiteX52" fmla="*/ 945781 w 1891562"/>
              <a:gd name="connsiteY52" fmla="*/ 624215 h 886029"/>
              <a:gd name="connsiteX53" fmla="*/ 895486 w 1891562"/>
              <a:gd name="connsiteY53" fmla="*/ 573920 h 886029"/>
              <a:gd name="connsiteX54" fmla="*/ 945781 w 1891562"/>
              <a:gd name="connsiteY54" fmla="*/ 523624 h 886029"/>
              <a:gd name="connsiteX55" fmla="*/ 1244276 w 1891562"/>
              <a:gd name="connsiteY55" fmla="*/ 523623 h 886029"/>
              <a:gd name="connsiteX56" fmla="*/ 1294572 w 1891562"/>
              <a:gd name="connsiteY56" fmla="*/ 573919 h 886029"/>
              <a:gd name="connsiteX57" fmla="*/ 1244276 w 1891562"/>
              <a:gd name="connsiteY57" fmla="*/ 624214 h 886029"/>
              <a:gd name="connsiteX58" fmla="*/ 1193981 w 1891562"/>
              <a:gd name="connsiteY58" fmla="*/ 573919 h 886029"/>
              <a:gd name="connsiteX59" fmla="*/ 1244276 w 1891562"/>
              <a:gd name="connsiteY59" fmla="*/ 523623 h 886029"/>
              <a:gd name="connsiteX60" fmla="*/ 1542772 w 1891562"/>
              <a:gd name="connsiteY60" fmla="*/ 523622 h 886029"/>
              <a:gd name="connsiteX61" fmla="*/ 1593067 w 1891562"/>
              <a:gd name="connsiteY61" fmla="*/ 573917 h 886029"/>
              <a:gd name="connsiteX62" fmla="*/ 1542772 w 1891562"/>
              <a:gd name="connsiteY62" fmla="*/ 624213 h 886029"/>
              <a:gd name="connsiteX63" fmla="*/ 1492476 w 1891562"/>
              <a:gd name="connsiteY63" fmla="*/ 573917 h 886029"/>
              <a:gd name="connsiteX64" fmla="*/ 1542772 w 1891562"/>
              <a:gd name="connsiteY64" fmla="*/ 523622 h 886029"/>
              <a:gd name="connsiteX65" fmla="*/ 1841267 w 1891562"/>
              <a:gd name="connsiteY65" fmla="*/ 523621 h 886029"/>
              <a:gd name="connsiteX66" fmla="*/ 1891562 w 1891562"/>
              <a:gd name="connsiteY66" fmla="*/ 573916 h 886029"/>
              <a:gd name="connsiteX67" fmla="*/ 1841267 w 1891562"/>
              <a:gd name="connsiteY67" fmla="*/ 624212 h 886029"/>
              <a:gd name="connsiteX68" fmla="*/ 1790971 w 1891562"/>
              <a:gd name="connsiteY68" fmla="*/ 573916 h 886029"/>
              <a:gd name="connsiteX69" fmla="*/ 1841267 w 1891562"/>
              <a:gd name="connsiteY69" fmla="*/ 523621 h 886029"/>
              <a:gd name="connsiteX70" fmla="*/ 50297 w 1891562"/>
              <a:gd name="connsiteY70" fmla="*/ 261817 h 886029"/>
              <a:gd name="connsiteX71" fmla="*/ 100592 w 1891562"/>
              <a:gd name="connsiteY71" fmla="*/ 312112 h 886029"/>
              <a:gd name="connsiteX72" fmla="*/ 50297 w 1891562"/>
              <a:gd name="connsiteY72" fmla="*/ 362408 h 886029"/>
              <a:gd name="connsiteX73" fmla="*/ 1 w 1891562"/>
              <a:gd name="connsiteY73" fmla="*/ 312112 h 886029"/>
              <a:gd name="connsiteX74" fmla="*/ 50297 w 1891562"/>
              <a:gd name="connsiteY74" fmla="*/ 261817 h 886029"/>
              <a:gd name="connsiteX75" fmla="*/ 348791 w 1891562"/>
              <a:gd name="connsiteY75" fmla="*/ 261816 h 886029"/>
              <a:gd name="connsiteX76" fmla="*/ 399086 w 1891562"/>
              <a:gd name="connsiteY76" fmla="*/ 312111 h 886029"/>
              <a:gd name="connsiteX77" fmla="*/ 348791 w 1891562"/>
              <a:gd name="connsiteY77" fmla="*/ 362407 h 886029"/>
              <a:gd name="connsiteX78" fmla="*/ 298495 w 1891562"/>
              <a:gd name="connsiteY78" fmla="*/ 312111 h 886029"/>
              <a:gd name="connsiteX79" fmla="*/ 348791 w 1891562"/>
              <a:gd name="connsiteY79" fmla="*/ 261816 h 886029"/>
              <a:gd name="connsiteX80" fmla="*/ 647286 w 1891562"/>
              <a:gd name="connsiteY80" fmla="*/ 261815 h 886029"/>
              <a:gd name="connsiteX81" fmla="*/ 697581 w 1891562"/>
              <a:gd name="connsiteY81" fmla="*/ 312110 h 886029"/>
              <a:gd name="connsiteX82" fmla="*/ 647286 w 1891562"/>
              <a:gd name="connsiteY82" fmla="*/ 362406 h 886029"/>
              <a:gd name="connsiteX83" fmla="*/ 596992 w 1891562"/>
              <a:gd name="connsiteY83" fmla="*/ 312110 h 886029"/>
              <a:gd name="connsiteX84" fmla="*/ 647286 w 1891562"/>
              <a:gd name="connsiteY84" fmla="*/ 261815 h 886029"/>
              <a:gd name="connsiteX85" fmla="*/ 945781 w 1891562"/>
              <a:gd name="connsiteY85" fmla="*/ 261814 h 886029"/>
              <a:gd name="connsiteX86" fmla="*/ 996077 w 1891562"/>
              <a:gd name="connsiteY86" fmla="*/ 312109 h 886029"/>
              <a:gd name="connsiteX87" fmla="*/ 945781 w 1891562"/>
              <a:gd name="connsiteY87" fmla="*/ 362404 h 886029"/>
              <a:gd name="connsiteX88" fmla="*/ 895486 w 1891562"/>
              <a:gd name="connsiteY88" fmla="*/ 312109 h 886029"/>
              <a:gd name="connsiteX89" fmla="*/ 945781 w 1891562"/>
              <a:gd name="connsiteY89" fmla="*/ 261814 h 886029"/>
              <a:gd name="connsiteX90" fmla="*/ 1244276 w 1891562"/>
              <a:gd name="connsiteY90" fmla="*/ 261813 h 886029"/>
              <a:gd name="connsiteX91" fmla="*/ 1294572 w 1891562"/>
              <a:gd name="connsiteY91" fmla="*/ 312108 h 886029"/>
              <a:gd name="connsiteX92" fmla="*/ 1244276 w 1891562"/>
              <a:gd name="connsiteY92" fmla="*/ 362403 h 886029"/>
              <a:gd name="connsiteX93" fmla="*/ 1193981 w 1891562"/>
              <a:gd name="connsiteY93" fmla="*/ 312108 h 886029"/>
              <a:gd name="connsiteX94" fmla="*/ 1244276 w 1891562"/>
              <a:gd name="connsiteY94" fmla="*/ 261813 h 886029"/>
              <a:gd name="connsiteX95" fmla="*/ 1542772 w 1891562"/>
              <a:gd name="connsiteY95" fmla="*/ 261811 h 886029"/>
              <a:gd name="connsiteX96" fmla="*/ 1593067 w 1891562"/>
              <a:gd name="connsiteY96" fmla="*/ 312107 h 886029"/>
              <a:gd name="connsiteX97" fmla="*/ 1542772 w 1891562"/>
              <a:gd name="connsiteY97" fmla="*/ 362402 h 886029"/>
              <a:gd name="connsiteX98" fmla="*/ 1492476 w 1891562"/>
              <a:gd name="connsiteY98" fmla="*/ 312107 h 886029"/>
              <a:gd name="connsiteX99" fmla="*/ 1542772 w 1891562"/>
              <a:gd name="connsiteY99" fmla="*/ 261811 h 886029"/>
              <a:gd name="connsiteX100" fmla="*/ 1841267 w 1891562"/>
              <a:gd name="connsiteY100" fmla="*/ 261810 h 886029"/>
              <a:gd name="connsiteX101" fmla="*/ 1891562 w 1891562"/>
              <a:gd name="connsiteY101" fmla="*/ 312106 h 886029"/>
              <a:gd name="connsiteX102" fmla="*/ 1841267 w 1891562"/>
              <a:gd name="connsiteY102" fmla="*/ 362401 h 886029"/>
              <a:gd name="connsiteX103" fmla="*/ 1790971 w 1891562"/>
              <a:gd name="connsiteY103" fmla="*/ 312106 h 886029"/>
              <a:gd name="connsiteX104" fmla="*/ 1841267 w 1891562"/>
              <a:gd name="connsiteY104" fmla="*/ 261810 h 886029"/>
              <a:gd name="connsiteX105" fmla="*/ 50297 w 1891562"/>
              <a:gd name="connsiteY105" fmla="*/ 6 h 886029"/>
              <a:gd name="connsiteX106" fmla="*/ 100592 w 1891562"/>
              <a:gd name="connsiteY106" fmla="*/ 50302 h 886029"/>
              <a:gd name="connsiteX107" fmla="*/ 50297 w 1891562"/>
              <a:gd name="connsiteY107" fmla="*/ 100597 h 886029"/>
              <a:gd name="connsiteX108" fmla="*/ 1 w 1891562"/>
              <a:gd name="connsiteY108" fmla="*/ 50302 h 886029"/>
              <a:gd name="connsiteX109" fmla="*/ 50297 w 1891562"/>
              <a:gd name="connsiteY109" fmla="*/ 6 h 886029"/>
              <a:gd name="connsiteX110" fmla="*/ 348792 w 1891562"/>
              <a:gd name="connsiteY110" fmla="*/ 5 h 886029"/>
              <a:gd name="connsiteX111" fmla="*/ 399087 w 1891562"/>
              <a:gd name="connsiteY111" fmla="*/ 50301 h 886029"/>
              <a:gd name="connsiteX112" fmla="*/ 348792 w 1891562"/>
              <a:gd name="connsiteY112" fmla="*/ 100596 h 886029"/>
              <a:gd name="connsiteX113" fmla="*/ 298497 w 1891562"/>
              <a:gd name="connsiteY113" fmla="*/ 50301 h 886029"/>
              <a:gd name="connsiteX114" fmla="*/ 348792 w 1891562"/>
              <a:gd name="connsiteY114" fmla="*/ 5 h 886029"/>
              <a:gd name="connsiteX115" fmla="*/ 647287 w 1891562"/>
              <a:gd name="connsiteY115" fmla="*/ 4 h 886029"/>
              <a:gd name="connsiteX116" fmla="*/ 697581 w 1891562"/>
              <a:gd name="connsiteY116" fmla="*/ 50300 h 886029"/>
              <a:gd name="connsiteX117" fmla="*/ 647287 w 1891562"/>
              <a:gd name="connsiteY117" fmla="*/ 100595 h 886029"/>
              <a:gd name="connsiteX118" fmla="*/ 596992 w 1891562"/>
              <a:gd name="connsiteY118" fmla="*/ 50300 h 886029"/>
              <a:gd name="connsiteX119" fmla="*/ 647287 w 1891562"/>
              <a:gd name="connsiteY119" fmla="*/ 4 h 886029"/>
              <a:gd name="connsiteX120" fmla="*/ 945781 w 1891562"/>
              <a:gd name="connsiteY120" fmla="*/ 3 h 886029"/>
              <a:gd name="connsiteX121" fmla="*/ 996077 w 1891562"/>
              <a:gd name="connsiteY121" fmla="*/ 50298 h 886029"/>
              <a:gd name="connsiteX122" fmla="*/ 945781 w 1891562"/>
              <a:gd name="connsiteY122" fmla="*/ 100594 h 886029"/>
              <a:gd name="connsiteX123" fmla="*/ 895486 w 1891562"/>
              <a:gd name="connsiteY123" fmla="*/ 50298 h 886029"/>
              <a:gd name="connsiteX124" fmla="*/ 945781 w 1891562"/>
              <a:gd name="connsiteY124" fmla="*/ 3 h 886029"/>
              <a:gd name="connsiteX125" fmla="*/ 1244276 w 1891562"/>
              <a:gd name="connsiteY125" fmla="*/ 2 h 886029"/>
              <a:gd name="connsiteX126" fmla="*/ 1294572 w 1891562"/>
              <a:gd name="connsiteY126" fmla="*/ 50297 h 886029"/>
              <a:gd name="connsiteX127" fmla="*/ 1244276 w 1891562"/>
              <a:gd name="connsiteY127" fmla="*/ 100593 h 886029"/>
              <a:gd name="connsiteX128" fmla="*/ 1193981 w 1891562"/>
              <a:gd name="connsiteY128" fmla="*/ 50297 h 886029"/>
              <a:gd name="connsiteX129" fmla="*/ 1244276 w 1891562"/>
              <a:gd name="connsiteY129" fmla="*/ 2 h 886029"/>
              <a:gd name="connsiteX130" fmla="*/ 1542772 w 1891562"/>
              <a:gd name="connsiteY130" fmla="*/ 1 h 886029"/>
              <a:gd name="connsiteX131" fmla="*/ 1593067 w 1891562"/>
              <a:gd name="connsiteY131" fmla="*/ 50296 h 886029"/>
              <a:gd name="connsiteX132" fmla="*/ 1542772 w 1891562"/>
              <a:gd name="connsiteY132" fmla="*/ 100591 h 886029"/>
              <a:gd name="connsiteX133" fmla="*/ 1492476 w 1891562"/>
              <a:gd name="connsiteY133" fmla="*/ 50296 h 886029"/>
              <a:gd name="connsiteX134" fmla="*/ 1542772 w 1891562"/>
              <a:gd name="connsiteY134" fmla="*/ 1 h 886029"/>
              <a:gd name="connsiteX135" fmla="*/ 1841267 w 1891562"/>
              <a:gd name="connsiteY135" fmla="*/ 0 h 886029"/>
              <a:gd name="connsiteX136" fmla="*/ 1891562 w 1891562"/>
              <a:gd name="connsiteY136" fmla="*/ 50295 h 886029"/>
              <a:gd name="connsiteX137" fmla="*/ 1841267 w 1891562"/>
              <a:gd name="connsiteY137" fmla="*/ 100590 h 886029"/>
              <a:gd name="connsiteX138" fmla="*/ 1790971 w 1891562"/>
              <a:gd name="connsiteY138" fmla="*/ 50295 h 886029"/>
              <a:gd name="connsiteX139" fmla="*/ 1841267 w 1891562"/>
              <a:gd name="connsiteY139" fmla="*/ 0 h 8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891562" h="886029">
                <a:moveTo>
                  <a:pt x="50296" y="785438"/>
                </a:moveTo>
                <a:cubicBezTo>
                  <a:pt x="78073" y="785438"/>
                  <a:pt x="100591" y="807956"/>
                  <a:pt x="100591" y="835734"/>
                </a:cubicBezTo>
                <a:cubicBezTo>
                  <a:pt x="100591" y="863512"/>
                  <a:pt x="78073" y="886029"/>
                  <a:pt x="50296" y="886029"/>
                </a:cubicBezTo>
                <a:cubicBezTo>
                  <a:pt x="22518" y="886029"/>
                  <a:pt x="0" y="863512"/>
                  <a:pt x="0" y="835734"/>
                </a:cubicBezTo>
                <a:cubicBezTo>
                  <a:pt x="0" y="807956"/>
                  <a:pt x="22518" y="785438"/>
                  <a:pt x="50296" y="785438"/>
                </a:cubicBezTo>
                <a:close/>
                <a:moveTo>
                  <a:pt x="348791" y="785437"/>
                </a:moveTo>
                <a:cubicBezTo>
                  <a:pt x="376569" y="785437"/>
                  <a:pt x="399086" y="807955"/>
                  <a:pt x="399086" y="835733"/>
                </a:cubicBezTo>
                <a:cubicBezTo>
                  <a:pt x="399086" y="863510"/>
                  <a:pt x="376569" y="886028"/>
                  <a:pt x="348791" y="886028"/>
                </a:cubicBezTo>
                <a:cubicBezTo>
                  <a:pt x="321013" y="886028"/>
                  <a:pt x="298495" y="863510"/>
                  <a:pt x="298495" y="835733"/>
                </a:cubicBezTo>
                <a:cubicBezTo>
                  <a:pt x="298495" y="807955"/>
                  <a:pt x="321013" y="785437"/>
                  <a:pt x="348791" y="785437"/>
                </a:cubicBezTo>
                <a:close/>
                <a:moveTo>
                  <a:pt x="647286" y="785436"/>
                </a:moveTo>
                <a:cubicBezTo>
                  <a:pt x="675064" y="785436"/>
                  <a:pt x="697581" y="807954"/>
                  <a:pt x="697581" y="835731"/>
                </a:cubicBezTo>
                <a:cubicBezTo>
                  <a:pt x="697581" y="863509"/>
                  <a:pt x="675064" y="886027"/>
                  <a:pt x="647286" y="886027"/>
                </a:cubicBezTo>
                <a:cubicBezTo>
                  <a:pt x="619508" y="886027"/>
                  <a:pt x="596991" y="863509"/>
                  <a:pt x="596991" y="835731"/>
                </a:cubicBezTo>
                <a:cubicBezTo>
                  <a:pt x="596991" y="807954"/>
                  <a:pt x="619508" y="785436"/>
                  <a:pt x="647286" y="785436"/>
                </a:cubicBezTo>
                <a:close/>
                <a:moveTo>
                  <a:pt x="945781" y="785435"/>
                </a:moveTo>
                <a:cubicBezTo>
                  <a:pt x="973559" y="785435"/>
                  <a:pt x="996077" y="807952"/>
                  <a:pt x="996077" y="835730"/>
                </a:cubicBezTo>
                <a:cubicBezTo>
                  <a:pt x="996077" y="863508"/>
                  <a:pt x="973559" y="886026"/>
                  <a:pt x="945781" y="886026"/>
                </a:cubicBezTo>
                <a:cubicBezTo>
                  <a:pt x="918003" y="886026"/>
                  <a:pt x="895486" y="863508"/>
                  <a:pt x="895486" y="835730"/>
                </a:cubicBezTo>
                <a:cubicBezTo>
                  <a:pt x="895486" y="807952"/>
                  <a:pt x="918003" y="785435"/>
                  <a:pt x="945781" y="785435"/>
                </a:cubicBezTo>
                <a:close/>
                <a:moveTo>
                  <a:pt x="1244276" y="785434"/>
                </a:moveTo>
                <a:cubicBezTo>
                  <a:pt x="1272054" y="785434"/>
                  <a:pt x="1294572" y="807951"/>
                  <a:pt x="1294572" y="835729"/>
                </a:cubicBezTo>
                <a:cubicBezTo>
                  <a:pt x="1294572" y="863507"/>
                  <a:pt x="1272054" y="886025"/>
                  <a:pt x="1244276" y="886025"/>
                </a:cubicBezTo>
                <a:cubicBezTo>
                  <a:pt x="1216498" y="886025"/>
                  <a:pt x="1193981" y="863507"/>
                  <a:pt x="1193981" y="835729"/>
                </a:cubicBezTo>
                <a:cubicBezTo>
                  <a:pt x="1193981" y="807951"/>
                  <a:pt x="1216498" y="785434"/>
                  <a:pt x="1244276" y="785434"/>
                </a:cubicBezTo>
                <a:close/>
                <a:moveTo>
                  <a:pt x="1542772" y="785433"/>
                </a:moveTo>
                <a:cubicBezTo>
                  <a:pt x="1570549" y="785433"/>
                  <a:pt x="1593067" y="807950"/>
                  <a:pt x="1593067" y="835728"/>
                </a:cubicBezTo>
                <a:cubicBezTo>
                  <a:pt x="1593067" y="863506"/>
                  <a:pt x="1570549" y="886023"/>
                  <a:pt x="1542772" y="886023"/>
                </a:cubicBezTo>
                <a:cubicBezTo>
                  <a:pt x="1514994" y="886023"/>
                  <a:pt x="1492476" y="863506"/>
                  <a:pt x="1492476" y="835728"/>
                </a:cubicBezTo>
                <a:cubicBezTo>
                  <a:pt x="1492476" y="807950"/>
                  <a:pt x="1514994" y="785433"/>
                  <a:pt x="1542772" y="785433"/>
                </a:cubicBezTo>
                <a:close/>
                <a:moveTo>
                  <a:pt x="1841267" y="785432"/>
                </a:moveTo>
                <a:cubicBezTo>
                  <a:pt x="1869045" y="785432"/>
                  <a:pt x="1891562" y="807949"/>
                  <a:pt x="1891562" y="835727"/>
                </a:cubicBezTo>
                <a:cubicBezTo>
                  <a:pt x="1891562" y="863505"/>
                  <a:pt x="1869045" y="886022"/>
                  <a:pt x="1841267" y="886022"/>
                </a:cubicBezTo>
                <a:cubicBezTo>
                  <a:pt x="1813489" y="886022"/>
                  <a:pt x="1790971" y="863505"/>
                  <a:pt x="1790971" y="835727"/>
                </a:cubicBezTo>
                <a:cubicBezTo>
                  <a:pt x="1790971" y="807949"/>
                  <a:pt x="1813489" y="785432"/>
                  <a:pt x="1841267" y="785432"/>
                </a:cubicBezTo>
                <a:close/>
                <a:moveTo>
                  <a:pt x="50296" y="523628"/>
                </a:moveTo>
                <a:cubicBezTo>
                  <a:pt x="78073" y="523628"/>
                  <a:pt x="100591" y="546145"/>
                  <a:pt x="100591" y="573923"/>
                </a:cubicBezTo>
                <a:cubicBezTo>
                  <a:pt x="100591" y="601701"/>
                  <a:pt x="78073" y="624218"/>
                  <a:pt x="50296" y="624218"/>
                </a:cubicBezTo>
                <a:cubicBezTo>
                  <a:pt x="22518" y="624218"/>
                  <a:pt x="0" y="601701"/>
                  <a:pt x="0" y="573923"/>
                </a:cubicBezTo>
                <a:cubicBezTo>
                  <a:pt x="0" y="546145"/>
                  <a:pt x="22518" y="523628"/>
                  <a:pt x="50296" y="523628"/>
                </a:cubicBezTo>
                <a:close/>
                <a:moveTo>
                  <a:pt x="348791" y="523627"/>
                </a:moveTo>
                <a:cubicBezTo>
                  <a:pt x="376569" y="523627"/>
                  <a:pt x="399086" y="546144"/>
                  <a:pt x="399086" y="573922"/>
                </a:cubicBezTo>
                <a:cubicBezTo>
                  <a:pt x="399086" y="601700"/>
                  <a:pt x="376569" y="624217"/>
                  <a:pt x="348791" y="624217"/>
                </a:cubicBezTo>
                <a:cubicBezTo>
                  <a:pt x="321013" y="624217"/>
                  <a:pt x="298495" y="601700"/>
                  <a:pt x="298495" y="573922"/>
                </a:cubicBezTo>
                <a:cubicBezTo>
                  <a:pt x="298495" y="546144"/>
                  <a:pt x="321013" y="523627"/>
                  <a:pt x="348791" y="523627"/>
                </a:cubicBezTo>
                <a:close/>
                <a:moveTo>
                  <a:pt x="647286" y="523625"/>
                </a:moveTo>
                <a:cubicBezTo>
                  <a:pt x="675064" y="523625"/>
                  <a:pt x="697581" y="546143"/>
                  <a:pt x="697581" y="573921"/>
                </a:cubicBezTo>
                <a:cubicBezTo>
                  <a:pt x="697581" y="601699"/>
                  <a:pt x="675064" y="624216"/>
                  <a:pt x="647286" y="624216"/>
                </a:cubicBezTo>
                <a:cubicBezTo>
                  <a:pt x="619508" y="624216"/>
                  <a:pt x="596991" y="601699"/>
                  <a:pt x="596991" y="573921"/>
                </a:cubicBezTo>
                <a:cubicBezTo>
                  <a:pt x="596991" y="546143"/>
                  <a:pt x="619508" y="523625"/>
                  <a:pt x="647286" y="523625"/>
                </a:cubicBezTo>
                <a:close/>
                <a:moveTo>
                  <a:pt x="945781" y="523624"/>
                </a:moveTo>
                <a:cubicBezTo>
                  <a:pt x="973559" y="523624"/>
                  <a:pt x="996077" y="546142"/>
                  <a:pt x="996077" y="573920"/>
                </a:cubicBezTo>
                <a:cubicBezTo>
                  <a:pt x="996077" y="601698"/>
                  <a:pt x="973559" y="624215"/>
                  <a:pt x="945781" y="624215"/>
                </a:cubicBezTo>
                <a:cubicBezTo>
                  <a:pt x="918003" y="624215"/>
                  <a:pt x="895486" y="601698"/>
                  <a:pt x="895486" y="573920"/>
                </a:cubicBezTo>
                <a:cubicBezTo>
                  <a:pt x="895486" y="546142"/>
                  <a:pt x="918003" y="523624"/>
                  <a:pt x="945781" y="523624"/>
                </a:cubicBezTo>
                <a:close/>
                <a:moveTo>
                  <a:pt x="1244276" y="523623"/>
                </a:moveTo>
                <a:cubicBezTo>
                  <a:pt x="1272054" y="523623"/>
                  <a:pt x="1294572" y="546141"/>
                  <a:pt x="1294572" y="573919"/>
                </a:cubicBezTo>
                <a:cubicBezTo>
                  <a:pt x="1294572" y="601696"/>
                  <a:pt x="1272054" y="624214"/>
                  <a:pt x="1244276" y="624214"/>
                </a:cubicBezTo>
                <a:cubicBezTo>
                  <a:pt x="1216498" y="624214"/>
                  <a:pt x="1193981" y="601696"/>
                  <a:pt x="1193981" y="573919"/>
                </a:cubicBezTo>
                <a:cubicBezTo>
                  <a:pt x="1193981" y="546141"/>
                  <a:pt x="1216498" y="523623"/>
                  <a:pt x="1244276" y="523623"/>
                </a:cubicBezTo>
                <a:close/>
                <a:moveTo>
                  <a:pt x="1542772" y="523622"/>
                </a:moveTo>
                <a:cubicBezTo>
                  <a:pt x="1570549" y="523622"/>
                  <a:pt x="1593067" y="546140"/>
                  <a:pt x="1593067" y="573917"/>
                </a:cubicBezTo>
                <a:cubicBezTo>
                  <a:pt x="1593067" y="601695"/>
                  <a:pt x="1570549" y="624213"/>
                  <a:pt x="1542772" y="624213"/>
                </a:cubicBezTo>
                <a:cubicBezTo>
                  <a:pt x="1514994" y="624213"/>
                  <a:pt x="1492476" y="601695"/>
                  <a:pt x="1492476" y="573917"/>
                </a:cubicBezTo>
                <a:cubicBezTo>
                  <a:pt x="1492476" y="546140"/>
                  <a:pt x="1514994" y="523622"/>
                  <a:pt x="1542772" y="523622"/>
                </a:cubicBezTo>
                <a:close/>
                <a:moveTo>
                  <a:pt x="1841267" y="523621"/>
                </a:moveTo>
                <a:cubicBezTo>
                  <a:pt x="1869045" y="523621"/>
                  <a:pt x="1891562" y="546138"/>
                  <a:pt x="1891562" y="573916"/>
                </a:cubicBezTo>
                <a:cubicBezTo>
                  <a:pt x="1891562" y="601694"/>
                  <a:pt x="1869045" y="624212"/>
                  <a:pt x="1841267" y="624212"/>
                </a:cubicBezTo>
                <a:cubicBezTo>
                  <a:pt x="1813489" y="624212"/>
                  <a:pt x="1790971" y="601694"/>
                  <a:pt x="1790971" y="573916"/>
                </a:cubicBezTo>
                <a:cubicBezTo>
                  <a:pt x="1790971" y="546138"/>
                  <a:pt x="1813489" y="523621"/>
                  <a:pt x="1841267" y="523621"/>
                </a:cubicBezTo>
                <a:close/>
                <a:moveTo>
                  <a:pt x="50297" y="261817"/>
                </a:moveTo>
                <a:cubicBezTo>
                  <a:pt x="78075" y="261817"/>
                  <a:pt x="100592" y="284335"/>
                  <a:pt x="100592" y="312112"/>
                </a:cubicBezTo>
                <a:cubicBezTo>
                  <a:pt x="100592" y="339890"/>
                  <a:pt x="78075" y="362408"/>
                  <a:pt x="50297" y="362408"/>
                </a:cubicBezTo>
                <a:cubicBezTo>
                  <a:pt x="22519" y="362408"/>
                  <a:pt x="1" y="339890"/>
                  <a:pt x="1" y="312112"/>
                </a:cubicBezTo>
                <a:cubicBezTo>
                  <a:pt x="1" y="284335"/>
                  <a:pt x="22519" y="261817"/>
                  <a:pt x="50297" y="261817"/>
                </a:cubicBezTo>
                <a:close/>
                <a:moveTo>
                  <a:pt x="348791" y="261816"/>
                </a:moveTo>
                <a:cubicBezTo>
                  <a:pt x="376570" y="261816"/>
                  <a:pt x="399086" y="284333"/>
                  <a:pt x="399086" y="312111"/>
                </a:cubicBezTo>
                <a:cubicBezTo>
                  <a:pt x="399086" y="339889"/>
                  <a:pt x="376570" y="362407"/>
                  <a:pt x="348791" y="362407"/>
                </a:cubicBezTo>
                <a:cubicBezTo>
                  <a:pt x="321013" y="362407"/>
                  <a:pt x="298495" y="339889"/>
                  <a:pt x="298495" y="312111"/>
                </a:cubicBezTo>
                <a:cubicBezTo>
                  <a:pt x="298495" y="284333"/>
                  <a:pt x="321013" y="261816"/>
                  <a:pt x="348791" y="261816"/>
                </a:cubicBezTo>
                <a:close/>
                <a:moveTo>
                  <a:pt x="647286" y="261815"/>
                </a:moveTo>
                <a:cubicBezTo>
                  <a:pt x="675065" y="261815"/>
                  <a:pt x="697581" y="284332"/>
                  <a:pt x="697581" y="312110"/>
                </a:cubicBezTo>
                <a:cubicBezTo>
                  <a:pt x="697581" y="339888"/>
                  <a:pt x="675065" y="362406"/>
                  <a:pt x="647286" y="362406"/>
                </a:cubicBezTo>
                <a:cubicBezTo>
                  <a:pt x="619508" y="362406"/>
                  <a:pt x="596992" y="339888"/>
                  <a:pt x="596992" y="312110"/>
                </a:cubicBezTo>
                <a:cubicBezTo>
                  <a:pt x="596992" y="284332"/>
                  <a:pt x="619508" y="261815"/>
                  <a:pt x="647286" y="261815"/>
                </a:cubicBezTo>
                <a:close/>
                <a:moveTo>
                  <a:pt x="945781" y="261814"/>
                </a:moveTo>
                <a:cubicBezTo>
                  <a:pt x="973559" y="261814"/>
                  <a:pt x="996077" y="284331"/>
                  <a:pt x="996077" y="312109"/>
                </a:cubicBezTo>
                <a:cubicBezTo>
                  <a:pt x="996077" y="339887"/>
                  <a:pt x="973559" y="362404"/>
                  <a:pt x="945781" y="362404"/>
                </a:cubicBezTo>
                <a:cubicBezTo>
                  <a:pt x="918003" y="362404"/>
                  <a:pt x="895486" y="339887"/>
                  <a:pt x="895486" y="312109"/>
                </a:cubicBezTo>
                <a:cubicBezTo>
                  <a:pt x="895486" y="284331"/>
                  <a:pt x="918003" y="261814"/>
                  <a:pt x="945781" y="261814"/>
                </a:cubicBezTo>
                <a:close/>
                <a:moveTo>
                  <a:pt x="1244276" y="261813"/>
                </a:moveTo>
                <a:cubicBezTo>
                  <a:pt x="1272054" y="261813"/>
                  <a:pt x="1294572" y="284330"/>
                  <a:pt x="1294572" y="312108"/>
                </a:cubicBezTo>
                <a:cubicBezTo>
                  <a:pt x="1294572" y="339886"/>
                  <a:pt x="1272054" y="362403"/>
                  <a:pt x="1244276" y="362403"/>
                </a:cubicBezTo>
                <a:cubicBezTo>
                  <a:pt x="1216498" y="362403"/>
                  <a:pt x="1193981" y="339886"/>
                  <a:pt x="1193981" y="312108"/>
                </a:cubicBezTo>
                <a:cubicBezTo>
                  <a:pt x="1193981" y="284330"/>
                  <a:pt x="1216498" y="261813"/>
                  <a:pt x="1244276" y="261813"/>
                </a:cubicBezTo>
                <a:close/>
                <a:moveTo>
                  <a:pt x="1542772" y="261811"/>
                </a:moveTo>
                <a:cubicBezTo>
                  <a:pt x="1570549" y="261811"/>
                  <a:pt x="1593067" y="284329"/>
                  <a:pt x="1593067" y="312107"/>
                </a:cubicBezTo>
                <a:cubicBezTo>
                  <a:pt x="1593067" y="339885"/>
                  <a:pt x="1570549" y="362402"/>
                  <a:pt x="1542772" y="362402"/>
                </a:cubicBezTo>
                <a:cubicBezTo>
                  <a:pt x="1514994" y="362402"/>
                  <a:pt x="1492476" y="339885"/>
                  <a:pt x="1492476" y="312107"/>
                </a:cubicBezTo>
                <a:cubicBezTo>
                  <a:pt x="1492476" y="284329"/>
                  <a:pt x="1514994" y="261811"/>
                  <a:pt x="1542772" y="261811"/>
                </a:cubicBezTo>
                <a:close/>
                <a:moveTo>
                  <a:pt x="1841267" y="261810"/>
                </a:moveTo>
                <a:cubicBezTo>
                  <a:pt x="1869045" y="261810"/>
                  <a:pt x="1891562" y="284328"/>
                  <a:pt x="1891562" y="312106"/>
                </a:cubicBezTo>
                <a:cubicBezTo>
                  <a:pt x="1891562" y="339884"/>
                  <a:pt x="1869045" y="362401"/>
                  <a:pt x="1841267" y="362401"/>
                </a:cubicBezTo>
                <a:cubicBezTo>
                  <a:pt x="1813489" y="362401"/>
                  <a:pt x="1790971" y="339884"/>
                  <a:pt x="1790971" y="312106"/>
                </a:cubicBezTo>
                <a:cubicBezTo>
                  <a:pt x="1790971" y="284328"/>
                  <a:pt x="1813489" y="261810"/>
                  <a:pt x="1841267" y="261810"/>
                </a:cubicBezTo>
                <a:close/>
                <a:moveTo>
                  <a:pt x="50297" y="6"/>
                </a:moveTo>
                <a:cubicBezTo>
                  <a:pt x="78075" y="6"/>
                  <a:pt x="100592" y="22524"/>
                  <a:pt x="100592" y="50302"/>
                </a:cubicBezTo>
                <a:cubicBezTo>
                  <a:pt x="100592" y="78080"/>
                  <a:pt x="78075" y="100597"/>
                  <a:pt x="50297" y="100597"/>
                </a:cubicBezTo>
                <a:cubicBezTo>
                  <a:pt x="22519" y="100597"/>
                  <a:pt x="1" y="78080"/>
                  <a:pt x="1" y="50302"/>
                </a:cubicBezTo>
                <a:cubicBezTo>
                  <a:pt x="1" y="22524"/>
                  <a:pt x="22519" y="6"/>
                  <a:pt x="50297" y="6"/>
                </a:cubicBezTo>
                <a:close/>
                <a:moveTo>
                  <a:pt x="348792" y="5"/>
                </a:moveTo>
                <a:cubicBezTo>
                  <a:pt x="376570" y="5"/>
                  <a:pt x="399087" y="22523"/>
                  <a:pt x="399087" y="50301"/>
                </a:cubicBezTo>
                <a:cubicBezTo>
                  <a:pt x="399087" y="78078"/>
                  <a:pt x="376570" y="100596"/>
                  <a:pt x="348792" y="100596"/>
                </a:cubicBezTo>
                <a:cubicBezTo>
                  <a:pt x="321014" y="100596"/>
                  <a:pt x="298497" y="78078"/>
                  <a:pt x="298497" y="50301"/>
                </a:cubicBezTo>
                <a:cubicBezTo>
                  <a:pt x="298497" y="22523"/>
                  <a:pt x="321014" y="5"/>
                  <a:pt x="348792" y="5"/>
                </a:cubicBezTo>
                <a:close/>
                <a:moveTo>
                  <a:pt x="647287" y="4"/>
                </a:moveTo>
                <a:cubicBezTo>
                  <a:pt x="675065" y="4"/>
                  <a:pt x="697581" y="22522"/>
                  <a:pt x="697581" y="50300"/>
                </a:cubicBezTo>
                <a:cubicBezTo>
                  <a:pt x="697581" y="78077"/>
                  <a:pt x="675065" y="100595"/>
                  <a:pt x="647287" y="100595"/>
                </a:cubicBezTo>
                <a:cubicBezTo>
                  <a:pt x="619509" y="100595"/>
                  <a:pt x="596992" y="78077"/>
                  <a:pt x="596992" y="50300"/>
                </a:cubicBezTo>
                <a:cubicBezTo>
                  <a:pt x="596992" y="22522"/>
                  <a:pt x="619509" y="4"/>
                  <a:pt x="647287" y="4"/>
                </a:cubicBezTo>
                <a:close/>
                <a:moveTo>
                  <a:pt x="945781" y="3"/>
                </a:moveTo>
                <a:cubicBezTo>
                  <a:pt x="973559" y="3"/>
                  <a:pt x="996077" y="22521"/>
                  <a:pt x="996077" y="50298"/>
                </a:cubicBezTo>
                <a:cubicBezTo>
                  <a:pt x="996077" y="78076"/>
                  <a:pt x="973559" y="100594"/>
                  <a:pt x="945781" y="100594"/>
                </a:cubicBezTo>
                <a:cubicBezTo>
                  <a:pt x="918003" y="100594"/>
                  <a:pt x="895486" y="78076"/>
                  <a:pt x="895486" y="50298"/>
                </a:cubicBezTo>
                <a:cubicBezTo>
                  <a:pt x="895486" y="22521"/>
                  <a:pt x="918003" y="3"/>
                  <a:pt x="945781" y="3"/>
                </a:cubicBezTo>
                <a:close/>
                <a:moveTo>
                  <a:pt x="1244276" y="2"/>
                </a:moveTo>
                <a:cubicBezTo>
                  <a:pt x="1272054" y="2"/>
                  <a:pt x="1294572" y="22519"/>
                  <a:pt x="1294572" y="50297"/>
                </a:cubicBezTo>
                <a:cubicBezTo>
                  <a:pt x="1294572" y="78075"/>
                  <a:pt x="1272054" y="100593"/>
                  <a:pt x="1244276" y="100593"/>
                </a:cubicBezTo>
                <a:cubicBezTo>
                  <a:pt x="1216498" y="100593"/>
                  <a:pt x="1193981" y="78075"/>
                  <a:pt x="1193981" y="50297"/>
                </a:cubicBezTo>
                <a:cubicBezTo>
                  <a:pt x="1193981" y="22519"/>
                  <a:pt x="1216498" y="2"/>
                  <a:pt x="1244276" y="2"/>
                </a:cubicBezTo>
                <a:close/>
                <a:moveTo>
                  <a:pt x="1542772" y="1"/>
                </a:moveTo>
                <a:cubicBezTo>
                  <a:pt x="1570549" y="1"/>
                  <a:pt x="1593067" y="22518"/>
                  <a:pt x="1593067" y="50296"/>
                </a:cubicBezTo>
                <a:cubicBezTo>
                  <a:pt x="1593067" y="78074"/>
                  <a:pt x="1570549" y="100591"/>
                  <a:pt x="1542772" y="100591"/>
                </a:cubicBezTo>
                <a:cubicBezTo>
                  <a:pt x="1514994" y="100591"/>
                  <a:pt x="1492476" y="78074"/>
                  <a:pt x="1492476" y="50296"/>
                </a:cubicBezTo>
                <a:cubicBezTo>
                  <a:pt x="1492476" y="22518"/>
                  <a:pt x="1514994" y="1"/>
                  <a:pt x="1542772" y="1"/>
                </a:cubicBezTo>
                <a:close/>
                <a:moveTo>
                  <a:pt x="1841267" y="0"/>
                </a:moveTo>
                <a:cubicBezTo>
                  <a:pt x="1869045" y="0"/>
                  <a:pt x="1891562" y="22517"/>
                  <a:pt x="1891562" y="50295"/>
                </a:cubicBezTo>
                <a:cubicBezTo>
                  <a:pt x="1891562" y="78073"/>
                  <a:pt x="1869045" y="100590"/>
                  <a:pt x="1841267" y="100590"/>
                </a:cubicBezTo>
                <a:cubicBezTo>
                  <a:pt x="1813489" y="100590"/>
                  <a:pt x="1790971" y="78073"/>
                  <a:pt x="1790971" y="50295"/>
                </a:cubicBezTo>
                <a:cubicBezTo>
                  <a:pt x="1790971" y="22517"/>
                  <a:pt x="1813489" y="0"/>
                  <a:pt x="1841267"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Rectangle: Rounded Corners 13">
            <a:extLst>
              <a:ext uri="{FF2B5EF4-FFF2-40B4-BE49-F238E27FC236}">
                <a16:creationId xmlns:a16="http://schemas.microsoft.com/office/drawing/2014/main" id="{32C02F02-35AE-42E2-9C50-6B173930D450}"/>
              </a:ext>
            </a:extLst>
          </p:cNvPr>
          <p:cNvSpPr/>
          <p:nvPr userDrawn="1"/>
        </p:nvSpPr>
        <p:spPr>
          <a:xfrm>
            <a:off x="2425975" y="1502464"/>
            <a:ext cx="7340050" cy="3930927"/>
          </a:xfrm>
          <a:prstGeom prst="roundRect">
            <a:avLst>
              <a:gd name="adj" fmla="val 655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Picture Placeholder 9">
            <a:extLst>
              <a:ext uri="{FF2B5EF4-FFF2-40B4-BE49-F238E27FC236}">
                <a16:creationId xmlns:a16="http://schemas.microsoft.com/office/drawing/2014/main" id="{17C38054-46A7-464D-9074-267C81ED89F2}"/>
              </a:ext>
            </a:extLst>
          </p:cNvPr>
          <p:cNvSpPr>
            <a:spLocks noGrp="1"/>
          </p:cNvSpPr>
          <p:nvPr>
            <p:ph type="pic" sz="quarter" idx="12" hasCustomPrompt="1"/>
          </p:nvPr>
        </p:nvSpPr>
        <p:spPr>
          <a:xfrm>
            <a:off x="6982932" y="645236"/>
            <a:ext cx="3570340" cy="3568955"/>
          </a:xfrm>
          <a:prstGeom prst="roundRect">
            <a:avLst>
              <a:gd name="adj" fmla="val 3715"/>
            </a:avLst>
          </a:prstGeom>
          <a:noFill/>
          <a:effectLst>
            <a:outerShdw blurRad="533400" dist="419100" dir="8100000" algn="tr" rotWithShape="0">
              <a:schemeClr val="tx1">
                <a:alpha val="15000"/>
              </a:schemeClr>
            </a:outerShdw>
          </a:effectLst>
        </p:spPr>
        <p:txBody>
          <a:bodyPr anchor="ctr"/>
          <a:lstStyle>
            <a:lvl1pPr marL="0" indent="0" algn="ctr">
              <a:buNone/>
              <a:defRPr/>
            </a:lvl1pPr>
          </a:lstStyle>
          <a:p>
            <a:r>
              <a:rPr lang="en-US" dirty="0"/>
              <a:t>Picture</a:t>
            </a:r>
          </a:p>
        </p:txBody>
      </p:sp>
      <p:sp>
        <p:nvSpPr>
          <p:cNvPr id="27" name="Freeform: Shape 26">
            <a:extLst>
              <a:ext uri="{FF2B5EF4-FFF2-40B4-BE49-F238E27FC236}">
                <a16:creationId xmlns:a16="http://schemas.microsoft.com/office/drawing/2014/main" id="{0CB30A3F-BDC0-476E-BB66-228AFB102361}"/>
              </a:ext>
            </a:extLst>
          </p:cNvPr>
          <p:cNvSpPr/>
          <p:nvPr userDrawn="1"/>
        </p:nvSpPr>
        <p:spPr>
          <a:xfrm>
            <a:off x="7266372" y="4046059"/>
            <a:ext cx="3373241" cy="1580064"/>
          </a:xfrm>
          <a:custGeom>
            <a:avLst/>
            <a:gdLst>
              <a:gd name="connsiteX0" fmla="*/ 50296 w 1891562"/>
              <a:gd name="connsiteY0" fmla="*/ 785438 h 886029"/>
              <a:gd name="connsiteX1" fmla="*/ 100591 w 1891562"/>
              <a:gd name="connsiteY1" fmla="*/ 835734 h 886029"/>
              <a:gd name="connsiteX2" fmla="*/ 50296 w 1891562"/>
              <a:gd name="connsiteY2" fmla="*/ 886029 h 886029"/>
              <a:gd name="connsiteX3" fmla="*/ 0 w 1891562"/>
              <a:gd name="connsiteY3" fmla="*/ 835734 h 886029"/>
              <a:gd name="connsiteX4" fmla="*/ 50296 w 1891562"/>
              <a:gd name="connsiteY4" fmla="*/ 785438 h 886029"/>
              <a:gd name="connsiteX5" fmla="*/ 348791 w 1891562"/>
              <a:gd name="connsiteY5" fmla="*/ 785437 h 886029"/>
              <a:gd name="connsiteX6" fmla="*/ 399086 w 1891562"/>
              <a:gd name="connsiteY6" fmla="*/ 835733 h 886029"/>
              <a:gd name="connsiteX7" fmla="*/ 348791 w 1891562"/>
              <a:gd name="connsiteY7" fmla="*/ 886028 h 886029"/>
              <a:gd name="connsiteX8" fmla="*/ 298495 w 1891562"/>
              <a:gd name="connsiteY8" fmla="*/ 835733 h 886029"/>
              <a:gd name="connsiteX9" fmla="*/ 348791 w 1891562"/>
              <a:gd name="connsiteY9" fmla="*/ 785437 h 886029"/>
              <a:gd name="connsiteX10" fmla="*/ 647286 w 1891562"/>
              <a:gd name="connsiteY10" fmla="*/ 785436 h 886029"/>
              <a:gd name="connsiteX11" fmla="*/ 697581 w 1891562"/>
              <a:gd name="connsiteY11" fmla="*/ 835731 h 886029"/>
              <a:gd name="connsiteX12" fmla="*/ 647286 w 1891562"/>
              <a:gd name="connsiteY12" fmla="*/ 886027 h 886029"/>
              <a:gd name="connsiteX13" fmla="*/ 596991 w 1891562"/>
              <a:gd name="connsiteY13" fmla="*/ 835731 h 886029"/>
              <a:gd name="connsiteX14" fmla="*/ 647286 w 1891562"/>
              <a:gd name="connsiteY14" fmla="*/ 785436 h 886029"/>
              <a:gd name="connsiteX15" fmla="*/ 945781 w 1891562"/>
              <a:gd name="connsiteY15" fmla="*/ 785435 h 886029"/>
              <a:gd name="connsiteX16" fmla="*/ 996077 w 1891562"/>
              <a:gd name="connsiteY16" fmla="*/ 835730 h 886029"/>
              <a:gd name="connsiteX17" fmla="*/ 945781 w 1891562"/>
              <a:gd name="connsiteY17" fmla="*/ 886026 h 886029"/>
              <a:gd name="connsiteX18" fmla="*/ 895486 w 1891562"/>
              <a:gd name="connsiteY18" fmla="*/ 835730 h 886029"/>
              <a:gd name="connsiteX19" fmla="*/ 945781 w 1891562"/>
              <a:gd name="connsiteY19" fmla="*/ 785435 h 886029"/>
              <a:gd name="connsiteX20" fmla="*/ 1244276 w 1891562"/>
              <a:gd name="connsiteY20" fmla="*/ 785434 h 886029"/>
              <a:gd name="connsiteX21" fmla="*/ 1294572 w 1891562"/>
              <a:gd name="connsiteY21" fmla="*/ 835729 h 886029"/>
              <a:gd name="connsiteX22" fmla="*/ 1244276 w 1891562"/>
              <a:gd name="connsiteY22" fmla="*/ 886025 h 886029"/>
              <a:gd name="connsiteX23" fmla="*/ 1193981 w 1891562"/>
              <a:gd name="connsiteY23" fmla="*/ 835729 h 886029"/>
              <a:gd name="connsiteX24" fmla="*/ 1244276 w 1891562"/>
              <a:gd name="connsiteY24" fmla="*/ 785434 h 886029"/>
              <a:gd name="connsiteX25" fmla="*/ 1542772 w 1891562"/>
              <a:gd name="connsiteY25" fmla="*/ 785433 h 886029"/>
              <a:gd name="connsiteX26" fmla="*/ 1593067 w 1891562"/>
              <a:gd name="connsiteY26" fmla="*/ 835728 h 886029"/>
              <a:gd name="connsiteX27" fmla="*/ 1542772 w 1891562"/>
              <a:gd name="connsiteY27" fmla="*/ 886023 h 886029"/>
              <a:gd name="connsiteX28" fmla="*/ 1492476 w 1891562"/>
              <a:gd name="connsiteY28" fmla="*/ 835728 h 886029"/>
              <a:gd name="connsiteX29" fmla="*/ 1542772 w 1891562"/>
              <a:gd name="connsiteY29" fmla="*/ 785433 h 886029"/>
              <a:gd name="connsiteX30" fmla="*/ 1841267 w 1891562"/>
              <a:gd name="connsiteY30" fmla="*/ 785432 h 886029"/>
              <a:gd name="connsiteX31" fmla="*/ 1891562 w 1891562"/>
              <a:gd name="connsiteY31" fmla="*/ 835727 h 886029"/>
              <a:gd name="connsiteX32" fmla="*/ 1841267 w 1891562"/>
              <a:gd name="connsiteY32" fmla="*/ 886022 h 886029"/>
              <a:gd name="connsiteX33" fmla="*/ 1790971 w 1891562"/>
              <a:gd name="connsiteY33" fmla="*/ 835727 h 886029"/>
              <a:gd name="connsiteX34" fmla="*/ 1841267 w 1891562"/>
              <a:gd name="connsiteY34" fmla="*/ 785432 h 886029"/>
              <a:gd name="connsiteX35" fmla="*/ 50296 w 1891562"/>
              <a:gd name="connsiteY35" fmla="*/ 523628 h 886029"/>
              <a:gd name="connsiteX36" fmla="*/ 100591 w 1891562"/>
              <a:gd name="connsiteY36" fmla="*/ 573923 h 886029"/>
              <a:gd name="connsiteX37" fmla="*/ 50296 w 1891562"/>
              <a:gd name="connsiteY37" fmla="*/ 624218 h 886029"/>
              <a:gd name="connsiteX38" fmla="*/ 0 w 1891562"/>
              <a:gd name="connsiteY38" fmla="*/ 573923 h 886029"/>
              <a:gd name="connsiteX39" fmla="*/ 50296 w 1891562"/>
              <a:gd name="connsiteY39" fmla="*/ 523628 h 886029"/>
              <a:gd name="connsiteX40" fmla="*/ 348791 w 1891562"/>
              <a:gd name="connsiteY40" fmla="*/ 523627 h 886029"/>
              <a:gd name="connsiteX41" fmla="*/ 399086 w 1891562"/>
              <a:gd name="connsiteY41" fmla="*/ 573922 h 886029"/>
              <a:gd name="connsiteX42" fmla="*/ 348791 w 1891562"/>
              <a:gd name="connsiteY42" fmla="*/ 624217 h 886029"/>
              <a:gd name="connsiteX43" fmla="*/ 298495 w 1891562"/>
              <a:gd name="connsiteY43" fmla="*/ 573922 h 886029"/>
              <a:gd name="connsiteX44" fmla="*/ 348791 w 1891562"/>
              <a:gd name="connsiteY44" fmla="*/ 523627 h 886029"/>
              <a:gd name="connsiteX45" fmla="*/ 647286 w 1891562"/>
              <a:gd name="connsiteY45" fmla="*/ 523625 h 886029"/>
              <a:gd name="connsiteX46" fmla="*/ 697581 w 1891562"/>
              <a:gd name="connsiteY46" fmla="*/ 573921 h 886029"/>
              <a:gd name="connsiteX47" fmla="*/ 647286 w 1891562"/>
              <a:gd name="connsiteY47" fmla="*/ 624216 h 886029"/>
              <a:gd name="connsiteX48" fmla="*/ 596991 w 1891562"/>
              <a:gd name="connsiteY48" fmla="*/ 573921 h 886029"/>
              <a:gd name="connsiteX49" fmla="*/ 647286 w 1891562"/>
              <a:gd name="connsiteY49" fmla="*/ 523625 h 886029"/>
              <a:gd name="connsiteX50" fmla="*/ 945781 w 1891562"/>
              <a:gd name="connsiteY50" fmla="*/ 523624 h 886029"/>
              <a:gd name="connsiteX51" fmla="*/ 996077 w 1891562"/>
              <a:gd name="connsiteY51" fmla="*/ 573920 h 886029"/>
              <a:gd name="connsiteX52" fmla="*/ 945781 w 1891562"/>
              <a:gd name="connsiteY52" fmla="*/ 624215 h 886029"/>
              <a:gd name="connsiteX53" fmla="*/ 895486 w 1891562"/>
              <a:gd name="connsiteY53" fmla="*/ 573920 h 886029"/>
              <a:gd name="connsiteX54" fmla="*/ 945781 w 1891562"/>
              <a:gd name="connsiteY54" fmla="*/ 523624 h 886029"/>
              <a:gd name="connsiteX55" fmla="*/ 1244276 w 1891562"/>
              <a:gd name="connsiteY55" fmla="*/ 523623 h 886029"/>
              <a:gd name="connsiteX56" fmla="*/ 1294572 w 1891562"/>
              <a:gd name="connsiteY56" fmla="*/ 573919 h 886029"/>
              <a:gd name="connsiteX57" fmla="*/ 1244276 w 1891562"/>
              <a:gd name="connsiteY57" fmla="*/ 624214 h 886029"/>
              <a:gd name="connsiteX58" fmla="*/ 1193981 w 1891562"/>
              <a:gd name="connsiteY58" fmla="*/ 573919 h 886029"/>
              <a:gd name="connsiteX59" fmla="*/ 1244276 w 1891562"/>
              <a:gd name="connsiteY59" fmla="*/ 523623 h 886029"/>
              <a:gd name="connsiteX60" fmla="*/ 1542772 w 1891562"/>
              <a:gd name="connsiteY60" fmla="*/ 523622 h 886029"/>
              <a:gd name="connsiteX61" fmla="*/ 1593067 w 1891562"/>
              <a:gd name="connsiteY61" fmla="*/ 573917 h 886029"/>
              <a:gd name="connsiteX62" fmla="*/ 1542772 w 1891562"/>
              <a:gd name="connsiteY62" fmla="*/ 624213 h 886029"/>
              <a:gd name="connsiteX63" fmla="*/ 1492476 w 1891562"/>
              <a:gd name="connsiteY63" fmla="*/ 573917 h 886029"/>
              <a:gd name="connsiteX64" fmla="*/ 1542772 w 1891562"/>
              <a:gd name="connsiteY64" fmla="*/ 523622 h 886029"/>
              <a:gd name="connsiteX65" fmla="*/ 1841267 w 1891562"/>
              <a:gd name="connsiteY65" fmla="*/ 523621 h 886029"/>
              <a:gd name="connsiteX66" fmla="*/ 1891562 w 1891562"/>
              <a:gd name="connsiteY66" fmla="*/ 573916 h 886029"/>
              <a:gd name="connsiteX67" fmla="*/ 1841267 w 1891562"/>
              <a:gd name="connsiteY67" fmla="*/ 624212 h 886029"/>
              <a:gd name="connsiteX68" fmla="*/ 1790971 w 1891562"/>
              <a:gd name="connsiteY68" fmla="*/ 573916 h 886029"/>
              <a:gd name="connsiteX69" fmla="*/ 1841267 w 1891562"/>
              <a:gd name="connsiteY69" fmla="*/ 523621 h 886029"/>
              <a:gd name="connsiteX70" fmla="*/ 50297 w 1891562"/>
              <a:gd name="connsiteY70" fmla="*/ 261817 h 886029"/>
              <a:gd name="connsiteX71" fmla="*/ 100592 w 1891562"/>
              <a:gd name="connsiteY71" fmla="*/ 312112 h 886029"/>
              <a:gd name="connsiteX72" fmla="*/ 50297 w 1891562"/>
              <a:gd name="connsiteY72" fmla="*/ 362408 h 886029"/>
              <a:gd name="connsiteX73" fmla="*/ 1 w 1891562"/>
              <a:gd name="connsiteY73" fmla="*/ 312112 h 886029"/>
              <a:gd name="connsiteX74" fmla="*/ 50297 w 1891562"/>
              <a:gd name="connsiteY74" fmla="*/ 261817 h 886029"/>
              <a:gd name="connsiteX75" fmla="*/ 348791 w 1891562"/>
              <a:gd name="connsiteY75" fmla="*/ 261816 h 886029"/>
              <a:gd name="connsiteX76" fmla="*/ 399086 w 1891562"/>
              <a:gd name="connsiteY76" fmla="*/ 312111 h 886029"/>
              <a:gd name="connsiteX77" fmla="*/ 348791 w 1891562"/>
              <a:gd name="connsiteY77" fmla="*/ 362407 h 886029"/>
              <a:gd name="connsiteX78" fmla="*/ 298495 w 1891562"/>
              <a:gd name="connsiteY78" fmla="*/ 312111 h 886029"/>
              <a:gd name="connsiteX79" fmla="*/ 348791 w 1891562"/>
              <a:gd name="connsiteY79" fmla="*/ 261816 h 886029"/>
              <a:gd name="connsiteX80" fmla="*/ 647286 w 1891562"/>
              <a:gd name="connsiteY80" fmla="*/ 261815 h 886029"/>
              <a:gd name="connsiteX81" fmla="*/ 697581 w 1891562"/>
              <a:gd name="connsiteY81" fmla="*/ 312110 h 886029"/>
              <a:gd name="connsiteX82" fmla="*/ 647286 w 1891562"/>
              <a:gd name="connsiteY82" fmla="*/ 362406 h 886029"/>
              <a:gd name="connsiteX83" fmla="*/ 596992 w 1891562"/>
              <a:gd name="connsiteY83" fmla="*/ 312110 h 886029"/>
              <a:gd name="connsiteX84" fmla="*/ 647286 w 1891562"/>
              <a:gd name="connsiteY84" fmla="*/ 261815 h 886029"/>
              <a:gd name="connsiteX85" fmla="*/ 945781 w 1891562"/>
              <a:gd name="connsiteY85" fmla="*/ 261814 h 886029"/>
              <a:gd name="connsiteX86" fmla="*/ 996077 w 1891562"/>
              <a:gd name="connsiteY86" fmla="*/ 312109 h 886029"/>
              <a:gd name="connsiteX87" fmla="*/ 945781 w 1891562"/>
              <a:gd name="connsiteY87" fmla="*/ 362404 h 886029"/>
              <a:gd name="connsiteX88" fmla="*/ 895486 w 1891562"/>
              <a:gd name="connsiteY88" fmla="*/ 312109 h 886029"/>
              <a:gd name="connsiteX89" fmla="*/ 945781 w 1891562"/>
              <a:gd name="connsiteY89" fmla="*/ 261814 h 886029"/>
              <a:gd name="connsiteX90" fmla="*/ 1244276 w 1891562"/>
              <a:gd name="connsiteY90" fmla="*/ 261813 h 886029"/>
              <a:gd name="connsiteX91" fmla="*/ 1294572 w 1891562"/>
              <a:gd name="connsiteY91" fmla="*/ 312108 h 886029"/>
              <a:gd name="connsiteX92" fmla="*/ 1244276 w 1891562"/>
              <a:gd name="connsiteY92" fmla="*/ 362403 h 886029"/>
              <a:gd name="connsiteX93" fmla="*/ 1193981 w 1891562"/>
              <a:gd name="connsiteY93" fmla="*/ 312108 h 886029"/>
              <a:gd name="connsiteX94" fmla="*/ 1244276 w 1891562"/>
              <a:gd name="connsiteY94" fmla="*/ 261813 h 886029"/>
              <a:gd name="connsiteX95" fmla="*/ 1542772 w 1891562"/>
              <a:gd name="connsiteY95" fmla="*/ 261811 h 886029"/>
              <a:gd name="connsiteX96" fmla="*/ 1593067 w 1891562"/>
              <a:gd name="connsiteY96" fmla="*/ 312107 h 886029"/>
              <a:gd name="connsiteX97" fmla="*/ 1542772 w 1891562"/>
              <a:gd name="connsiteY97" fmla="*/ 362402 h 886029"/>
              <a:gd name="connsiteX98" fmla="*/ 1492476 w 1891562"/>
              <a:gd name="connsiteY98" fmla="*/ 312107 h 886029"/>
              <a:gd name="connsiteX99" fmla="*/ 1542772 w 1891562"/>
              <a:gd name="connsiteY99" fmla="*/ 261811 h 886029"/>
              <a:gd name="connsiteX100" fmla="*/ 1841267 w 1891562"/>
              <a:gd name="connsiteY100" fmla="*/ 261810 h 886029"/>
              <a:gd name="connsiteX101" fmla="*/ 1891562 w 1891562"/>
              <a:gd name="connsiteY101" fmla="*/ 312106 h 886029"/>
              <a:gd name="connsiteX102" fmla="*/ 1841267 w 1891562"/>
              <a:gd name="connsiteY102" fmla="*/ 362401 h 886029"/>
              <a:gd name="connsiteX103" fmla="*/ 1790971 w 1891562"/>
              <a:gd name="connsiteY103" fmla="*/ 312106 h 886029"/>
              <a:gd name="connsiteX104" fmla="*/ 1841267 w 1891562"/>
              <a:gd name="connsiteY104" fmla="*/ 261810 h 886029"/>
              <a:gd name="connsiteX105" fmla="*/ 50297 w 1891562"/>
              <a:gd name="connsiteY105" fmla="*/ 6 h 886029"/>
              <a:gd name="connsiteX106" fmla="*/ 100592 w 1891562"/>
              <a:gd name="connsiteY106" fmla="*/ 50302 h 886029"/>
              <a:gd name="connsiteX107" fmla="*/ 50297 w 1891562"/>
              <a:gd name="connsiteY107" fmla="*/ 100597 h 886029"/>
              <a:gd name="connsiteX108" fmla="*/ 1 w 1891562"/>
              <a:gd name="connsiteY108" fmla="*/ 50302 h 886029"/>
              <a:gd name="connsiteX109" fmla="*/ 50297 w 1891562"/>
              <a:gd name="connsiteY109" fmla="*/ 6 h 886029"/>
              <a:gd name="connsiteX110" fmla="*/ 348792 w 1891562"/>
              <a:gd name="connsiteY110" fmla="*/ 5 h 886029"/>
              <a:gd name="connsiteX111" fmla="*/ 399087 w 1891562"/>
              <a:gd name="connsiteY111" fmla="*/ 50301 h 886029"/>
              <a:gd name="connsiteX112" fmla="*/ 348792 w 1891562"/>
              <a:gd name="connsiteY112" fmla="*/ 100596 h 886029"/>
              <a:gd name="connsiteX113" fmla="*/ 298497 w 1891562"/>
              <a:gd name="connsiteY113" fmla="*/ 50301 h 886029"/>
              <a:gd name="connsiteX114" fmla="*/ 348792 w 1891562"/>
              <a:gd name="connsiteY114" fmla="*/ 5 h 886029"/>
              <a:gd name="connsiteX115" fmla="*/ 647287 w 1891562"/>
              <a:gd name="connsiteY115" fmla="*/ 4 h 886029"/>
              <a:gd name="connsiteX116" fmla="*/ 697581 w 1891562"/>
              <a:gd name="connsiteY116" fmla="*/ 50300 h 886029"/>
              <a:gd name="connsiteX117" fmla="*/ 647287 w 1891562"/>
              <a:gd name="connsiteY117" fmla="*/ 100595 h 886029"/>
              <a:gd name="connsiteX118" fmla="*/ 596992 w 1891562"/>
              <a:gd name="connsiteY118" fmla="*/ 50300 h 886029"/>
              <a:gd name="connsiteX119" fmla="*/ 647287 w 1891562"/>
              <a:gd name="connsiteY119" fmla="*/ 4 h 886029"/>
              <a:gd name="connsiteX120" fmla="*/ 945781 w 1891562"/>
              <a:gd name="connsiteY120" fmla="*/ 3 h 886029"/>
              <a:gd name="connsiteX121" fmla="*/ 996077 w 1891562"/>
              <a:gd name="connsiteY121" fmla="*/ 50298 h 886029"/>
              <a:gd name="connsiteX122" fmla="*/ 945781 w 1891562"/>
              <a:gd name="connsiteY122" fmla="*/ 100594 h 886029"/>
              <a:gd name="connsiteX123" fmla="*/ 895486 w 1891562"/>
              <a:gd name="connsiteY123" fmla="*/ 50298 h 886029"/>
              <a:gd name="connsiteX124" fmla="*/ 945781 w 1891562"/>
              <a:gd name="connsiteY124" fmla="*/ 3 h 886029"/>
              <a:gd name="connsiteX125" fmla="*/ 1244276 w 1891562"/>
              <a:gd name="connsiteY125" fmla="*/ 2 h 886029"/>
              <a:gd name="connsiteX126" fmla="*/ 1294572 w 1891562"/>
              <a:gd name="connsiteY126" fmla="*/ 50297 h 886029"/>
              <a:gd name="connsiteX127" fmla="*/ 1244276 w 1891562"/>
              <a:gd name="connsiteY127" fmla="*/ 100593 h 886029"/>
              <a:gd name="connsiteX128" fmla="*/ 1193981 w 1891562"/>
              <a:gd name="connsiteY128" fmla="*/ 50297 h 886029"/>
              <a:gd name="connsiteX129" fmla="*/ 1244276 w 1891562"/>
              <a:gd name="connsiteY129" fmla="*/ 2 h 886029"/>
              <a:gd name="connsiteX130" fmla="*/ 1542772 w 1891562"/>
              <a:gd name="connsiteY130" fmla="*/ 1 h 886029"/>
              <a:gd name="connsiteX131" fmla="*/ 1593067 w 1891562"/>
              <a:gd name="connsiteY131" fmla="*/ 50296 h 886029"/>
              <a:gd name="connsiteX132" fmla="*/ 1542772 w 1891562"/>
              <a:gd name="connsiteY132" fmla="*/ 100591 h 886029"/>
              <a:gd name="connsiteX133" fmla="*/ 1492476 w 1891562"/>
              <a:gd name="connsiteY133" fmla="*/ 50296 h 886029"/>
              <a:gd name="connsiteX134" fmla="*/ 1542772 w 1891562"/>
              <a:gd name="connsiteY134" fmla="*/ 1 h 886029"/>
              <a:gd name="connsiteX135" fmla="*/ 1841267 w 1891562"/>
              <a:gd name="connsiteY135" fmla="*/ 0 h 886029"/>
              <a:gd name="connsiteX136" fmla="*/ 1891562 w 1891562"/>
              <a:gd name="connsiteY136" fmla="*/ 50295 h 886029"/>
              <a:gd name="connsiteX137" fmla="*/ 1841267 w 1891562"/>
              <a:gd name="connsiteY137" fmla="*/ 100590 h 886029"/>
              <a:gd name="connsiteX138" fmla="*/ 1790971 w 1891562"/>
              <a:gd name="connsiteY138" fmla="*/ 50295 h 886029"/>
              <a:gd name="connsiteX139" fmla="*/ 1841267 w 1891562"/>
              <a:gd name="connsiteY139" fmla="*/ 0 h 8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891562" h="886029">
                <a:moveTo>
                  <a:pt x="50296" y="785438"/>
                </a:moveTo>
                <a:cubicBezTo>
                  <a:pt x="78073" y="785438"/>
                  <a:pt x="100591" y="807956"/>
                  <a:pt x="100591" y="835734"/>
                </a:cubicBezTo>
                <a:cubicBezTo>
                  <a:pt x="100591" y="863512"/>
                  <a:pt x="78073" y="886029"/>
                  <a:pt x="50296" y="886029"/>
                </a:cubicBezTo>
                <a:cubicBezTo>
                  <a:pt x="22518" y="886029"/>
                  <a:pt x="0" y="863512"/>
                  <a:pt x="0" y="835734"/>
                </a:cubicBezTo>
                <a:cubicBezTo>
                  <a:pt x="0" y="807956"/>
                  <a:pt x="22518" y="785438"/>
                  <a:pt x="50296" y="785438"/>
                </a:cubicBezTo>
                <a:close/>
                <a:moveTo>
                  <a:pt x="348791" y="785437"/>
                </a:moveTo>
                <a:cubicBezTo>
                  <a:pt x="376569" y="785437"/>
                  <a:pt x="399086" y="807955"/>
                  <a:pt x="399086" y="835733"/>
                </a:cubicBezTo>
                <a:cubicBezTo>
                  <a:pt x="399086" y="863510"/>
                  <a:pt x="376569" y="886028"/>
                  <a:pt x="348791" y="886028"/>
                </a:cubicBezTo>
                <a:cubicBezTo>
                  <a:pt x="321013" y="886028"/>
                  <a:pt x="298495" y="863510"/>
                  <a:pt x="298495" y="835733"/>
                </a:cubicBezTo>
                <a:cubicBezTo>
                  <a:pt x="298495" y="807955"/>
                  <a:pt x="321013" y="785437"/>
                  <a:pt x="348791" y="785437"/>
                </a:cubicBezTo>
                <a:close/>
                <a:moveTo>
                  <a:pt x="647286" y="785436"/>
                </a:moveTo>
                <a:cubicBezTo>
                  <a:pt x="675064" y="785436"/>
                  <a:pt x="697581" y="807954"/>
                  <a:pt x="697581" y="835731"/>
                </a:cubicBezTo>
                <a:cubicBezTo>
                  <a:pt x="697581" y="863509"/>
                  <a:pt x="675064" y="886027"/>
                  <a:pt x="647286" y="886027"/>
                </a:cubicBezTo>
                <a:cubicBezTo>
                  <a:pt x="619508" y="886027"/>
                  <a:pt x="596991" y="863509"/>
                  <a:pt x="596991" y="835731"/>
                </a:cubicBezTo>
                <a:cubicBezTo>
                  <a:pt x="596991" y="807954"/>
                  <a:pt x="619508" y="785436"/>
                  <a:pt x="647286" y="785436"/>
                </a:cubicBezTo>
                <a:close/>
                <a:moveTo>
                  <a:pt x="945781" y="785435"/>
                </a:moveTo>
                <a:cubicBezTo>
                  <a:pt x="973559" y="785435"/>
                  <a:pt x="996077" y="807952"/>
                  <a:pt x="996077" y="835730"/>
                </a:cubicBezTo>
                <a:cubicBezTo>
                  <a:pt x="996077" y="863508"/>
                  <a:pt x="973559" y="886026"/>
                  <a:pt x="945781" y="886026"/>
                </a:cubicBezTo>
                <a:cubicBezTo>
                  <a:pt x="918003" y="886026"/>
                  <a:pt x="895486" y="863508"/>
                  <a:pt x="895486" y="835730"/>
                </a:cubicBezTo>
                <a:cubicBezTo>
                  <a:pt x="895486" y="807952"/>
                  <a:pt x="918003" y="785435"/>
                  <a:pt x="945781" y="785435"/>
                </a:cubicBezTo>
                <a:close/>
                <a:moveTo>
                  <a:pt x="1244276" y="785434"/>
                </a:moveTo>
                <a:cubicBezTo>
                  <a:pt x="1272054" y="785434"/>
                  <a:pt x="1294572" y="807951"/>
                  <a:pt x="1294572" y="835729"/>
                </a:cubicBezTo>
                <a:cubicBezTo>
                  <a:pt x="1294572" y="863507"/>
                  <a:pt x="1272054" y="886025"/>
                  <a:pt x="1244276" y="886025"/>
                </a:cubicBezTo>
                <a:cubicBezTo>
                  <a:pt x="1216498" y="886025"/>
                  <a:pt x="1193981" y="863507"/>
                  <a:pt x="1193981" y="835729"/>
                </a:cubicBezTo>
                <a:cubicBezTo>
                  <a:pt x="1193981" y="807951"/>
                  <a:pt x="1216498" y="785434"/>
                  <a:pt x="1244276" y="785434"/>
                </a:cubicBezTo>
                <a:close/>
                <a:moveTo>
                  <a:pt x="1542772" y="785433"/>
                </a:moveTo>
                <a:cubicBezTo>
                  <a:pt x="1570549" y="785433"/>
                  <a:pt x="1593067" y="807950"/>
                  <a:pt x="1593067" y="835728"/>
                </a:cubicBezTo>
                <a:cubicBezTo>
                  <a:pt x="1593067" y="863506"/>
                  <a:pt x="1570549" y="886023"/>
                  <a:pt x="1542772" y="886023"/>
                </a:cubicBezTo>
                <a:cubicBezTo>
                  <a:pt x="1514994" y="886023"/>
                  <a:pt x="1492476" y="863506"/>
                  <a:pt x="1492476" y="835728"/>
                </a:cubicBezTo>
                <a:cubicBezTo>
                  <a:pt x="1492476" y="807950"/>
                  <a:pt x="1514994" y="785433"/>
                  <a:pt x="1542772" y="785433"/>
                </a:cubicBezTo>
                <a:close/>
                <a:moveTo>
                  <a:pt x="1841267" y="785432"/>
                </a:moveTo>
                <a:cubicBezTo>
                  <a:pt x="1869045" y="785432"/>
                  <a:pt x="1891562" y="807949"/>
                  <a:pt x="1891562" y="835727"/>
                </a:cubicBezTo>
                <a:cubicBezTo>
                  <a:pt x="1891562" y="863505"/>
                  <a:pt x="1869045" y="886022"/>
                  <a:pt x="1841267" y="886022"/>
                </a:cubicBezTo>
                <a:cubicBezTo>
                  <a:pt x="1813489" y="886022"/>
                  <a:pt x="1790971" y="863505"/>
                  <a:pt x="1790971" y="835727"/>
                </a:cubicBezTo>
                <a:cubicBezTo>
                  <a:pt x="1790971" y="807949"/>
                  <a:pt x="1813489" y="785432"/>
                  <a:pt x="1841267" y="785432"/>
                </a:cubicBezTo>
                <a:close/>
                <a:moveTo>
                  <a:pt x="50296" y="523628"/>
                </a:moveTo>
                <a:cubicBezTo>
                  <a:pt x="78073" y="523628"/>
                  <a:pt x="100591" y="546145"/>
                  <a:pt x="100591" y="573923"/>
                </a:cubicBezTo>
                <a:cubicBezTo>
                  <a:pt x="100591" y="601701"/>
                  <a:pt x="78073" y="624218"/>
                  <a:pt x="50296" y="624218"/>
                </a:cubicBezTo>
                <a:cubicBezTo>
                  <a:pt x="22518" y="624218"/>
                  <a:pt x="0" y="601701"/>
                  <a:pt x="0" y="573923"/>
                </a:cubicBezTo>
                <a:cubicBezTo>
                  <a:pt x="0" y="546145"/>
                  <a:pt x="22518" y="523628"/>
                  <a:pt x="50296" y="523628"/>
                </a:cubicBezTo>
                <a:close/>
                <a:moveTo>
                  <a:pt x="348791" y="523627"/>
                </a:moveTo>
                <a:cubicBezTo>
                  <a:pt x="376569" y="523627"/>
                  <a:pt x="399086" y="546144"/>
                  <a:pt x="399086" y="573922"/>
                </a:cubicBezTo>
                <a:cubicBezTo>
                  <a:pt x="399086" y="601700"/>
                  <a:pt x="376569" y="624217"/>
                  <a:pt x="348791" y="624217"/>
                </a:cubicBezTo>
                <a:cubicBezTo>
                  <a:pt x="321013" y="624217"/>
                  <a:pt x="298495" y="601700"/>
                  <a:pt x="298495" y="573922"/>
                </a:cubicBezTo>
                <a:cubicBezTo>
                  <a:pt x="298495" y="546144"/>
                  <a:pt x="321013" y="523627"/>
                  <a:pt x="348791" y="523627"/>
                </a:cubicBezTo>
                <a:close/>
                <a:moveTo>
                  <a:pt x="647286" y="523625"/>
                </a:moveTo>
                <a:cubicBezTo>
                  <a:pt x="675064" y="523625"/>
                  <a:pt x="697581" y="546143"/>
                  <a:pt x="697581" y="573921"/>
                </a:cubicBezTo>
                <a:cubicBezTo>
                  <a:pt x="697581" y="601699"/>
                  <a:pt x="675064" y="624216"/>
                  <a:pt x="647286" y="624216"/>
                </a:cubicBezTo>
                <a:cubicBezTo>
                  <a:pt x="619508" y="624216"/>
                  <a:pt x="596991" y="601699"/>
                  <a:pt x="596991" y="573921"/>
                </a:cubicBezTo>
                <a:cubicBezTo>
                  <a:pt x="596991" y="546143"/>
                  <a:pt x="619508" y="523625"/>
                  <a:pt x="647286" y="523625"/>
                </a:cubicBezTo>
                <a:close/>
                <a:moveTo>
                  <a:pt x="945781" y="523624"/>
                </a:moveTo>
                <a:cubicBezTo>
                  <a:pt x="973559" y="523624"/>
                  <a:pt x="996077" y="546142"/>
                  <a:pt x="996077" y="573920"/>
                </a:cubicBezTo>
                <a:cubicBezTo>
                  <a:pt x="996077" y="601698"/>
                  <a:pt x="973559" y="624215"/>
                  <a:pt x="945781" y="624215"/>
                </a:cubicBezTo>
                <a:cubicBezTo>
                  <a:pt x="918003" y="624215"/>
                  <a:pt x="895486" y="601698"/>
                  <a:pt x="895486" y="573920"/>
                </a:cubicBezTo>
                <a:cubicBezTo>
                  <a:pt x="895486" y="546142"/>
                  <a:pt x="918003" y="523624"/>
                  <a:pt x="945781" y="523624"/>
                </a:cubicBezTo>
                <a:close/>
                <a:moveTo>
                  <a:pt x="1244276" y="523623"/>
                </a:moveTo>
                <a:cubicBezTo>
                  <a:pt x="1272054" y="523623"/>
                  <a:pt x="1294572" y="546141"/>
                  <a:pt x="1294572" y="573919"/>
                </a:cubicBezTo>
                <a:cubicBezTo>
                  <a:pt x="1294572" y="601696"/>
                  <a:pt x="1272054" y="624214"/>
                  <a:pt x="1244276" y="624214"/>
                </a:cubicBezTo>
                <a:cubicBezTo>
                  <a:pt x="1216498" y="624214"/>
                  <a:pt x="1193981" y="601696"/>
                  <a:pt x="1193981" y="573919"/>
                </a:cubicBezTo>
                <a:cubicBezTo>
                  <a:pt x="1193981" y="546141"/>
                  <a:pt x="1216498" y="523623"/>
                  <a:pt x="1244276" y="523623"/>
                </a:cubicBezTo>
                <a:close/>
                <a:moveTo>
                  <a:pt x="1542772" y="523622"/>
                </a:moveTo>
                <a:cubicBezTo>
                  <a:pt x="1570549" y="523622"/>
                  <a:pt x="1593067" y="546140"/>
                  <a:pt x="1593067" y="573917"/>
                </a:cubicBezTo>
                <a:cubicBezTo>
                  <a:pt x="1593067" y="601695"/>
                  <a:pt x="1570549" y="624213"/>
                  <a:pt x="1542772" y="624213"/>
                </a:cubicBezTo>
                <a:cubicBezTo>
                  <a:pt x="1514994" y="624213"/>
                  <a:pt x="1492476" y="601695"/>
                  <a:pt x="1492476" y="573917"/>
                </a:cubicBezTo>
                <a:cubicBezTo>
                  <a:pt x="1492476" y="546140"/>
                  <a:pt x="1514994" y="523622"/>
                  <a:pt x="1542772" y="523622"/>
                </a:cubicBezTo>
                <a:close/>
                <a:moveTo>
                  <a:pt x="1841267" y="523621"/>
                </a:moveTo>
                <a:cubicBezTo>
                  <a:pt x="1869045" y="523621"/>
                  <a:pt x="1891562" y="546138"/>
                  <a:pt x="1891562" y="573916"/>
                </a:cubicBezTo>
                <a:cubicBezTo>
                  <a:pt x="1891562" y="601694"/>
                  <a:pt x="1869045" y="624212"/>
                  <a:pt x="1841267" y="624212"/>
                </a:cubicBezTo>
                <a:cubicBezTo>
                  <a:pt x="1813489" y="624212"/>
                  <a:pt x="1790971" y="601694"/>
                  <a:pt x="1790971" y="573916"/>
                </a:cubicBezTo>
                <a:cubicBezTo>
                  <a:pt x="1790971" y="546138"/>
                  <a:pt x="1813489" y="523621"/>
                  <a:pt x="1841267" y="523621"/>
                </a:cubicBezTo>
                <a:close/>
                <a:moveTo>
                  <a:pt x="50297" y="261817"/>
                </a:moveTo>
                <a:cubicBezTo>
                  <a:pt x="78075" y="261817"/>
                  <a:pt x="100592" y="284335"/>
                  <a:pt x="100592" y="312112"/>
                </a:cubicBezTo>
                <a:cubicBezTo>
                  <a:pt x="100592" y="339890"/>
                  <a:pt x="78075" y="362408"/>
                  <a:pt x="50297" y="362408"/>
                </a:cubicBezTo>
                <a:cubicBezTo>
                  <a:pt x="22519" y="362408"/>
                  <a:pt x="1" y="339890"/>
                  <a:pt x="1" y="312112"/>
                </a:cubicBezTo>
                <a:cubicBezTo>
                  <a:pt x="1" y="284335"/>
                  <a:pt x="22519" y="261817"/>
                  <a:pt x="50297" y="261817"/>
                </a:cubicBezTo>
                <a:close/>
                <a:moveTo>
                  <a:pt x="348791" y="261816"/>
                </a:moveTo>
                <a:cubicBezTo>
                  <a:pt x="376570" y="261816"/>
                  <a:pt x="399086" y="284333"/>
                  <a:pt x="399086" y="312111"/>
                </a:cubicBezTo>
                <a:cubicBezTo>
                  <a:pt x="399086" y="339889"/>
                  <a:pt x="376570" y="362407"/>
                  <a:pt x="348791" y="362407"/>
                </a:cubicBezTo>
                <a:cubicBezTo>
                  <a:pt x="321013" y="362407"/>
                  <a:pt x="298495" y="339889"/>
                  <a:pt x="298495" y="312111"/>
                </a:cubicBezTo>
                <a:cubicBezTo>
                  <a:pt x="298495" y="284333"/>
                  <a:pt x="321013" y="261816"/>
                  <a:pt x="348791" y="261816"/>
                </a:cubicBezTo>
                <a:close/>
                <a:moveTo>
                  <a:pt x="647286" y="261815"/>
                </a:moveTo>
                <a:cubicBezTo>
                  <a:pt x="675065" y="261815"/>
                  <a:pt x="697581" y="284332"/>
                  <a:pt x="697581" y="312110"/>
                </a:cubicBezTo>
                <a:cubicBezTo>
                  <a:pt x="697581" y="339888"/>
                  <a:pt x="675065" y="362406"/>
                  <a:pt x="647286" y="362406"/>
                </a:cubicBezTo>
                <a:cubicBezTo>
                  <a:pt x="619508" y="362406"/>
                  <a:pt x="596992" y="339888"/>
                  <a:pt x="596992" y="312110"/>
                </a:cubicBezTo>
                <a:cubicBezTo>
                  <a:pt x="596992" y="284332"/>
                  <a:pt x="619508" y="261815"/>
                  <a:pt x="647286" y="261815"/>
                </a:cubicBezTo>
                <a:close/>
                <a:moveTo>
                  <a:pt x="945781" y="261814"/>
                </a:moveTo>
                <a:cubicBezTo>
                  <a:pt x="973559" y="261814"/>
                  <a:pt x="996077" y="284331"/>
                  <a:pt x="996077" y="312109"/>
                </a:cubicBezTo>
                <a:cubicBezTo>
                  <a:pt x="996077" y="339887"/>
                  <a:pt x="973559" y="362404"/>
                  <a:pt x="945781" y="362404"/>
                </a:cubicBezTo>
                <a:cubicBezTo>
                  <a:pt x="918003" y="362404"/>
                  <a:pt x="895486" y="339887"/>
                  <a:pt x="895486" y="312109"/>
                </a:cubicBezTo>
                <a:cubicBezTo>
                  <a:pt x="895486" y="284331"/>
                  <a:pt x="918003" y="261814"/>
                  <a:pt x="945781" y="261814"/>
                </a:cubicBezTo>
                <a:close/>
                <a:moveTo>
                  <a:pt x="1244276" y="261813"/>
                </a:moveTo>
                <a:cubicBezTo>
                  <a:pt x="1272054" y="261813"/>
                  <a:pt x="1294572" y="284330"/>
                  <a:pt x="1294572" y="312108"/>
                </a:cubicBezTo>
                <a:cubicBezTo>
                  <a:pt x="1294572" y="339886"/>
                  <a:pt x="1272054" y="362403"/>
                  <a:pt x="1244276" y="362403"/>
                </a:cubicBezTo>
                <a:cubicBezTo>
                  <a:pt x="1216498" y="362403"/>
                  <a:pt x="1193981" y="339886"/>
                  <a:pt x="1193981" y="312108"/>
                </a:cubicBezTo>
                <a:cubicBezTo>
                  <a:pt x="1193981" y="284330"/>
                  <a:pt x="1216498" y="261813"/>
                  <a:pt x="1244276" y="261813"/>
                </a:cubicBezTo>
                <a:close/>
                <a:moveTo>
                  <a:pt x="1542772" y="261811"/>
                </a:moveTo>
                <a:cubicBezTo>
                  <a:pt x="1570549" y="261811"/>
                  <a:pt x="1593067" y="284329"/>
                  <a:pt x="1593067" y="312107"/>
                </a:cubicBezTo>
                <a:cubicBezTo>
                  <a:pt x="1593067" y="339885"/>
                  <a:pt x="1570549" y="362402"/>
                  <a:pt x="1542772" y="362402"/>
                </a:cubicBezTo>
                <a:cubicBezTo>
                  <a:pt x="1514994" y="362402"/>
                  <a:pt x="1492476" y="339885"/>
                  <a:pt x="1492476" y="312107"/>
                </a:cubicBezTo>
                <a:cubicBezTo>
                  <a:pt x="1492476" y="284329"/>
                  <a:pt x="1514994" y="261811"/>
                  <a:pt x="1542772" y="261811"/>
                </a:cubicBezTo>
                <a:close/>
                <a:moveTo>
                  <a:pt x="1841267" y="261810"/>
                </a:moveTo>
                <a:cubicBezTo>
                  <a:pt x="1869045" y="261810"/>
                  <a:pt x="1891562" y="284328"/>
                  <a:pt x="1891562" y="312106"/>
                </a:cubicBezTo>
                <a:cubicBezTo>
                  <a:pt x="1891562" y="339884"/>
                  <a:pt x="1869045" y="362401"/>
                  <a:pt x="1841267" y="362401"/>
                </a:cubicBezTo>
                <a:cubicBezTo>
                  <a:pt x="1813489" y="362401"/>
                  <a:pt x="1790971" y="339884"/>
                  <a:pt x="1790971" y="312106"/>
                </a:cubicBezTo>
                <a:cubicBezTo>
                  <a:pt x="1790971" y="284328"/>
                  <a:pt x="1813489" y="261810"/>
                  <a:pt x="1841267" y="261810"/>
                </a:cubicBezTo>
                <a:close/>
                <a:moveTo>
                  <a:pt x="50297" y="6"/>
                </a:moveTo>
                <a:cubicBezTo>
                  <a:pt x="78075" y="6"/>
                  <a:pt x="100592" y="22524"/>
                  <a:pt x="100592" y="50302"/>
                </a:cubicBezTo>
                <a:cubicBezTo>
                  <a:pt x="100592" y="78080"/>
                  <a:pt x="78075" y="100597"/>
                  <a:pt x="50297" y="100597"/>
                </a:cubicBezTo>
                <a:cubicBezTo>
                  <a:pt x="22519" y="100597"/>
                  <a:pt x="1" y="78080"/>
                  <a:pt x="1" y="50302"/>
                </a:cubicBezTo>
                <a:cubicBezTo>
                  <a:pt x="1" y="22524"/>
                  <a:pt x="22519" y="6"/>
                  <a:pt x="50297" y="6"/>
                </a:cubicBezTo>
                <a:close/>
                <a:moveTo>
                  <a:pt x="348792" y="5"/>
                </a:moveTo>
                <a:cubicBezTo>
                  <a:pt x="376570" y="5"/>
                  <a:pt x="399087" y="22523"/>
                  <a:pt x="399087" y="50301"/>
                </a:cubicBezTo>
                <a:cubicBezTo>
                  <a:pt x="399087" y="78078"/>
                  <a:pt x="376570" y="100596"/>
                  <a:pt x="348792" y="100596"/>
                </a:cubicBezTo>
                <a:cubicBezTo>
                  <a:pt x="321014" y="100596"/>
                  <a:pt x="298497" y="78078"/>
                  <a:pt x="298497" y="50301"/>
                </a:cubicBezTo>
                <a:cubicBezTo>
                  <a:pt x="298497" y="22523"/>
                  <a:pt x="321014" y="5"/>
                  <a:pt x="348792" y="5"/>
                </a:cubicBezTo>
                <a:close/>
                <a:moveTo>
                  <a:pt x="647287" y="4"/>
                </a:moveTo>
                <a:cubicBezTo>
                  <a:pt x="675065" y="4"/>
                  <a:pt x="697581" y="22522"/>
                  <a:pt x="697581" y="50300"/>
                </a:cubicBezTo>
                <a:cubicBezTo>
                  <a:pt x="697581" y="78077"/>
                  <a:pt x="675065" y="100595"/>
                  <a:pt x="647287" y="100595"/>
                </a:cubicBezTo>
                <a:cubicBezTo>
                  <a:pt x="619509" y="100595"/>
                  <a:pt x="596992" y="78077"/>
                  <a:pt x="596992" y="50300"/>
                </a:cubicBezTo>
                <a:cubicBezTo>
                  <a:pt x="596992" y="22522"/>
                  <a:pt x="619509" y="4"/>
                  <a:pt x="647287" y="4"/>
                </a:cubicBezTo>
                <a:close/>
                <a:moveTo>
                  <a:pt x="945781" y="3"/>
                </a:moveTo>
                <a:cubicBezTo>
                  <a:pt x="973559" y="3"/>
                  <a:pt x="996077" y="22521"/>
                  <a:pt x="996077" y="50298"/>
                </a:cubicBezTo>
                <a:cubicBezTo>
                  <a:pt x="996077" y="78076"/>
                  <a:pt x="973559" y="100594"/>
                  <a:pt x="945781" y="100594"/>
                </a:cubicBezTo>
                <a:cubicBezTo>
                  <a:pt x="918003" y="100594"/>
                  <a:pt x="895486" y="78076"/>
                  <a:pt x="895486" y="50298"/>
                </a:cubicBezTo>
                <a:cubicBezTo>
                  <a:pt x="895486" y="22521"/>
                  <a:pt x="918003" y="3"/>
                  <a:pt x="945781" y="3"/>
                </a:cubicBezTo>
                <a:close/>
                <a:moveTo>
                  <a:pt x="1244276" y="2"/>
                </a:moveTo>
                <a:cubicBezTo>
                  <a:pt x="1272054" y="2"/>
                  <a:pt x="1294572" y="22519"/>
                  <a:pt x="1294572" y="50297"/>
                </a:cubicBezTo>
                <a:cubicBezTo>
                  <a:pt x="1294572" y="78075"/>
                  <a:pt x="1272054" y="100593"/>
                  <a:pt x="1244276" y="100593"/>
                </a:cubicBezTo>
                <a:cubicBezTo>
                  <a:pt x="1216498" y="100593"/>
                  <a:pt x="1193981" y="78075"/>
                  <a:pt x="1193981" y="50297"/>
                </a:cubicBezTo>
                <a:cubicBezTo>
                  <a:pt x="1193981" y="22519"/>
                  <a:pt x="1216498" y="2"/>
                  <a:pt x="1244276" y="2"/>
                </a:cubicBezTo>
                <a:close/>
                <a:moveTo>
                  <a:pt x="1542772" y="1"/>
                </a:moveTo>
                <a:cubicBezTo>
                  <a:pt x="1570549" y="1"/>
                  <a:pt x="1593067" y="22518"/>
                  <a:pt x="1593067" y="50296"/>
                </a:cubicBezTo>
                <a:cubicBezTo>
                  <a:pt x="1593067" y="78074"/>
                  <a:pt x="1570549" y="100591"/>
                  <a:pt x="1542772" y="100591"/>
                </a:cubicBezTo>
                <a:cubicBezTo>
                  <a:pt x="1514994" y="100591"/>
                  <a:pt x="1492476" y="78074"/>
                  <a:pt x="1492476" y="50296"/>
                </a:cubicBezTo>
                <a:cubicBezTo>
                  <a:pt x="1492476" y="22518"/>
                  <a:pt x="1514994" y="1"/>
                  <a:pt x="1542772" y="1"/>
                </a:cubicBezTo>
                <a:close/>
                <a:moveTo>
                  <a:pt x="1841267" y="0"/>
                </a:moveTo>
                <a:cubicBezTo>
                  <a:pt x="1869045" y="0"/>
                  <a:pt x="1891562" y="22517"/>
                  <a:pt x="1891562" y="50295"/>
                </a:cubicBezTo>
                <a:cubicBezTo>
                  <a:pt x="1891562" y="78073"/>
                  <a:pt x="1869045" y="100590"/>
                  <a:pt x="1841267" y="100590"/>
                </a:cubicBezTo>
                <a:cubicBezTo>
                  <a:pt x="1813489" y="100590"/>
                  <a:pt x="1790971" y="78073"/>
                  <a:pt x="1790971" y="50295"/>
                </a:cubicBezTo>
                <a:cubicBezTo>
                  <a:pt x="1790971" y="22517"/>
                  <a:pt x="1813489" y="0"/>
                  <a:pt x="184126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57">
            <a:extLst>
              <a:ext uri="{FF2B5EF4-FFF2-40B4-BE49-F238E27FC236}">
                <a16:creationId xmlns:a16="http://schemas.microsoft.com/office/drawing/2014/main" id="{8D940695-408A-4837-9E1B-548E56C5390A}"/>
              </a:ext>
            </a:extLst>
          </p:cNvPr>
          <p:cNvSpPr>
            <a:spLocks noGrp="1"/>
          </p:cNvSpPr>
          <p:nvPr>
            <p:ph type="body" sz="quarter" idx="11" hasCustomPrompt="1"/>
          </p:nvPr>
        </p:nvSpPr>
        <p:spPr>
          <a:xfrm>
            <a:off x="1007992" y="1874556"/>
            <a:ext cx="5721678" cy="555157"/>
          </a:xfrm>
          <a:prstGeom prst="rect">
            <a:avLst/>
          </a:prstGeom>
        </p:spPr>
        <p:txBody>
          <a:bodyPr anchor="ctr">
            <a:noAutofit/>
          </a:bodyPr>
          <a:lstStyle>
            <a:lvl1pPr marL="0" indent="0" algn="l">
              <a:buNone/>
              <a:defRPr sz="4500" b="1">
                <a:latin typeface="Poppins SemiBold" panose="00000700000000000000" pitchFamily="2" charset="0"/>
                <a:cs typeface="Poppins SemiBold" panose="00000700000000000000" pitchFamily="2" charset="0"/>
              </a:defRPr>
            </a:lvl1pPr>
          </a:lstStyle>
          <a:p>
            <a:pPr lvl="0"/>
            <a:r>
              <a:rPr lang="en-US" dirty="0"/>
              <a:t>Recommendation.</a:t>
            </a:r>
            <a:endParaRPr lang="en-ID" dirty="0"/>
          </a:p>
        </p:txBody>
      </p:sp>
      <p:sp>
        <p:nvSpPr>
          <p:cNvPr id="17" name="Text Placeholder 2">
            <a:extLst>
              <a:ext uri="{FF2B5EF4-FFF2-40B4-BE49-F238E27FC236}">
                <a16:creationId xmlns:a16="http://schemas.microsoft.com/office/drawing/2014/main" id="{9A0381EA-49E1-4CCF-82B5-B0AB34AD94D0}"/>
              </a:ext>
            </a:extLst>
          </p:cNvPr>
          <p:cNvSpPr>
            <a:spLocks noGrp="1"/>
          </p:cNvSpPr>
          <p:nvPr>
            <p:ph type="body" sz="quarter" idx="19" hasCustomPrompt="1"/>
          </p:nvPr>
        </p:nvSpPr>
        <p:spPr>
          <a:xfrm>
            <a:off x="3074155" y="2542092"/>
            <a:ext cx="3612927" cy="1672099"/>
          </a:xfrm>
        </p:spPr>
        <p:txBody>
          <a:bodyPr anchor="ctr">
            <a:noAutofit/>
          </a:bodyPr>
          <a:lstStyle>
            <a:lvl1pPr marL="0" indent="0" algn="l">
              <a:buFont typeface="Courier New" panose="02070309020205020404" pitchFamily="49" charset="0"/>
              <a:buNone/>
              <a:defRPr sz="2000">
                <a:solidFill>
                  <a:schemeClr val="bg1"/>
                </a:solidFill>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Give a little summary of your recommendation here.</a:t>
            </a:r>
          </a:p>
        </p:txBody>
      </p:sp>
      <p:sp>
        <p:nvSpPr>
          <p:cNvPr id="19" name="Rectangle: Rounded Corners 18">
            <a:extLst>
              <a:ext uri="{FF2B5EF4-FFF2-40B4-BE49-F238E27FC236}">
                <a16:creationId xmlns:a16="http://schemas.microsoft.com/office/drawing/2014/main" id="{8F1AD6B0-D4B8-4E51-B47C-1941FBA96DCF}"/>
              </a:ext>
            </a:extLst>
          </p:cNvPr>
          <p:cNvSpPr/>
          <p:nvPr userDrawn="1"/>
        </p:nvSpPr>
        <p:spPr>
          <a:xfrm>
            <a:off x="1638728" y="4710734"/>
            <a:ext cx="7082030" cy="1398517"/>
          </a:xfrm>
          <a:prstGeom prst="roundRect">
            <a:avLst>
              <a:gd name="adj" fmla="val 655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Picture Placeholder 9">
            <a:extLst>
              <a:ext uri="{FF2B5EF4-FFF2-40B4-BE49-F238E27FC236}">
                <a16:creationId xmlns:a16="http://schemas.microsoft.com/office/drawing/2014/main" id="{62DB35A5-FCE4-4D6B-A63D-C2E275A82861}"/>
              </a:ext>
            </a:extLst>
          </p:cNvPr>
          <p:cNvSpPr>
            <a:spLocks noGrp="1"/>
          </p:cNvSpPr>
          <p:nvPr>
            <p:ph type="pic" sz="quarter" idx="20" hasCustomPrompt="1"/>
          </p:nvPr>
        </p:nvSpPr>
        <p:spPr>
          <a:xfrm>
            <a:off x="2699025" y="4897990"/>
            <a:ext cx="535609" cy="535401"/>
          </a:xfrm>
          <a:prstGeom prst="roundRect">
            <a:avLst>
              <a:gd name="adj" fmla="val 3715"/>
            </a:avLst>
          </a:prstGeom>
          <a:noFill/>
          <a:effectLst/>
        </p:spPr>
        <p:txBody>
          <a:bodyPr anchor="ctr">
            <a:normAutofit/>
          </a:bodyPr>
          <a:lstStyle>
            <a:lvl1pPr marL="0" indent="0" algn="ctr">
              <a:buNone/>
              <a:defRPr sz="1200"/>
            </a:lvl1pPr>
          </a:lstStyle>
          <a:p>
            <a:r>
              <a:rPr lang="en-US" dirty="0"/>
              <a:t>icon</a:t>
            </a:r>
          </a:p>
        </p:txBody>
      </p:sp>
      <p:sp>
        <p:nvSpPr>
          <p:cNvPr id="21" name="Picture Placeholder 9">
            <a:extLst>
              <a:ext uri="{FF2B5EF4-FFF2-40B4-BE49-F238E27FC236}">
                <a16:creationId xmlns:a16="http://schemas.microsoft.com/office/drawing/2014/main" id="{87360B0E-F5A8-49A8-8C6B-F1069A88DE7B}"/>
              </a:ext>
            </a:extLst>
          </p:cNvPr>
          <p:cNvSpPr>
            <a:spLocks noGrp="1"/>
          </p:cNvSpPr>
          <p:nvPr>
            <p:ph type="pic" sz="quarter" idx="21" hasCustomPrompt="1"/>
          </p:nvPr>
        </p:nvSpPr>
        <p:spPr>
          <a:xfrm>
            <a:off x="4912535" y="4897990"/>
            <a:ext cx="535609" cy="535401"/>
          </a:xfrm>
          <a:prstGeom prst="roundRect">
            <a:avLst>
              <a:gd name="adj" fmla="val 3715"/>
            </a:avLst>
          </a:prstGeom>
          <a:noFill/>
          <a:effectLst/>
        </p:spPr>
        <p:txBody>
          <a:bodyPr anchor="ctr">
            <a:normAutofit/>
          </a:bodyPr>
          <a:lstStyle>
            <a:lvl1pPr marL="0" indent="0" algn="ctr">
              <a:buNone/>
              <a:defRPr sz="1200"/>
            </a:lvl1pPr>
          </a:lstStyle>
          <a:p>
            <a:r>
              <a:rPr lang="en-US" dirty="0"/>
              <a:t>icon</a:t>
            </a:r>
          </a:p>
        </p:txBody>
      </p:sp>
      <p:sp>
        <p:nvSpPr>
          <p:cNvPr id="23" name="Picture Placeholder 9">
            <a:extLst>
              <a:ext uri="{FF2B5EF4-FFF2-40B4-BE49-F238E27FC236}">
                <a16:creationId xmlns:a16="http://schemas.microsoft.com/office/drawing/2014/main" id="{7CA21AA9-70C3-4DAE-AF61-375DC206C5F8}"/>
              </a:ext>
            </a:extLst>
          </p:cNvPr>
          <p:cNvSpPr>
            <a:spLocks noGrp="1"/>
          </p:cNvSpPr>
          <p:nvPr>
            <p:ph type="pic" sz="quarter" idx="23" hasCustomPrompt="1"/>
          </p:nvPr>
        </p:nvSpPr>
        <p:spPr>
          <a:xfrm>
            <a:off x="6952974" y="4897990"/>
            <a:ext cx="535609" cy="535401"/>
          </a:xfrm>
          <a:prstGeom prst="roundRect">
            <a:avLst>
              <a:gd name="adj" fmla="val 3715"/>
            </a:avLst>
          </a:prstGeom>
          <a:noFill/>
          <a:effectLst/>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icon</a:t>
            </a:r>
          </a:p>
        </p:txBody>
      </p:sp>
      <p:sp>
        <p:nvSpPr>
          <p:cNvPr id="24" name="Text Placeholder 2">
            <a:extLst>
              <a:ext uri="{FF2B5EF4-FFF2-40B4-BE49-F238E27FC236}">
                <a16:creationId xmlns:a16="http://schemas.microsoft.com/office/drawing/2014/main" id="{45D0466E-9BA8-4717-AB56-B30702F64930}"/>
              </a:ext>
            </a:extLst>
          </p:cNvPr>
          <p:cNvSpPr>
            <a:spLocks noGrp="1"/>
          </p:cNvSpPr>
          <p:nvPr>
            <p:ph type="body" sz="quarter" idx="24" hasCustomPrompt="1"/>
          </p:nvPr>
        </p:nvSpPr>
        <p:spPr>
          <a:xfrm>
            <a:off x="2014364" y="5445251"/>
            <a:ext cx="1925940" cy="385464"/>
          </a:xfrm>
        </p:spPr>
        <p:txBody>
          <a:bodyPr anchor="ctr">
            <a:noAutofit/>
          </a:bodyPr>
          <a:lstStyle>
            <a:lvl1pPr marL="0" indent="0" algn="ctr">
              <a:buFont typeface="Courier New" panose="02070309020205020404" pitchFamily="49" charset="0"/>
              <a:buNone/>
              <a:defRPr sz="1600">
                <a:solidFill>
                  <a:schemeClr val="tx1"/>
                </a:solidFill>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Icon explanation</a:t>
            </a:r>
          </a:p>
        </p:txBody>
      </p:sp>
      <p:sp>
        <p:nvSpPr>
          <p:cNvPr id="25" name="Text Placeholder 2">
            <a:extLst>
              <a:ext uri="{FF2B5EF4-FFF2-40B4-BE49-F238E27FC236}">
                <a16:creationId xmlns:a16="http://schemas.microsoft.com/office/drawing/2014/main" id="{B0AC3227-2E70-45F2-B0E6-4F60571D9117}"/>
              </a:ext>
            </a:extLst>
          </p:cNvPr>
          <p:cNvSpPr>
            <a:spLocks noGrp="1"/>
          </p:cNvSpPr>
          <p:nvPr>
            <p:ph type="body" sz="quarter" idx="25" hasCustomPrompt="1"/>
          </p:nvPr>
        </p:nvSpPr>
        <p:spPr>
          <a:xfrm>
            <a:off x="4227874" y="5445251"/>
            <a:ext cx="1925940" cy="385464"/>
          </a:xfrm>
        </p:spPr>
        <p:txBody>
          <a:bodyPr anchor="ctr">
            <a:noAutofit/>
          </a:bodyPr>
          <a:lstStyle>
            <a:lvl1pPr marL="0" indent="0" algn="ctr">
              <a:buFont typeface="Courier New" panose="02070309020205020404" pitchFamily="49" charset="0"/>
              <a:buNone/>
              <a:defRPr sz="1600">
                <a:solidFill>
                  <a:schemeClr val="tx1"/>
                </a:solidFill>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Icon explanation</a:t>
            </a:r>
          </a:p>
        </p:txBody>
      </p:sp>
      <p:sp>
        <p:nvSpPr>
          <p:cNvPr id="26" name="Text Placeholder 2">
            <a:extLst>
              <a:ext uri="{FF2B5EF4-FFF2-40B4-BE49-F238E27FC236}">
                <a16:creationId xmlns:a16="http://schemas.microsoft.com/office/drawing/2014/main" id="{EDADEC26-89F1-470B-8A3A-8009CF596051}"/>
              </a:ext>
            </a:extLst>
          </p:cNvPr>
          <p:cNvSpPr>
            <a:spLocks noGrp="1"/>
          </p:cNvSpPr>
          <p:nvPr>
            <p:ph type="body" sz="quarter" idx="26" hasCustomPrompt="1"/>
          </p:nvPr>
        </p:nvSpPr>
        <p:spPr>
          <a:xfrm>
            <a:off x="6441384" y="5433391"/>
            <a:ext cx="1925940" cy="385464"/>
          </a:xfrm>
        </p:spPr>
        <p:txBody>
          <a:bodyPr anchor="ctr">
            <a:noAutofit/>
          </a:bodyPr>
          <a:lstStyle>
            <a:lvl1pPr marL="0" indent="0" algn="ctr">
              <a:buFont typeface="Courier New" panose="02070309020205020404" pitchFamily="49" charset="0"/>
              <a:buNone/>
              <a:defRPr sz="1600">
                <a:solidFill>
                  <a:schemeClr val="tx1"/>
                </a:solidFill>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Icon explanation</a:t>
            </a:r>
          </a:p>
        </p:txBody>
      </p:sp>
      <p:sp>
        <p:nvSpPr>
          <p:cNvPr id="31" name="Oval 30">
            <a:extLst>
              <a:ext uri="{FF2B5EF4-FFF2-40B4-BE49-F238E27FC236}">
                <a16:creationId xmlns:a16="http://schemas.microsoft.com/office/drawing/2014/main" id="{E27A33AF-1D76-43E7-AB94-1FFEA0D15FAE}"/>
              </a:ext>
            </a:extLst>
          </p:cNvPr>
          <p:cNvSpPr/>
          <p:nvPr userDrawn="1"/>
        </p:nvSpPr>
        <p:spPr>
          <a:xfrm>
            <a:off x="11631790" y="950668"/>
            <a:ext cx="147556" cy="1475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2" name="Block Arc 31">
            <a:extLst>
              <a:ext uri="{FF2B5EF4-FFF2-40B4-BE49-F238E27FC236}">
                <a16:creationId xmlns:a16="http://schemas.microsoft.com/office/drawing/2014/main" id="{A5F7982E-5C6D-4479-89D7-0932E1177EA4}"/>
              </a:ext>
            </a:extLst>
          </p:cNvPr>
          <p:cNvSpPr/>
          <p:nvPr userDrawn="1"/>
        </p:nvSpPr>
        <p:spPr>
          <a:xfrm rot="16200000">
            <a:off x="11779346" y="232582"/>
            <a:ext cx="825308" cy="825308"/>
          </a:xfrm>
          <a:prstGeom prst="blockArc">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Block Arc 32">
            <a:extLst>
              <a:ext uri="{FF2B5EF4-FFF2-40B4-BE49-F238E27FC236}">
                <a16:creationId xmlns:a16="http://schemas.microsoft.com/office/drawing/2014/main" id="{100D15DB-F7B4-4082-A518-4F617D5409EA}"/>
              </a:ext>
            </a:extLst>
          </p:cNvPr>
          <p:cNvSpPr/>
          <p:nvPr userDrawn="1"/>
        </p:nvSpPr>
        <p:spPr>
          <a:xfrm rot="10800000">
            <a:off x="9516778" y="5963517"/>
            <a:ext cx="498494" cy="498494"/>
          </a:xfrm>
          <a:prstGeom prst="blockArc">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Oval 33">
            <a:extLst>
              <a:ext uri="{FF2B5EF4-FFF2-40B4-BE49-F238E27FC236}">
                <a16:creationId xmlns:a16="http://schemas.microsoft.com/office/drawing/2014/main" id="{4D7D11C8-EFED-4383-8798-755E264B7900}"/>
              </a:ext>
            </a:extLst>
          </p:cNvPr>
          <p:cNvSpPr/>
          <p:nvPr userDrawn="1"/>
        </p:nvSpPr>
        <p:spPr>
          <a:xfrm>
            <a:off x="2274800" y="232582"/>
            <a:ext cx="147556" cy="1475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3540673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93738E36-F2E2-4DFD-9B51-720D5D85D3F4}"/>
              </a:ext>
            </a:extLst>
          </p:cNvPr>
          <p:cNvSpPr/>
          <p:nvPr userDrawn="1"/>
        </p:nvSpPr>
        <p:spPr>
          <a:xfrm>
            <a:off x="5098047" y="2428123"/>
            <a:ext cx="1995902" cy="1995902"/>
          </a:xfrm>
          <a:prstGeom prst="ellipse">
            <a:avLst/>
          </a:prstGeom>
          <a:noFill/>
          <a:ln>
            <a:solidFill>
              <a:schemeClr val="bg2">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567A9DB-4329-4E6B-A11E-2577ECF13ACA}"/>
              </a:ext>
            </a:extLst>
          </p:cNvPr>
          <p:cNvSpPr/>
          <p:nvPr userDrawn="1"/>
        </p:nvSpPr>
        <p:spPr>
          <a:xfrm>
            <a:off x="3403753" y="736753"/>
            <a:ext cx="5384494" cy="5384494"/>
          </a:xfrm>
          <a:prstGeom prst="ellipse">
            <a:avLst/>
          </a:prstGeom>
          <a:noFill/>
          <a:ln>
            <a:solidFill>
              <a:schemeClr val="bg2">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E083DB9-AB6C-4B15-AE8D-CB2C876781A9}"/>
              </a:ext>
            </a:extLst>
          </p:cNvPr>
          <p:cNvSpPr/>
          <p:nvPr userDrawn="1"/>
        </p:nvSpPr>
        <p:spPr>
          <a:xfrm>
            <a:off x="4046758" y="1379758"/>
            <a:ext cx="4098483" cy="4098483"/>
          </a:xfrm>
          <a:prstGeom prst="ellipse">
            <a:avLst/>
          </a:prstGeom>
          <a:noFill/>
          <a:ln>
            <a:solidFill>
              <a:schemeClr val="bg2">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B623780-CDA9-468F-A400-DEDCE670E02B}"/>
              </a:ext>
            </a:extLst>
          </p:cNvPr>
          <p:cNvSpPr/>
          <p:nvPr userDrawn="1"/>
        </p:nvSpPr>
        <p:spPr>
          <a:xfrm>
            <a:off x="2751358" y="84358"/>
            <a:ext cx="6689282" cy="6689282"/>
          </a:xfrm>
          <a:prstGeom prst="ellipse">
            <a:avLst/>
          </a:prstGeom>
          <a:noFill/>
          <a:ln>
            <a:solidFill>
              <a:schemeClr val="bg2">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1BBA5CA4-470E-430A-A655-15189F3EA19F}"/>
              </a:ext>
            </a:extLst>
          </p:cNvPr>
          <p:cNvSpPr/>
          <p:nvPr userDrawn="1"/>
        </p:nvSpPr>
        <p:spPr>
          <a:xfrm>
            <a:off x="1899920" y="-43545"/>
            <a:ext cx="8392161" cy="6988629"/>
          </a:xfrm>
          <a:custGeom>
            <a:avLst/>
            <a:gdLst>
              <a:gd name="connsiteX0" fmla="*/ 1838174 w 8235298"/>
              <a:gd name="connsiteY0" fmla="*/ 0 h 6858000"/>
              <a:gd name="connsiteX1" fmla="*/ 6397124 w 8235298"/>
              <a:gd name="connsiteY1" fmla="*/ 0 h 6858000"/>
              <a:gd name="connsiteX2" fmla="*/ 6419866 w 8235298"/>
              <a:gd name="connsiteY2" fmla="*/ 14580 h 6858000"/>
              <a:gd name="connsiteX3" fmla="*/ 8235298 w 8235298"/>
              <a:gd name="connsiteY3" fmla="*/ 3428999 h 6858000"/>
              <a:gd name="connsiteX4" fmla="*/ 6419866 w 8235298"/>
              <a:gd name="connsiteY4" fmla="*/ 6843419 h 6858000"/>
              <a:gd name="connsiteX5" fmla="*/ 6397121 w 8235298"/>
              <a:gd name="connsiteY5" fmla="*/ 6858000 h 6858000"/>
              <a:gd name="connsiteX6" fmla="*/ 1838178 w 8235298"/>
              <a:gd name="connsiteY6" fmla="*/ 6858000 h 6858000"/>
              <a:gd name="connsiteX7" fmla="*/ 1815432 w 8235298"/>
              <a:gd name="connsiteY7" fmla="*/ 6843419 h 6858000"/>
              <a:gd name="connsiteX8" fmla="*/ 0 w 8235298"/>
              <a:gd name="connsiteY8" fmla="*/ 3428999 h 6858000"/>
              <a:gd name="connsiteX9" fmla="*/ 1815432 w 8235298"/>
              <a:gd name="connsiteY9" fmla="*/ 14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35298" h="6858000">
                <a:moveTo>
                  <a:pt x="1838174" y="0"/>
                </a:moveTo>
                <a:lnTo>
                  <a:pt x="6397124" y="0"/>
                </a:lnTo>
                <a:lnTo>
                  <a:pt x="6419866" y="14580"/>
                </a:lnTo>
                <a:cubicBezTo>
                  <a:pt x="7515168" y="754551"/>
                  <a:pt x="8235298" y="2007677"/>
                  <a:pt x="8235298" y="3428999"/>
                </a:cubicBezTo>
                <a:cubicBezTo>
                  <a:pt x="8235298" y="4850321"/>
                  <a:pt x="7515168" y="6103447"/>
                  <a:pt x="6419866" y="6843419"/>
                </a:cubicBezTo>
                <a:lnTo>
                  <a:pt x="6397121" y="6858000"/>
                </a:lnTo>
                <a:lnTo>
                  <a:pt x="1838178" y="6858000"/>
                </a:lnTo>
                <a:lnTo>
                  <a:pt x="1815432" y="6843419"/>
                </a:lnTo>
                <a:cubicBezTo>
                  <a:pt x="720131" y="6103447"/>
                  <a:pt x="0" y="4850321"/>
                  <a:pt x="0" y="3428999"/>
                </a:cubicBezTo>
                <a:cubicBezTo>
                  <a:pt x="0" y="2007677"/>
                  <a:pt x="720131" y="754551"/>
                  <a:pt x="1815432" y="14580"/>
                </a:cubicBezTo>
                <a:close/>
              </a:path>
            </a:pathLst>
          </a:custGeom>
          <a:noFill/>
          <a:ln>
            <a:solidFill>
              <a:schemeClr val="bg2">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Block Arc 10">
            <a:extLst>
              <a:ext uri="{FF2B5EF4-FFF2-40B4-BE49-F238E27FC236}">
                <a16:creationId xmlns:a16="http://schemas.microsoft.com/office/drawing/2014/main" id="{72F8C87E-6381-48BA-ABB4-90F5A5A27EB9}"/>
              </a:ext>
            </a:extLst>
          </p:cNvPr>
          <p:cNvSpPr/>
          <p:nvPr userDrawn="1"/>
        </p:nvSpPr>
        <p:spPr>
          <a:xfrm rot="5400000">
            <a:off x="-384355" y="3688114"/>
            <a:ext cx="768706" cy="768706"/>
          </a:xfrm>
          <a:prstGeom prst="blockArc">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Block Arc 11">
            <a:extLst>
              <a:ext uri="{FF2B5EF4-FFF2-40B4-BE49-F238E27FC236}">
                <a16:creationId xmlns:a16="http://schemas.microsoft.com/office/drawing/2014/main" id="{99841E34-DBF2-49E7-965B-0944BF6F4E4A}"/>
              </a:ext>
            </a:extLst>
          </p:cNvPr>
          <p:cNvSpPr/>
          <p:nvPr userDrawn="1"/>
        </p:nvSpPr>
        <p:spPr>
          <a:xfrm rot="11863426">
            <a:off x="9844597" y="4372713"/>
            <a:ext cx="478097" cy="478097"/>
          </a:xfrm>
          <a:prstGeom prst="blockArc">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4D2E050D-01E3-4978-AB46-AEBBD8236623}"/>
              </a:ext>
            </a:extLst>
          </p:cNvPr>
          <p:cNvSpPr/>
          <p:nvPr userDrawn="1"/>
        </p:nvSpPr>
        <p:spPr>
          <a:xfrm>
            <a:off x="11511568" y="451541"/>
            <a:ext cx="185132" cy="1851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Oval 13">
            <a:extLst>
              <a:ext uri="{FF2B5EF4-FFF2-40B4-BE49-F238E27FC236}">
                <a16:creationId xmlns:a16="http://schemas.microsoft.com/office/drawing/2014/main" id="{575A5BE1-313D-43A9-ACF3-5C7E9E1D480E}"/>
              </a:ext>
            </a:extLst>
          </p:cNvPr>
          <p:cNvSpPr/>
          <p:nvPr userDrawn="1"/>
        </p:nvSpPr>
        <p:spPr>
          <a:xfrm>
            <a:off x="2658792" y="905556"/>
            <a:ext cx="185132" cy="1851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5" name="Block Arc 14">
            <a:extLst>
              <a:ext uri="{FF2B5EF4-FFF2-40B4-BE49-F238E27FC236}">
                <a16:creationId xmlns:a16="http://schemas.microsoft.com/office/drawing/2014/main" id="{1ED1A7E9-8F8D-4104-B032-82E7A5916C4B}"/>
              </a:ext>
            </a:extLst>
          </p:cNvPr>
          <p:cNvSpPr/>
          <p:nvPr userDrawn="1"/>
        </p:nvSpPr>
        <p:spPr>
          <a:xfrm>
            <a:off x="2121063" y="6496569"/>
            <a:ext cx="722861" cy="722861"/>
          </a:xfrm>
          <a:prstGeom prst="blockArc">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Oval 15">
            <a:extLst>
              <a:ext uri="{FF2B5EF4-FFF2-40B4-BE49-F238E27FC236}">
                <a16:creationId xmlns:a16="http://schemas.microsoft.com/office/drawing/2014/main" id="{CBEA6BDA-CCCC-46E7-B147-6AE6DCF0D1A9}"/>
              </a:ext>
            </a:extLst>
          </p:cNvPr>
          <p:cNvSpPr/>
          <p:nvPr userDrawn="1"/>
        </p:nvSpPr>
        <p:spPr>
          <a:xfrm>
            <a:off x="5698544" y="5361181"/>
            <a:ext cx="185132" cy="1851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 Placeholder 2">
            <a:extLst>
              <a:ext uri="{FF2B5EF4-FFF2-40B4-BE49-F238E27FC236}">
                <a16:creationId xmlns:a16="http://schemas.microsoft.com/office/drawing/2014/main" id="{A524F2D9-69EE-461E-AD0B-655CF3C0767F}"/>
              </a:ext>
            </a:extLst>
          </p:cNvPr>
          <p:cNvSpPr>
            <a:spLocks noGrp="1"/>
          </p:cNvSpPr>
          <p:nvPr>
            <p:ph type="body" sz="quarter" idx="10" hasCustomPrompt="1"/>
          </p:nvPr>
        </p:nvSpPr>
        <p:spPr>
          <a:xfrm>
            <a:off x="-1" y="1279678"/>
            <a:ext cx="12192000" cy="2308225"/>
          </a:xfrm>
        </p:spPr>
        <p:txBody>
          <a:bodyPr anchor="b">
            <a:normAutofit/>
          </a:bodyPr>
          <a:lstStyle>
            <a:lvl1pPr marL="0" indent="0" algn="ctr">
              <a:buNone/>
              <a:defRPr sz="7200">
                <a:latin typeface="Poppins SemiBold" panose="00000700000000000000" pitchFamily="2" charset="0"/>
                <a:cs typeface="Poppins SemiBold" panose="000007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BIG BOLD TITLE HERE</a:t>
            </a:r>
          </a:p>
        </p:txBody>
      </p:sp>
      <p:sp>
        <p:nvSpPr>
          <p:cNvPr id="19" name="Text Placeholder 2">
            <a:extLst>
              <a:ext uri="{FF2B5EF4-FFF2-40B4-BE49-F238E27FC236}">
                <a16:creationId xmlns:a16="http://schemas.microsoft.com/office/drawing/2014/main" id="{2DB1A80E-80D2-4555-80BE-B9ECA0115810}"/>
              </a:ext>
            </a:extLst>
          </p:cNvPr>
          <p:cNvSpPr>
            <a:spLocks noGrp="1"/>
          </p:cNvSpPr>
          <p:nvPr>
            <p:ph type="body" sz="quarter" idx="11" hasCustomPrompt="1"/>
          </p:nvPr>
        </p:nvSpPr>
        <p:spPr>
          <a:xfrm>
            <a:off x="-1" y="3615871"/>
            <a:ext cx="12192000" cy="913192"/>
          </a:xfrm>
        </p:spPr>
        <p:txBody>
          <a:bodyPr anchor="t">
            <a:normAutofit/>
          </a:bodyPr>
          <a:lstStyle>
            <a:lvl1pPr marL="0" indent="0" algn="ctr">
              <a:buNone/>
              <a:defRPr sz="3000">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Subtitle Here</a:t>
            </a:r>
          </a:p>
        </p:txBody>
      </p:sp>
      <p:sp>
        <p:nvSpPr>
          <p:cNvPr id="20" name="Oval 19">
            <a:extLst>
              <a:ext uri="{FF2B5EF4-FFF2-40B4-BE49-F238E27FC236}">
                <a16:creationId xmlns:a16="http://schemas.microsoft.com/office/drawing/2014/main" id="{9AF2615E-582B-4535-8B47-4030604426EB}"/>
              </a:ext>
            </a:extLst>
          </p:cNvPr>
          <p:cNvSpPr/>
          <p:nvPr userDrawn="1"/>
        </p:nvSpPr>
        <p:spPr>
          <a:xfrm>
            <a:off x="11212965" y="5961733"/>
            <a:ext cx="253359" cy="25335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2" name="Text Placeholder 2">
            <a:extLst>
              <a:ext uri="{FF2B5EF4-FFF2-40B4-BE49-F238E27FC236}">
                <a16:creationId xmlns:a16="http://schemas.microsoft.com/office/drawing/2014/main" id="{3DBFFB8D-C6C0-49B8-B4A1-C2A47D902500}"/>
              </a:ext>
            </a:extLst>
          </p:cNvPr>
          <p:cNvSpPr>
            <a:spLocks noGrp="1"/>
          </p:cNvSpPr>
          <p:nvPr>
            <p:ph type="body" sz="quarter" idx="12" hasCustomPrompt="1"/>
          </p:nvPr>
        </p:nvSpPr>
        <p:spPr>
          <a:xfrm>
            <a:off x="6096000" y="5853562"/>
            <a:ext cx="5114964" cy="488751"/>
          </a:xfrm>
        </p:spPr>
        <p:txBody>
          <a:bodyPr anchor="ctr">
            <a:normAutofit/>
          </a:bodyPr>
          <a:lstStyle>
            <a:lvl1pPr marL="0" indent="0" algn="r">
              <a:buNone/>
              <a:defRPr sz="1600">
                <a:latin typeface="Poppins Light" panose="00000400000000000000" pitchFamily="2" charset="0"/>
                <a:cs typeface="Poppins Light" panose="00000400000000000000" pitchFamily="2" charset="0"/>
              </a:defRPr>
            </a:lvl1pPr>
            <a:lvl2pPr>
              <a:defRPr>
                <a:latin typeface="Poppins SemiBold" panose="00000700000000000000" pitchFamily="2" charset="0"/>
                <a:cs typeface="Poppins SemiBold" panose="00000700000000000000" pitchFamily="2" charset="0"/>
              </a:defRPr>
            </a:lvl2pPr>
            <a:lvl3pPr>
              <a:defRPr>
                <a:latin typeface="Poppins SemiBold" panose="00000700000000000000" pitchFamily="2" charset="0"/>
                <a:cs typeface="Poppins SemiBold" panose="00000700000000000000" pitchFamily="2" charset="0"/>
              </a:defRPr>
            </a:lvl3pPr>
            <a:lvl4pPr>
              <a:defRPr>
                <a:latin typeface="Poppins SemiBold" panose="00000700000000000000" pitchFamily="2" charset="0"/>
                <a:cs typeface="Poppins SemiBold" panose="00000700000000000000" pitchFamily="2" charset="0"/>
              </a:defRPr>
            </a:lvl4pPr>
            <a:lvl5pPr>
              <a:defRPr>
                <a:latin typeface="Poppins SemiBold" panose="00000700000000000000" pitchFamily="2" charset="0"/>
                <a:cs typeface="Poppins SemiBold" panose="00000700000000000000" pitchFamily="2" charset="0"/>
              </a:defRPr>
            </a:lvl5pPr>
          </a:lstStyle>
          <a:p>
            <a:pPr lvl="0"/>
            <a:r>
              <a:rPr lang="en-US" dirty="0"/>
              <a:t>Mini Title Goes Here</a:t>
            </a:r>
          </a:p>
        </p:txBody>
      </p:sp>
      <p:sp>
        <p:nvSpPr>
          <p:cNvPr id="79" name="Freeform: Shape 78">
            <a:extLst>
              <a:ext uri="{FF2B5EF4-FFF2-40B4-BE49-F238E27FC236}">
                <a16:creationId xmlns:a16="http://schemas.microsoft.com/office/drawing/2014/main" id="{8C443D0A-6DC9-4316-BC60-AED9B1C536DB}"/>
              </a:ext>
            </a:extLst>
          </p:cNvPr>
          <p:cNvSpPr/>
          <p:nvPr userDrawn="1"/>
        </p:nvSpPr>
        <p:spPr>
          <a:xfrm>
            <a:off x="183530" y="112094"/>
            <a:ext cx="1891562" cy="886029"/>
          </a:xfrm>
          <a:custGeom>
            <a:avLst/>
            <a:gdLst>
              <a:gd name="connsiteX0" fmla="*/ 50296 w 1891562"/>
              <a:gd name="connsiteY0" fmla="*/ 785438 h 886029"/>
              <a:gd name="connsiteX1" fmla="*/ 100591 w 1891562"/>
              <a:gd name="connsiteY1" fmla="*/ 835734 h 886029"/>
              <a:gd name="connsiteX2" fmla="*/ 50296 w 1891562"/>
              <a:gd name="connsiteY2" fmla="*/ 886029 h 886029"/>
              <a:gd name="connsiteX3" fmla="*/ 0 w 1891562"/>
              <a:gd name="connsiteY3" fmla="*/ 835734 h 886029"/>
              <a:gd name="connsiteX4" fmla="*/ 50296 w 1891562"/>
              <a:gd name="connsiteY4" fmla="*/ 785438 h 886029"/>
              <a:gd name="connsiteX5" fmla="*/ 348791 w 1891562"/>
              <a:gd name="connsiteY5" fmla="*/ 785437 h 886029"/>
              <a:gd name="connsiteX6" fmla="*/ 399086 w 1891562"/>
              <a:gd name="connsiteY6" fmla="*/ 835733 h 886029"/>
              <a:gd name="connsiteX7" fmla="*/ 348791 w 1891562"/>
              <a:gd name="connsiteY7" fmla="*/ 886028 h 886029"/>
              <a:gd name="connsiteX8" fmla="*/ 298495 w 1891562"/>
              <a:gd name="connsiteY8" fmla="*/ 835733 h 886029"/>
              <a:gd name="connsiteX9" fmla="*/ 348791 w 1891562"/>
              <a:gd name="connsiteY9" fmla="*/ 785437 h 886029"/>
              <a:gd name="connsiteX10" fmla="*/ 647286 w 1891562"/>
              <a:gd name="connsiteY10" fmla="*/ 785436 h 886029"/>
              <a:gd name="connsiteX11" fmla="*/ 697581 w 1891562"/>
              <a:gd name="connsiteY11" fmla="*/ 835731 h 886029"/>
              <a:gd name="connsiteX12" fmla="*/ 647286 w 1891562"/>
              <a:gd name="connsiteY12" fmla="*/ 886027 h 886029"/>
              <a:gd name="connsiteX13" fmla="*/ 596991 w 1891562"/>
              <a:gd name="connsiteY13" fmla="*/ 835731 h 886029"/>
              <a:gd name="connsiteX14" fmla="*/ 647286 w 1891562"/>
              <a:gd name="connsiteY14" fmla="*/ 785436 h 886029"/>
              <a:gd name="connsiteX15" fmla="*/ 945781 w 1891562"/>
              <a:gd name="connsiteY15" fmla="*/ 785435 h 886029"/>
              <a:gd name="connsiteX16" fmla="*/ 996077 w 1891562"/>
              <a:gd name="connsiteY16" fmla="*/ 835730 h 886029"/>
              <a:gd name="connsiteX17" fmla="*/ 945781 w 1891562"/>
              <a:gd name="connsiteY17" fmla="*/ 886026 h 886029"/>
              <a:gd name="connsiteX18" fmla="*/ 895486 w 1891562"/>
              <a:gd name="connsiteY18" fmla="*/ 835730 h 886029"/>
              <a:gd name="connsiteX19" fmla="*/ 945781 w 1891562"/>
              <a:gd name="connsiteY19" fmla="*/ 785435 h 886029"/>
              <a:gd name="connsiteX20" fmla="*/ 1244276 w 1891562"/>
              <a:gd name="connsiteY20" fmla="*/ 785434 h 886029"/>
              <a:gd name="connsiteX21" fmla="*/ 1294572 w 1891562"/>
              <a:gd name="connsiteY21" fmla="*/ 835729 h 886029"/>
              <a:gd name="connsiteX22" fmla="*/ 1244276 w 1891562"/>
              <a:gd name="connsiteY22" fmla="*/ 886025 h 886029"/>
              <a:gd name="connsiteX23" fmla="*/ 1193981 w 1891562"/>
              <a:gd name="connsiteY23" fmla="*/ 835729 h 886029"/>
              <a:gd name="connsiteX24" fmla="*/ 1244276 w 1891562"/>
              <a:gd name="connsiteY24" fmla="*/ 785434 h 886029"/>
              <a:gd name="connsiteX25" fmla="*/ 1542772 w 1891562"/>
              <a:gd name="connsiteY25" fmla="*/ 785433 h 886029"/>
              <a:gd name="connsiteX26" fmla="*/ 1593067 w 1891562"/>
              <a:gd name="connsiteY26" fmla="*/ 835728 h 886029"/>
              <a:gd name="connsiteX27" fmla="*/ 1542772 w 1891562"/>
              <a:gd name="connsiteY27" fmla="*/ 886023 h 886029"/>
              <a:gd name="connsiteX28" fmla="*/ 1492476 w 1891562"/>
              <a:gd name="connsiteY28" fmla="*/ 835728 h 886029"/>
              <a:gd name="connsiteX29" fmla="*/ 1542772 w 1891562"/>
              <a:gd name="connsiteY29" fmla="*/ 785433 h 886029"/>
              <a:gd name="connsiteX30" fmla="*/ 1841267 w 1891562"/>
              <a:gd name="connsiteY30" fmla="*/ 785432 h 886029"/>
              <a:gd name="connsiteX31" fmla="*/ 1891562 w 1891562"/>
              <a:gd name="connsiteY31" fmla="*/ 835727 h 886029"/>
              <a:gd name="connsiteX32" fmla="*/ 1841267 w 1891562"/>
              <a:gd name="connsiteY32" fmla="*/ 886022 h 886029"/>
              <a:gd name="connsiteX33" fmla="*/ 1790971 w 1891562"/>
              <a:gd name="connsiteY33" fmla="*/ 835727 h 886029"/>
              <a:gd name="connsiteX34" fmla="*/ 1841267 w 1891562"/>
              <a:gd name="connsiteY34" fmla="*/ 785432 h 886029"/>
              <a:gd name="connsiteX35" fmla="*/ 50296 w 1891562"/>
              <a:gd name="connsiteY35" fmla="*/ 523628 h 886029"/>
              <a:gd name="connsiteX36" fmla="*/ 100591 w 1891562"/>
              <a:gd name="connsiteY36" fmla="*/ 573923 h 886029"/>
              <a:gd name="connsiteX37" fmla="*/ 50296 w 1891562"/>
              <a:gd name="connsiteY37" fmla="*/ 624218 h 886029"/>
              <a:gd name="connsiteX38" fmla="*/ 0 w 1891562"/>
              <a:gd name="connsiteY38" fmla="*/ 573923 h 886029"/>
              <a:gd name="connsiteX39" fmla="*/ 50296 w 1891562"/>
              <a:gd name="connsiteY39" fmla="*/ 523628 h 886029"/>
              <a:gd name="connsiteX40" fmla="*/ 348791 w 1891562"/>
              <a:gd name="connsiteY40" fmla="*/ 523627 h 886029"/>
              <a:gd name="connsiteX41" fmla="*/ 399086 w 1891562"/>
              <a:gd name="connsiteY41" fmla="*/ 573922 h 886029"/>
              <a:gd name="connsiteX42" fmla="*/ 348791 w 1891562"/>
              <a:gd name="connsiteY42" fmla="*/ 624217 h 886029"/>
              <a:gd name="connsiteX43" fmla="*/ 298495 w 1891562"/>
              <a:gd name="connsiteY43" fmla="*/ 573922 h 886029"/>
              <a:gd name="connsiteX44" fmla="*/ 348791 w 1891562"/>
              <a:gd name="connsiteY44" fmla="*/ 523627 h 886029"/>
              <a:gd name="connsiteX45" fmla="*/ 647286 w 1891562"/>
              <a:gd name="connsiteY45" fmla="*/ 523625 h 886029"/>
              <a:gd name="connsiteX46" fmla="*/ 697581 w 1891562"/>
              <a:gd name="connsiteY46" fmla="*/ 573921 h 886029"/>
              <a:gd name="connsiteX47" fmla="*/ 647286 w 1891562"/>
              <a:gd name="connsiteY47" fmla="*/ 624216 h 886029"/>
              <a:gd name="connsiteX48" fmla="*/ 596991 w 1891562"/>
              <a:gd name="connsiteY48" fmla="*/ 573921 h 886029"/>
              <a:gd name="connsiteX49" fmla="*/ 647286 w 1891562"/>
              <a:gd name="connsiteY49" fmla="*/ 523625 h 886029"/>
              <a:gd name="connsiteX50" fmla="*/ 945781 w 1891562"/>
              <a:gd name="connsiteY50" fmla="*/ 523624 h 886029"/>
              <a:gd name="connsiteX51" fmla="*/ 996077 w 1891562"/>
              <a:gd name="connsiteY51" fmla="*/ 573920 h 886029"/>
              <a:gd name="connsiteX52" fmla="*/ 945781 w 1891562"/>
              <a:gd name="connsiteY52" fmla="*/ 624215 h 886029"/>
              <a:gd name="connsiteX53" fmla="*/ 895486 w 1891562"/>
              <a:gd name="connsiteY53" fmla="*/ 573920 h 886029"/>
              <a:gd name="connsiteX54" fmla="*/ 945781 w 1891562"/>
              <a:gd name="connsiteY54" fmla="*/ 523624 h 886029"/>
              <a:gd name="connsiteX55" fmla="*/ 1244276 w 1891562"/>
              <a:gd name="connsiteY55" fmla="*/ 523623 h 886029"/>
              <a:gd name="connsiteX56" fmla="*/ 1294572 w 1891562"/>
              <a:gd name="connsiteY56" fmla="*/ 573919 h 886029"/>
              <a:gd name="connsiteX57" fmla="*/ 1244276 w 1891562"/>
              <a:gd name="connsiteY57" fmla="*/ 624214 h 886029"/>
              <a:gd name="connsiteX58" fmla="*/ 1193981 w 1891562"/>
              <a:gd name="connsiteY58" fmla="*/ 573919 h 886029"/>
              <a:gd name="connsiteX59" fmla="*/ 1244276 w 1891562"/>
              <a:gd name="connsiteY59" fmla="*/ 523623 h 886029"/>
              <a:gd name="connsiteX60" fmla="*/ 1542772 w 1891562"/>
              <a:gd name="connsiteY60" fmla="*/ 523622 h 886029"/>
              <a:gd name="connsiteX61" fmla="*/ 1593067 w 1891562"/>
              <a:gd name="connsiteY61" fmla="*/ 573917 h 886029"/>
              <a:gd name="connsiteX62" fmla="*/ 1542772 w 1891562"/>
              <a:gd name="connsiteY62" fmla="*/ 624213 h 886029"/>
              <a:gd name="connsiteX63" fmla="*/ 1492476 w 1891562"/>
              <a:gd name="connsiteY63" fmla="*/ 573917 h 886029"/>
              <a:gd name="connsiteX64" fmla="*/ 1542772 w 1891562"/>
              <a:gd name="connsiteY64" fmla="*/ 523622 h 886029"/>
              <a:gd name="connsiteX65" fmla="*/ 1841267 w 1891562"/>
              <a:gd name="connsiteY65" fmla="*/ 523621 h 886029"/>
              <a:gd name="connsiteX66" fmla="*/ 1891562 w 1891562"/>
              <a:gd name="connsiteY66" fmla="*/ 573916 h 886029"/>
              <a:gd name="connsiteX67" fmla="*/ 1841267 w 1891562"/>
              <a:gd name="connsiteY67" fmla="*/ 624212 h 886029"/>
              <a:gd name="connsiteX68" fmla="*/ 1790971 w 1891562"/>
              <a:gd name="connsiteY68" fmla="*/ 573916 h 886029"/>
              <a:gd name="connsiteX69" fmla="*/ 1841267 w 1891562"/>
              <a:gd name="connsiteY69" fmla="*/ 523621 h 886029"/>
              <a:gd name="connsiteX70" fmla="*/ 50297 w 1891562"/>
              <a:gd name="connsiteY70" fmla="*/ 261817 h 886029"/>
              <a:gd name="connsiteX71" fmla="*/ 100592 w 1891562"/>
              <a:gd name="connsiteY71" fmla="*/ 312112 h 886029"/>
              <a:gd name="connsiteX72" fmla="*/ 50297 w 1891562"/>
              <a:gd name="connsiteY72" fmla="*/ 362408 h 886029"/>
              <a:gd name="connsiteX73" fmla="*/ 1 w 1891562"/>
              <a:gd name="connsiteY73" fmla="*/ 312112 h 886029"/>
              <a:gd name="connsiteX74" fmla="*/ 50297 w 1891562"/>
              <a:gd name="connsiteY74" fmla="*/ 261817 h 886029"/>
              <a:gd name="connsiteX75" fmla="*/ 348791 w 1891562"/>
              <a:gd name="connsiteY75" fmla="*/ 261816 h 886029"/>
              <a:gd name="connsiteX76" fmla="*/ 399086 w 1891562"/>
              <a:gd name="connsiteY76" fmla="*/ 312111 h 886029"/>
              <a:gd name="connsiteX77" fmla="*/ 348791 w 1891562"/>
              <a:gd name="connsiteY77" fmla="*/ 362407 h 886029"/>
              <a:gd name="connsiteX78" fmla="*/ 298495 w 1891562"/>
              <a:gd name="connsiteY78" fmla="*/ 312111 h 886029"/>
              <a:gd name="connsiteX79" fmla="*/ 348791 w 1891562"/>
              <a:gd name="connsiteY79" fmla="*/ 261816 h 886029"/>
              <a:gd name="connsiteX80" fmla="*/ 647286 w 1891562"/>
              <a:gd name="connsiteY80" fmla="*/ 261815 h 886029"/>
              <a:gd name="connsiteX81" fmla="*/ 697581 w 1891562"/>
              <a:gd name="connsiteY81" fmla="*/ 312110 h 886029"/>
              <a:gd name="connsiteX82" fmla="*/ 647286 w 1891562"/>
              <a:gd name="connsiteY82" fmla="*/ 362406 h 886029"/>
              <a:gd name="connsiteX83" fmla="*/ 596992 w 1891562"/>
              <a:gd name="connsiteY83" fmla="*/ 312110 h 886029"/>
              <a:gd name="connsiteX84" fmla="*/ 647286 w 1891562"/>
              <a:gd name="connsiteY84" fmla="*/ 261815 h 886029"/>
              <a:gd name="connsiteX85" fmla="*/ 945781 w 1891562"/>
              <a:gd name="connsiteY85" fmla="*/ 261814 h 886029"/>
              <a:gd name="connsiteX86" fmla="*/ 996077 w 1891562"/>
              <a:gd name="connsiteY86" fmla="*/ 312109 h 886029"/>
              <a:gd name="connsiteX87" fmla="*/ 945781 w 1891562"/>
              <a:gd name="connsiteY87" fmla="*/ 362404 h 886029"/>
              <a:gd name="connsiteX88" fmla="*/ 895486 w 1891562"/>
              <a:gd name="connsiteY88" fmla="*/ 312109 h 886029"/>
              <a:gd name="connsiteX89" fmla="*/ 945781 w 1891562"/>
              <a:gd name="connsiteY89" fmla="*/ 261814 h 886029"/>
              <a:gd name="connsiteX90" fmla="*/ 1244276 w 1891562"/>
              <a:gd name="connsiteY90" fmla="*/ 261813 h 886029"/>
              <a:gd name="connsiteX91" fmla="*/ 1294572 w 1891562"/>
              <a:gd name="connsiteY91" fmla="*/ 312108 h 886029"/>
              <a:gd name="connsiteX92" fmla="*/ 1244276 w 1891562"/>
              <a:gd name="connsiteY92" fmla="*/ 362403 h 886029"/>
              <a:gd name="connsiteX93" fmla="*/ 1193981 w 1891562"/>
              <a:gd name="connsiteY93" fmla="*/ 312108 h 886029"/>
              <a:gd name="connsiteX94" fmla="*/ 1244276 w 1891562"/>
              <a:gd name="connsiteY94" fmla="*/ 261813 h 886029"/>
              <a:gd name="connsiteX95" fmla="*/ 1542772 w 1891562"/>
              <a:gd name="connsiteY95" fmla="*/ 261811 h 886029"/>
              <a:gd name="connsiteX96" fmla="*/ 1593067 w 1891562"/>
              <a:gd name="connsiteY96" fmla="*/ 312107 h 886029"/>
              <a:gd name="connsiteX97" fmla="*/ 1542772 w 1891562"/>
              <a:gd name="connsiteY97" fmla="*/ 362402 h 886029"/>
              <a:gd name="connsiteX98" fmla="*/ 1492476 w 1891562"/>
              <a:gd name="connsiteY98" fmla="*/ 312107 h 886029"/>
              <a:gd name="connsiteX99" fmla="*/ 1542772 w 1891562"/>
              <a:gd name="connsiteY99" fmla="*/ 261811 h 886029"/>
              <a:gd name="connsiteX100" fmla="*/ 1841267 w 1891562"/>
              <a:gd name="connsiteY100" fmla="*/ 261810 h 886029"/>
              <a:gd name="connsiteX101" fmla="*/ 1891562 w 1891562"/>
              <a:gd name="connsiteY101" fmla="*/ 312106 h 886029"/>
              <a:gd name="connsiteX102" fmla="*/ 1841267 w 1891562"/>
              <a:gd name="connsiteY102" fmla="*/ 362401 h 886029"/>
              <a:gd name="connsiteX103" fmla="*/ 1790971 w 1891562"/>
              <a:gd name="connsiteY103" fmla="*/ 312106 h 886029"/>
              <a:gd name="connsiteX104" fmla="*/ 1841267 w 1891562"/>
              <a:gd name="connsiteY104" fmla="*/ 261810 h 886029"/>
              <a:gd name="connsiteX105" fmla="*/ 50297 w 1891562"/>
              <a:gd name="connsiteY105" fmla="*/ 6 h 886029"/>
              <a:gd name="connsiteX106" fmla="*/ 100592 w 1891562"/>
              <a:gd name="connsiteY106" fmla="*/ 50302 h 886029"/>
              <a:gd name="connsiteX107" fmla="*/ 50297 w 1891562"/>
              <a:gd name="connsiteY107" fmla="*/ 100597 h 886029"/>
              <a:gd name="connsiteX108" fmla="*/ 1 w 1891562"/>
              <a:gd name="connsiteY108" fmla="*/ 50302 h 886029"/>
              <a:gd name="connsiteX109" fmla="*/ 50297 w 1891562"/>
              <a:gd name="connsiteY109" fmla="*/ 6 h 886029"/>
              <a:gd name="connsiteX110" fmla="*/ 348792 w 1891562"/>
              <a:gd name="connsiteY110" fmla="*/ 5 h 886029"/>
              <a:gd name="connsiteX111" fmla="*/ 399087 w 1891562"/>
              <a:gd name="connsiteY111" fmla="*/ 50301 h 886029"/>
              <a:gd name="connsiteX112" fmla="*/ 348792 w 1891562"/>
              <a:gd name="connsiteY112" fmla="*/ 100596 h 886029"/>
              <a:gd name="connsiteX113" fmla="*/ 298497 w 1891562"/>
              <a:gd name="connsiteY113" fmla="*/ 50301 h 886029"/>
              <a:gd name="connsiteX114" fmla="*/ 348792 w 1891562"/>
              <a:gd name="connsiteY114" fmla="*/ 5 h 886029"/>
              <a:gd name="connsiteX115" fmla="*/ 647287 w 1891562"/>
              <a:gd name="connsiteY115" fmla="*/ 4 h 886029"/>
              <a:gd name="connsiteX116" fmla="*/ 697581 w 1891562"/>
              <a:gd name="connsiteY116" fmla="*/ 50300 h 886029"/>
              <a:gd name="connsiteX117" fmla="*/ 647287 w 1891562"/>
              <a:gd name="connsiteY117" fmla="*/ 100595 h 886029"/>
              <a:gd name="connsiteX118" fmla="*/ 596992 w 1891562"/>
              <a:gd name="connsiteY118" fmla="*/ 50300 h 886029"/>
              <a:gd name="connsiteX119" fmla="*/ 647287 w 1891562"/>
              <a:gd name="connsiteY119" fmla="*/ 4 h 886029"/>
              <a:gd name="connsiteX120" fmla="*/ 945781 w 1891562"/>
              <a:gd name="connsiteY120" fmla="*/ 3 h 886029"/>
              <a:gd name="connsiteX121" fmla="*/ 996077 w 1891562"/>
              <a:gd name="connsiteY121" fmla="*/ 50298 h 886029"/>
              <a:gd name="connsiteX122" fmla="*/ 945781 w 1891562"/>
              <a:gd name="connsiteY122" fmla="*/ 100594 h 886029"/>
              <a:gd name="connsiteX123" fmla="*/ 895486 w 1891562"/>
              <a:gd name="connsiteY123" fmla="*/ 50298 h 886029"/>
              <a:gd name="connsiteX124" fmla="*/ 945781 w 1891562"/>
              <a:gd name="connsiteY124" fmla="*/ 3 h 886029"/>
              <a:gd name="connsiteX125" fmla="*/ 1244276 w 1891562"/>
              <a:gd name="connsiteY125" fmla="*/ 2 h 886029"/>
              <a:gd name="connsiteX126" fmla="*/ 1294572 w 1891562"/>
              <a:gd name="connsiteY126" fmla="*/ 50297 h 886029"/>
              <a:gd name="connsiteX127" fmla="*/ 1244276 w 1891562"/>
              <a:gd name="connsiteY127" fmla="*/ 100593 h 886029"/>
              <a:gd name="connsiteX128" fmla="*/ 1193981 w 1891562"/>
              <a:gd name="connsiteY128" fmla="*/ 50297 h 886029"/>
              <a:gd name="connsiteX129" fmla="*/ 1244276 w 1891562"/>
              <a:gd name="connsiteY129" fmla="*/ 2 h 886029"/>
              <a:gd name="connsiteX130" fmla="*/ 1542772 w 1891562"/>
              <a:gd name="connsiteY130" fmla="*/ 1 h 886029"/>
              <a:gd name="connsiteX131" fmla="*/ 1593067 w 1891562"/>
              <a:gd name="connsiteY131" fmla="*/ 50296 h 886029"/>
              <a:gd name="connsiteX132" fmla="*/ 1542772 w 1891562"/>
              <a:gd name="connsiteY132" fmla="*/ 100591 h 886029"/>
              <a:gd name="connsiteX133" fmla="*/ 1492476 w 1891562"/>
              <a:gd name="connsiteY133" fmla="*/ 50296 h 886029"/>
              <a:gd name="connsiteX134" fmla="*/ 1542772 w 1891562"/>
              <a:gd name="connsiteY134" fmla="*/ 1 h 886029"/>
              <a:gd name="connsiteX135" fmla="*/ 1841267 w 1891562"/>
              <a:gd name="connsiteY135" fmla="*/ 0 h 886029"/>
              <a:gd name="connsiteX136" fmla="*/ 1891562 w 1891562"/>
              <a:gd name="connsiteY136" fmla="*/ 50295 h 886029"/>
              <a:gd name="connsiteX137" fmla="*/ 1841267 w 1891562"/>
              <a:gd name="connsiteY137" fmla="*/ 100590 h 886029"/>
              <a:gd name="connsiteX138" fmla="*/ 1790971 w 1891562"/>
              <a:gd name="connsiteY138" fmla="*/ 50295 h 886029"/>
              <a:gd name="connsiteX139" fmla="*/ 1841267 w 1891562"/>
              <a:gd name="connsiteY139" fmla="*/ 0 h 88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891562" h="886029">
                <a:moveTo>
                  <a:pt x="50296" y="785438"/>
                </a:moveTo>
                <a:cubicBezTo>
                  <a:pt x="78073" y="785438"/>
                  <a:pt x="100591" y="807956"/>
                  <a:pt x="100591" y="835734"/>
                </a:cubicBezTo>
                <a:cubicBezTo>
                  <a:pt x="100591" y="863512"/>
                  <a:pt x="78073" y="886029"/>
                  <a:pt x="50296" y="886029"/>
                </a:cubicBezTo>
                <a:cubicBezTo>
                  <a:pt x="22518" y="886029"/>
                  <a:pt x="0" y="863512"/>
                  <a:pt x="0" y="835734"/>
                </a:cubicBezTo>
                <a:cubicBezTo>
                  <a:pt x="0" y="807956"/>
                  <a:pt x="22518" y="785438"/>
                  <a:pt x="50296" y="785438"/>
                </a:cubicBezTo>
                <a:close/>
                <a:moveTo>
                  <a:pt x="348791" y="785437"/>
                </a:moveTo>
                <a:cubicBezTo>
                  <a:pt x="376569" y="785437"/>
                  <a:pt x="399086" y="807955"/>
                  <a:pt x="399086" y="835733"/>
                </a:cubicBezTo>
                <a:cubicBezTo>
                  <a:pt x="399086" y="863510"/>
                  <a:pt x="376569" y="886028"/>
                  <a:pt x="348791" y="886028"/>
                </a:cubicBezTo>
                <a:cubicBezTo>
                  <a:pt x="321013" y="886028"/>
                  <a:pt x="298495" y="863510"/>
                  <a:pt x="298495" y="835733"/>
                </a:cubicBezTo>
                <a:cubicBezTo>
                  <a:pt x="298495" y="807955"/>
                  <a:pt x="321013" y="785437"/>
                  <a:pt x="348791" y="785437"/>
                </a:cubicBezTo>
                <a:close/>
                <a:moveTo>
                  <a:pt x="647286" y="785436"/>
                </a:moveTo>
                <a:cubicBezTo>
                  <a:pt x="675064" y="785436"/>
                  <a:pt x="697581" y="807954"/>
                  <a:pt x="697581" y="835731"/>
                </a:cubicBezTo>
                <a:cubicBezTo>
                  <a:pt x="697581" y="863509"/>
                  <a:pt x="675064" y="886027"/>
                  <a:pt x="647286" y="886027"/>
                </a:cubicBezTo>
                <a:cubicBezTo>
                  <a:pt x="619508" y="886027"/>
                  <a:pt x="596991" y="863509"/>
                  <a:pt x="596991" y="835731"/>
                </a:cubicBezTo>
                <a:cubicBezTo>
                  <a:pt x="596991" y="807954"/>
                  <a:pt x="619508" y="785436"/>
                  <a:pt x="647286" y="785436"/>
                </a:cubicBezTo>
                <a:close/>
                <a:moveTo>
                  <a:pt x="945781" y="785435"/>
                </a:moveTo>
                <a:cubicBezTo>
                  <a:pt x="973559" y="785435"/>
                  <a:pt x="996077" y="807952"/>
                  <a:pt x="996077" y="835730"/>
                </a:cubicBezTo>
                <a:cubicBezTo>
                  <a:pt x="996077" y="863508"/>
                  <a:pt x="973559" y="886026"/>
                  <a:pt x="945781" y="886026"/>
                </a:cubicBezTo>
                <a:cubicBezTo>
                  <a:pt x="918003" y="886026"/>
                  <a:pt x="895486" y="863508"/>
                  <a:pt x="895486" y="835730"/>
                </a:cubicBezTo>
                <a:cubicBezTo>
                  <a:pt x="895486" y="807952"/>
                  <a:pt x="918003" y="785435"/>
                  <a:pt x="945781" y="785435"/>
                </a:cubicBezTo>
                <a:close/>
                <a:moveTo>
                  <a:pt x="1244276" y="785434"/>
                </a:moveTo>
                <a:cubicBezTo>
                  <a:pt x="1272054" y="785434"/>
                  <a:pt x="1294572" y="807951"/>
                  <a:pt x="1294572" y="835729"/>
                </a:cubicBezTo>
                <a:cubicBezTo>
                  <a:pt x="1294572" y="863507"/>
                  <a:pt x="1272054" y="886025"/>
                  <a:pt x="1244276" y="886025"/>
                </a:cubicBezTo>
                <a:cubicBezTo>
                  <a:pt x="1216498" y="886025"/>
                  <a:pt x="1193981" y="863507"/>
                  <a:pt x="1193981" y="835729"/>
                </a:cubicBezTo>
                <a:cubicBezTo>
                  <a:pt x="1193981" y="807951"/>
                  <a:pt x="1216498" y="785434"/>
                  <a:pt x="1244276" y="785434"/>
                </a:cubicBezTo>
                <a:close/>
                <a:moveTo>
                  <a:pt x="1542772" y="785433"/>
                </a:moveTo>
                <a:cubicBezTo>
                  <a:pt x="1570549" y="785433"/>
                  <a:pt x="1593067" y="807950"/>
                  <a:pt x="1593067" y="835728"/>
                </a:cubicBezTo>
                <a:cubicBezTo>
                  <a:pt x="1593067" y="863506"/>
                  <a:pt x="1570549" y="886023"/>
                  <a:pt x="1542772" y="886023"/>
                </a:cubicBezTo>
                <a:cubicBezTo>
                  <a:pt x="1514994" y="886023"/>
                  <a:pt x="1492476" y="863506"/>
                  <a:pt x="1492476" y="835728"/>
                </a:cubicBezTo>
                <a:cubicBezTo>
                  <a:pt x="1492476" y="807950"/>
                  <a:pt x="1514994" y="785433"/>
                  <a:pt x="1542772" y="785433"/>
                </a:cubicBezTo>
                <a:close/>
                <a:moveTo>
                  <a:pt x="1841267" y="785432"/>
                </a:moveTo>
                <a:cubicBezTo>
                  <a:pt x="1869045" y="785432"/>
                  <a:pt x="1891562" y="807949"/>
                  <a:pt x="1891562" y="835727"/>
                </a:cubicBezTo>
                <a:cubicBezTo>
                  <a:pt x="1891562" y="863505"/>
                  <a:pt x="1869045" y="886022"/>
                  <a:pt x="1841267" y="886022"/>
                </a:cubicBezTo>
                <a:cubicBezTo>
                  <a:pt x="1813489" y="886022"/>
                  <a:pt x="1790971" y="863505"/>
                  <a:pt x="1790971" y="835727"/>
                </a:cubicBezTo>
                <a:cubicBezTo>
                  <a:pt x="1790971" y="807949"/>
                  <a:pt x="1813489" y="785432"/>
                  <a:pt x="1841267" y="785432"/>
                </a:cubicBezTo>
                <a:close/>
                <a:moveTo>
                  <a:pt x="50296" y="523628"/>
                </a:moveTo>
                <a:cubicBezTo>
                  <a:pt x="78073" y="523628"/>
                  <a:pt x="100591" y="546145"/>
                  <a:pt x="100591" y="573923"/>
                </a:cubicBezTo>
                <a:cubicBezTo>
                  <a:pt x="100591" y="601701"/>
                  <a:pt x="78073" y="624218"/>
                  <a:pt x="50296" y="624218"/>
                </a:cubicBezTo>
                <a:cubicBezTo>
                  <a:pt x="22518" y="624218"/>
                  <a:pt x="0" y="601701"/>
                  <a:pt x="0" y="573923"/>
                </a:cubicBezTo>
                <a:cubicBezTo>
                  <a:pt x="0" y="546145"/>
                  <a:pt x="22518" y="523628"/>
                  <a:pt x="50296" y="523628"/>
                </a:cubicBezTo>
                <a:close/>
                <a:moveTo>
                  <a:pt x="348791" y="523627"/>
                </a:moveTo>
                <a:cubicBezTo>
                  <a:pt x="376569" y="523627"/>
                  <a:pt x="399086" y="546144"/>
                  <a:pt x="399086" y="573922"/>
                </a:cubicBezTo>
                <a:cubicBezTo>
                  <a:pt x="399086" y="601700"/>
                  <a:pt x="376569" y="624217"/>
                  <a:pt x="348791" y="624217"/>
                </a:cubicBezTo>
                <a:cubicBezTo>
                  <a:pt x="321013" y="624217"/>
                  <a:pt x="298495" y="601700"/>
                  <a:pt x="298495" y="573922"/>
                </a:cubicBezTo>
                <a:cubicBezTo>
                  <a:pt x="298495" y="546144"/>
                  <a:pt x="321013" y="523627"/>
                  <a:pt x="348791" y="523627"/>
                </a:cubicBezTo>
                <a:close/>
                <a:moveTo>
                  <a:pt x="647286" y="523625"/>
                </a:moveTo>
                <a:cubicBezTo>
                  <a:pt x="675064" y="523625"/>
                  <a:pt x="697581" y="546143"/>
                  <a:pt x="697581" y="573921"/>
                </a:cubicBezTo>
                <a:cubicBezTo>
                  <a:pt x="697581" y="601699"/>
                  <a:pt x="675064" y="624216"/>
                  <a:pt x="647286" y="624216"/>
                </a:cubicBezTo>
                <a:cubicBezTo>
                  <a:pt x="619508" y="624216"/>
                  <a:pt x="596991" y="601699"/>
                  <a:pt x="596991" y="573921"/>
                </a:cubicBezTo>
                <a:cubicBezTo>
                  <a:pt x="596991" y="546143"/>
                  <a:pt x="619508" y="523625"/>
                  <a:pt x="647286" y="523625"/>
                </a:cubicBezTo>
                <a:close/>
                <a:moveTo>
                  <a:pt x="945781" y="523624"/>
                </a:moveTo>
                <a:cubicBezTo>
                  <a:pt x="973559" y="523624"/>
                  <a:pt x="996077" y="546142"/>
                  <a:pt x="996077" y="573920"/>
                </a:cubicBezTo>
                <a:cubicBezTo>
                  <a:pt x="996077" y="601698"/>
                  <a:pt x="973559" y="624215"/>
                  <a:pt x="945781" y="624215"/>
                </a:cubicBezTo>
                <a:cubicBezTo>
                  <a:pt x="918003" y="624215"/>
                  <a:pt x="895486" y="601698"/>
                  <a:pt x="895486" y="573920"/>
                </a:cubicBezTo>
                <a:cubicBezTo>
                  <a:pt x="895486" y="546142"/>
                  <a:pt x="918003" y="523624"/>
                  <a:pt x="945781" y="523624"/>
                </a:cubicBezTo>
                <a:close/>
                <a:moveTo>
                  <a:pt x="1244276" y="523623"/>
                </a:moveTo>
                <a:cubicBezTo>
                  <a:pt x="1272054" y="523623"/>
                  <a:pt x="1294572" y="546141"/>
                  <a:pt x="1294572" y="573919"/>
                </a:cubicBezTo>
                <a:cubicBezTo>
                  <a:pt x="1294572" y="601696"/>
                  <a:pt x="1272054" y="624214"/>
                  <a:pt x="1244276" y="624214"/>
                </a:cubicBezTo>
                <a:cubicBezTo>
                  <a:pt x="1216498" y="624214"/>
                  <a:pt x="1193981" y="601696"/>
                  <a:pt x="1193981" y="573919"/>
                </a:cubicBezTo>
                <a:cubicBezTo>
                  <a:pt x="1193981" y="546141"/>
                  <a:pt x="1216498" y="523623"/>
                  <a:pt x="1244276" y="523623"/>
                </a:cubicBezTo>
                <a:close/>
                <a:moveTo>
                  <a:pt x="1542772" y="523622"/>
                </a:moveTo>
                <a:cubicBezTo>
                  <a:pt x="1570549" y="523622"/>
                  <a:pt x="1593067" y="546140"/>
                  <a:pt x="1593067" y="573917"/>
                </a:cubicBezTo>
                <a:cubicBezTo>
                  <a:pt x="1593067" y="601695"/>
                  <a:pt x="1570549" y="624213"/>
                  <a:pt x="1542772" y="624213"/>
                </a:cubicBezTo>
                <a:cubicBezTo>
                  <a:pt x="1514994" y="624213"/>
                  <a:pt x="1492476" y="601695"/>
                  <a:pt x="1492476" y="573917"/>
                </a:cubicBezTo>
                <a:cubicBezTo>
                  <a:pt x="1492476" y="546140"/>
                  <a:pt x="1514994" y="523622"/>
                  <a:pt x="1542772" y="523622"/>
                </a:cubicBezTo>
                <a:close/>
                <a:moveTo>
                  <a:pt x="1841267" y="523621"/>
                </a:moveTo>
                <a:cubicBezTo>
                  <a:pt x="1869045" y="523621"/>
                  <a:pt x="1891562" y="546138"/>
                  <a:pt x="1891562" y="573916"/>
                </a:cubicBezTo>
                <a:cubicBezTo>
                  <a:pt x="1891562" y="601694"/>
                  <a:pt x="1869045" y="624212"/>
                  <a:pt x="1841267" y="624212"/>
                </a:cubicBezTo>
                <a:cubicBezTo>
                  <a:pt x="1813489" y="624212"/>
                  <a:pt x="1790971" y="601694"/>
                  <a:pt x="1790971" y="573916"/>
                </a:cubicBezTo>
                <a:cubicBezTo>
                  <a:pt x="1790971" y="546138"/>
                  <a:pt x="1813489" y="523621"/>
                  <a:pt x="1841267" y="523621"/>
                </a:cubicBezTo>
                <a:close/>
                <a:moveTo>
                  <a:pt x="50297" y="261817"/>
                </a:moveTo>
                <a:cubicBezTo>
                  <a:pt x="78075" y="261817"/>
                  <a:pt x="100592" y="284335"/>
                  <a:pt x="100592" y="312112"/>
                </a:cubicBezTo>
                <a:cubicBezTo>
                  <a:pt x="100592" y="339890"/>
                  <a:pt x="78075" y="362408"/>
                  <a:pt x="50297" y="362408"/>
                </a:cubicBezTo>
                <a:cubicBezTo>
                  <a:pt x="22519" y="362408"/>
                  <a:pt x="1" y="339890"/>
                  <a:pt x="1" y="312112"/>
                </a:cubicBezTo>
                <a:cubicBezTo>
                  <a:pt x="1" y="284335"/>
                  <a:pt x="22519" y="261817"/>
                  <a:pt x="50297" y="261817"/>
                </a:cubicBezTo>
                <a:close/>
                <a:moveTo>
                  <a:pt x="348791" y="261816"/>
                </a:moveTo>
                <a:cubicBezTo>
                  <a:pt x="376570" y="261816"/>
                  <a:pt x="399086" y="284333"/>
                  <a:pt x="399086" y="312111"/>
                </a:cubicBezTo>
                <a:cubicBezTo>
                  <a:pt x="399086" y="339889"/>
                  <a:pt x="376570" y="362407"/>
                  <a:pt x="348791" y="362407"/>
                </a:cubicBezTo>
                <a:cubicBezTo>
                  <a:pt x="321013" y="362407"/>
                  <a:pt x="298495" y="339889"/>
                  <a:pt x="298495" y="312111"/>
                </a:cubicBezTo>
                <a:cubicBezTo>
                  <a:pt x="298495" y="284333"/>
                  <a:pt x="321013" y="261816"/>
                  <a:pt x="348791" y="261816"/>
                </a:cubicBezTo>
                <a:close/>
                <a:moveTo>
                  <a:pt x="647286" y="261815"/>
                </a:moveTo>
                <a:cubicBezTo>
                  <a:pt x="675065" y="261815"/>
                  <a:pt x="697581" y="284332"/>
                  <a:pt x="697581" y="312110"/>
                </a:cubicBezTo>
                <a:cubicBezTo>
                  <a:pt x="697581" y="339888"/>
                  <a:pt x="675065" y="362406"/>
                  <a:pt x="647286" y="362406"/>
                </a:cubicBezTo>
                <a:cubicBezTo>
                  <a:pt x="619508" y="362406"/>
                  <a:pt x="596992" y="339888"/>
                  <a:pt x="596992" y="312110"/>
                </a:cubicBezTo>
                <a:cubicBezTo>
                  <a:pt x="596992" y="284332"/>
                  <a:pt x="619508" y="261815"/>
                  <a:pt x="647286" y="261815"/>
                </a:cubicBezTo>
                <a:close/>
                <a:moveTo>
                  <a:pt x="945781" y="261814"/>
                </a:moveTo>
                <a:cubicBezTo>
                  <a:pt x="973559" y="261814"/>
                  <a:pt x="996077" y="284331"/>
                  <a:pt x="996077" y="312109"/>
                </a:cubicBezTo>
                <a:cubicBezTo>
                  <a:pt x="996077" y="339887"/>
                  <a:pt x="973559" y="362404"/>
                  <a:pt x="945781" y="362404"/>
                </a:cubicBezTo>
                <a:cubicBezTo>
                  <a:pt x="918003" y="362404"/>
                  <a:pt x="895486" y="339887"/>
                  <a:pt x="895486" y="312109"/>
                </a:cubicBezTo>
                <a:cubicBezTo>
                  <a:pt x="895486" y="284331"/>
                  <a:pt x="918003" y="261814"/>
                  <a:pt x="945781" y="261814"/>
                </a:cubicBezTo>
                <a:close/>
                <a:moveTo>
                  <a:pt x="1244276" y="261813"/>
                </a:moveTo>
                <a:cubicBezTo>
                  <a:pt x="1272054" y="261813"/>
                  <a:pt x="1294572" y="284330"/>
                  <a:pt x="1294572" y="312108"/>
                </a:cubicBezTo>
                <a:cubicBezTo>
                  <a:pt x="1294572" y="339886"/>
                  <a:pt x="1272054" y="362403"/>
                  <a:pt x="1244276" y="362403"/>
                </a:cubicBezTo>
                <a:cubicBezTo>
                  <a:pt x="1216498" y="362403"/>
                  <a:pt x="1193981" y="339886"/>
                  <a:pt x="1193981" y="312108"/>
                </a:cubicBezTo>
                <a:cubicBezTo>
                  <a:pt x="1193981" y="284330"/>
                  <a:pt x="1216498" y="261813"/>
                  <a:pt x="1244276" y="261813"/>
                </a:cubicBezTo>
                <a:close/>
                <a:moveTo>
                  <a:pt x="1542772" y="261811"/>
                </a:moveTo>
                <a:cubicBezTo>
                  <a:pt x="1570549" y="261811"/>
                  <a:pt x="1593067" y="284329"/>
                  <a:pt x="1593067" y="312107"/>
                </a:cubicBezTo>
                <a:cubicBezTo>
                  <a:pt x="1593067" y="339885"/>
                  <a:pt x="1570549" y="362402"/>
                  <a:pt x="1542772" y="362402"/>
                </a:cubicBezTo>
                <a:cubicBezTo>
                  <a:pt x="1514994" y="362402"/>
                  <a:pt x="1492476" y="339885"/>
                  <a:pt x="1492476" y="312107"/>
                </a:cubicBezTo>
                <a:cubicBezTo>
                  <a:pt x="1492476" y="284329"/>
                  <a:pt x="1514994" y="261811"/>
                  <a:pt x="1542772" y="261811"/>
                </a:cubicBezTo>
                <a:close/>
                <a:moveTo>
                  <a:pt x="1841267" y="261810"/>
                </a:moveTo>
                <a:cubicBezTo>
                  <a:pt x="1869045" y="261810"/>
                  <a:pt x="1891562" y="284328"/>
                  <a:pt x="1891562" y="312106"/>
                </a:cubicBezTo>
                <a:cubicBezTo>
                  <a:pt x="1891562" y="339884"/>
                  <a:pt x="1869045" y="362401"/>
                  <a:pt x="1841267" y="362401"/>
                </a:cubicBezTo>
                <a:cubicBezTo>
                  <a:pt x="1813489" y="362401"/>
                  <a:pt x="1790971" y="339884"/>
                  <a:pt x="1790971" y="312106"/>
                </a:cubicBezTo>
                <a:cubicBezTo>
                  <a:pt x="1790971" y="284328"/>
                  <a:pt x="1813489" y="261810"/>
                  <a:pt x="1841267" y="261810"/>
                </a:cubicBezTo>
                <a:close/>
                <a:moveTo>
                  <a:pt x="50297" y="6"/>
                </a:moveTo>
                <a:cubicBezTo>
                  <a:pt x="78075" y="6"/>
                  <a:pt x="100592" y="22524"/>
                  <a:pt x="100592" y="50302"/>
                </a:cubicBezTo>
                <a:cubicBezTo>
                  <a:pt x="100592" y="78080"/>
                  <a:pt x="78075" y="100597"/>
                  <a:pt x="50297" y="100597"/>
                </a:cubicBezTo>
                <a:cubicBezTo>
                  <a:pt x="22519" y="100597"/>
                  <a:pt x="1" y="78080"/>
                  <a:pt x="1" y="50302"/>
                </a:cubicBezTo>
                <a:cubicBezTo>
                  <a:pt x="1" y="22524"/>
                  <a:pt x="22519" y="6"/>
                  <a:pt x="50297" y="6"/>
                </a:cubicBezTo>
                <a:close/>
                <a:moveTo>
                  <a:pt x="348792" y="5"/>
                </a:moveTo>
                <a:cubicBezTo>
                  <a:pt x="376570" y="5"/>
                  <a:pt x="399087" y="22523"/>
                  <a:pt x="399087" y="50301"/>
                </a:cubicBezTo>
                <a:cubicBezTo>
                  <a:pt x="399087" y="78078"/>
                  <a:pt x="376570" y="100596"/>
                  <a:pt x="348792" y="100596"/>
                </a:cubicBezTo>
                <a:cubicBezTo>
                  <a:pt x="321014" y="100596"/>
                  <a:pt x="298497" y="78078"/>
                  <a:pt x="298497" y="50301"/>
                </a:cubicBezTo>
                <a:cubicBezTo>
                  <a:pt x="298497" y="22523"/>
                  <a:pt x="321014" y="5"/>
                  <a:pt x="348792" y="5"/>
                </a:cubicBezTo>
                <a:close/>
                <a:moveTo>
                  <a:pt x="647287" y="4"/>
                </a:moveTo>
                <a:cubicBezTo>
                  <a:pt x="675065" y="4"/>
                  <a:pt x="697581" y="22522"/>
                  <a:pt x="697581" y="50300"/>
                </a:cubicBezTo>
                <a:cubicBezTo>
                  <a:pt x="697581" y="78077"/>
                  <a:pt x="675065" y="100595"/>
                  <a:pt x="647287" y="100595"/>
                </a:cubicBezTo>
                <a:cubicBezTo>
                  <a:pt x="619509" y="100595"/>
                  <a:pt x="596992" y="78077"/>
                  <a:pt x="596992" y="50300"/>
                </a:cubicBezTo>
                <a:cubicBezTo>
                  <a:pt x="596992" y="22522"/>
                  <a:pt x="619509" y="4"/>
                  <a:pt x="647287" y="4"/>
                </a:cubicBezTo>
                <a:close/>
                <a:moveTo>
                  <a:pt x="945781" y="3"/>
                </a:moveTo>
                <a:cubicBezTo>
                  <a:pt x="973559" y="3"/>
                  <a:pt x="996077" y="22521"/>
                  <a:pt x="996077" y="50298"/>
                </a:cubicBezTo>
                <a:cubicBezTo>
                  <a:pt x="996077" y="78076"/>
                  <a:pt x="973559" y="100594"/>
                  <a:pt x="945781" y="100594"/>
                </a:cubicBezTo>
                <a:cubicBezTo>
                  <a:pt x="918003" y="100594"/>
                  <a:pt x="895486" y="78076"/>
                  <a:pt x="895486" y="50298"/>
                </a:cubicBezTo>
                <a:cubicBezTo>
                  <a:pt x="895486" y="22521"/>
                  <a:pt x="918003" y="3"/>
                  <a:pt x="945781" y="3"/>
                </a:cubicBezTo>
                <a:close/>
                <a:moveTo>
                  <a:pt x="1244276" y="2"/>
                </a:moveTo>
                <a:cubicBezTo>
                  <a:pt x="1272054" y="2"/>
                  <a:pt x="1294572" y="22519"/>
                  <a:pt x="1294572" y="50297"/>
                </a:cubicBezTo>
                <a:cubicBezTo>
                  <a:pt x="1294572" y="78075"/>
                  <a:pt x="1272054" y="100593"/>
                  <a:pt x="1244276" y="100593"/>
                </a:cubicBezTo>
                <a:cubicBezTo>
                  <a:pt x="1216498" y="100593"/>
                  <a:pt x="1193981" y="78075"/>
                  <a:pt x="1193981" y="50297"/>
                </a:cubicBezTo>
                <a:cubicBezTo>
                  <a:pt x="1193981" y="22519"/>
                  <a:pt x="1216498" y="2"/>
                  <a:pt x="1244276" y="2"/>
                </a:cubicBezTo>
                <a:close/>
                <a:moveTo>
                  <a:pt x="1542772" y="1"/>
                </a:moveTo>
                <a:cubicBezTo>
                  <a:pt x="1570549" y="1"/>
                  <a:pt x="1593067" y="22518"/>
                  <a:pt x="1593067" y="50296"/>
                </a:cubicBezTo>
                <a:cubicBezTo>
                  <a:pt x="1593067" y="78074"/>
                  <a:pt x="1570549" y="100591"/>
                  <a:pt x="1542772" y="100591"/>
                </a:cubicBezTo>
                <a:cubicBezTo>
                  <a:pt x="1514994" y="100591"/>
                  <a:pt x="1492476" y="78074"/>
                  <a:pt x="1492476" y="50296"/>
                </a:cubicBezTo>
                <a:cubicBezTo>
                  <a:pt x="1492476" y="22518"/>
                  <a:pt x="1514994" y="1"/>
                  <a:pt x="1542772" y="1"/>
                </a:cubicBezTo>
                <a:close/>
                <a:moveTo>
                  <a:pt x="1841267" y="0"/>
                </a:moveTo>
                <a:cubicBezTo>
                  <a:pt x="1869045" y="0"/>
                  <a:pt x="1891562" y="22517"/>
                  <a:pt x="1891562" y="50295"/>
                </a:cubicBezTo>
                <a:cubicBezTo>
                  <a:pt x="1891562" y="78073"/>
                  <a:pt x="1869045" y="100590"/>
                  <a:pt x="1841267" y="100590"/>
                </a:cubicBezTo>
                <a:cubicBezTo>
                  <a:pt x="1813489" y="100590"/>
                  <a:pt x="1790971" y="78073"/>
                  <a:pt x="1790971" y="50295"/>
                </a:cubicBezTo>
                <a:cubicBezTo>
                  <a:pt x="1790971" y="22517"/>
                  <a:pt x="1813489" y="0"/>
                  <a:pt x="1841267"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3" name="Freeform: Shape 82">
            <a:extLst>
              <a:ext uri="{FF2B5EF4-FFF2-40B4-BE49-F238E27FC236}">
                <a16:creationId xmlns:a16="http://schemas.microsoft.com/office/drawing/2014/main" id="{103E8DCB-C7F1-4A36-9399-396544925BB4}"/>
              </a:ext>
            </a:extLst>
          </p:cNvPr>
          <p:cNvSpPr/>
          <p:nvPr userDrawn="1"/>
        </p:nvSpPr>
        <p:spPr>
          <a:xfrm>
            <a:off x="3142071" y="6451326"/>
            <a:ext cx="2190056" cy="362408"/>
          </a:xfrm>
          <a:custGeom>
            <a:avLst/>
            <a:gdLst>
              <a:gd name="connsiteX0" fmla="*/ 348791 w 2190056"/>
              <a:gd name="connsiteY0" fmla="*/ 261818 h 362408"/>
              <a:gd name="connsiteX1" fmla="*/ 399086 w 2190056"/>
              <a:gd name="connsiteY1" fmla="*/ 312113 h 362408"/>
              <a:gd name="connsiteX2" fmla="*/ 348791 w 2190056"/>
              <a:gd name="connsiteY2" fmla="*/ 362408 h 362408"/>
              <a:gd name="connsiteX3" fmla="*/ 298495 w 2190056"/>
              <a:gd name="connsiteY3" fmla="*/ 312113 h 362408"/>
              <a:gd name="connsiteX4" fmla="*/ 348791 w 2190056"/>
              <a:gd name="connsiteY4" fmla="*/ 261818 h 362408"/>
              <a:gd name="connsiteX5" fmla="*/ 50296 w 2190056"/>
              <a:gd name="connsiteY5" fmla="*/ 261818 h 362408"/>
              <a:gd name="connsiteX6" fmla="*/ 100591 w 2190056"/>
              <a:gd name="connsiteY6" fmla="*/ 312113 h 362408"/>
              <a:gd name="connsiteX7" fmla="*/ 50296 w 2190056"/>
              <a:gd name="connsiteY7" fmla="*/ 362408 h 362408"/>
              <a:gd name="connsiteX8" fmla="*/ 0 w 2190056"/>
              <a:gd name="connsiteY8" fmla="*/ 312113 h 362408"/>
              <a:gd name="connsiteX9" fmla="*/ 50296 w 2190056"/>
              <a:gd name="connsiteY9" fmla="*/ 261818 h 362408"/>
              <a:gd name="connsiteX10" fmla="*/ 647286 w 2190056"/>
              <a:gd name="connsiteY10" fmla="*/ 261816 h 362408"/>
              <a:gd name="connsiteX11" fmla="*/ 697581 w 2190056"/>
              <a:gd name="connsiteY11" fmla="*/ 312112 h 362408"/>
              <a:gd name="connsiteX12" fmla="*/ 647286 w 2190056"/>
              <a:gd name="connsiteY12" fmla="*/ 362407 h 362408"/>
              <a:gd name="connsiteX13" fmla="*/ 596991 w 2190056"/>
              <a:gd name="connsiteY13" fmla="*/ 312112 h 362408"/>
              <a:gd name="connsiteX14" fmla="*/ 647286 w 2190056"/>
              <a:gd name="connsiteY14" fmla="*/ 261816 h 362408"/>
              <a:gd name="connsiteX15" fmla="*/ 945781 w 2190056"/>
              <a:gd name="connsiteY15" fmla="*/ 261815 h 362408"/>
              <a:gd name="connsiteX16" fmla="*/ 996075 w 2190056"/>
              <a:gd name="connsiteY16" fmla="*/ 312111 h 362408"/>
              <a:gd name="connsiteX17" fmla="*/ 945781 w 2190056"/>
              <a:gd name="connsiteY17" fmla="*/ 362406 h 362408"/>
              <a:gd name="connsiteX18" fmla="*/ 895486 w 2190056"/>
              <a:gd name="connsiteY18" fmla="*/ 312111 h 362408"/>
              <a:gd name="connsiteX19" fmla="*/ 945781 w 2190056"/>
              <a:gd name="connsiteY19" fmla="*/ 261815 h 362408"/>
              <a:gd name="connsiteX20" fmla="*/ 1244275 w 2190056"/>
              <a:gd name="connsiteY20" fmla="*/ 261814 h 362408"/>
              <a:gd name="connsiteX21" fmla="*/ 1294571 w 2190056"/>
              <a:gd name="connsiteY21" fmla="*/ 312110 h 362408"/>
              <a:gd name="connsiteX22" fmla="*/ 1244275 w 2190056"/>
              <a:gd name="connsiteY22" fmla="*/ 362405 h 362408"/>
              <a:gd name="connsiteX23" fmla="*/ 1193980 w 2190056"/>
              <a:gd name="connsiteY23" fmla="*/ 312110 h 362408"/>
              <a:gd name="connsiteX24" fmla="*/ 1244275 w 2190056"/>
              <a:gd name="connsiteY24" fmla="*/ 261814 h 362408"/>
              <a:gd name="connsiteX25" fmla="*/ 1542770 w 2190056"/>
              <a:gd name="connsiteY25" fmla="*/ 261813 h 362408"/>
              <a:gd name="connsiteX26" fmla="*/ 1593066 w 2190056"/>
              <a:gd name="connsiteY26" fmla="*/ 312108 h 362408"/>
              <a:gd name="connsiteX27" fmla="*/ 1542770 w 2190056"/>
              <a:gd name="connsiteY27" fmla="*/ 362404 h 362408"/>
              <a:gd name="connsiteX28" fmla="*/ 1492475 w 2190056"/>
              <a:gd name="connsiteY28" fmla="*/ 312108 h 362408"/>
              <a:gd name="connsiteX29" fmla="*/ 1542770 w 2190056"/>
              <a:gd name="connsiteY29" fmla="*/ 261813 h 362408"/>
              <a:gd name="connsiteX30" fmla="*/ 1841266 w 2190056"/>
              <a:gd name="connsiteY30" fmla="*/ 261812 h 362408"/>
              <a:gd name="connsiteX31" fmla="*/ 1891561 w 2190056"/>
              <a:gd name="connsiteY31" fmla="*/ 312107 h 362408"/>
              <a:gd name="connsiteX32" fmla="*/ 1841266 w 2190056"/>
              <a:gd name="connsiteY32" fmla="*/ 362403 h 362408"/>
              <a:gd name="connsiteX33" fmla="*/ 1790970 w 2190056"/>
              <a:gd name="connsiteY33" fmla="*/ 312107 h 362408"/>
              <a:gd name="connsiteX34" fmla="*/ 1841266 w 2190056"/>
              <a:gd name="connsiteY34" fmla="*/ 261812 h 362408"/>
              <a:gd name="connsiteX35" fmla="*/ 2139761 w 2190056"/>
              <a:gd name="connsiteY35" fmla="*/ 261811 h 362408"/>
              <a:gd name="connsiteX36" fmla="*/ 2190056 w 2190056"/>
              <a:gd name="connsiteY36" fmla="*/ 312106 h 362408"/>
              <a:gd name="connsiteX37" fmla="*/ 2139761 w 2190056"/>
              <a:gd name="connsiteY37" fmla="*/ 362402 h 362408"/>
              <a:gd name="connsiteX38" fmla="*/ 2089465 w 2190056"/>
              <a:gd name="connsiteY38" fmla="*/ 312106 h 362408"/>
              <a:gd name="connsiteX39" fmla="*/ 2139761 w 2190056"/>
              <a:gd name="connsiteY39" fmla="*/ 261811 h 362408"/>
              <a:gd name="connsiteX40" fmla="*/ 348791 w 2190056"/>
              <a:gd name="connsiteY40" fmla="*/ 8 h 362408"/>
              <a:gd name="connsiteX41" fmla="*/ 399086 w 2190056"/>
              <a:gd name="connsiteY41" fmla="*/ 50303 h 362408"/>
              <a:gd name="connsiteX42" fmla="*/ 348791 w 2190056"/>
              <a:gd name="connsiteY42" fmla="*/ 100599 h 362408"/>
              <a:gd name="connsiteX43" fmla="*/ 298495 w 2190056"/>
              <a:gd name="connsiteY43" fmla="*/ 50303 h 362408"/>
              <a:gd name="connsiteX44" fmla="*/ 348791 w 2190056"/>
              <a:gd name="connsiteY44" fmla="*/ 8 h 362408"/>
              <a:gd name="connsiteX45" fmla="*/ 50296 w 2190056"/>
              <a:gd name="connsiteY45" fmla="*/ 8 h 362408"/>
              <a:gd name="connsiteX46" fmla="*/ 100591 w 2190056"/>
              <a:gd name="connsiteY46" fmla="*/ 50303 h 362408"/>
              <a:gd name="connsiteX47" fmla="*/ 50296 w 2190056"/>
              <a:gd name="connsiteY47" fmla="*/ 100599 h 362408"/>
              <a:gd name="connsiteX48" fmla="*/ 0 w 2190056"/>
              <a:gd name="connsiteY48" fmla="*/ 50303 h 362408"/>
              <a:gd name="connsiteX49" fmla="*/ 50296 w 2190056"/>
              <a:gd name="connsiteY49" fmla="*/ 8 h 362408"/>
              <a:gd name="connsiteX50" fmla="*/ 647286 w 2190056"/>
              <a:gd name="connsiteY50" fmla="*/ 7 h 362408"/>
              <a:gd name="connsiteX51" fmla="*/ 697581 w 2190056"/>
              <a:gd name="connsiteY51" fmla="*/ 50302 h 362408"/>
              <a:gd name="connsiteX52" fmla="*/ 647286 w 2190056"/>
              <a:gd name="connsiteY52" fmla="*/ 100598 h 362408"/>
              <a:gd name="connsiteX53" fmla="*/ 596991 w 2190056"/>
              <a:gd name="connsiteY53" fmla="*/ 50302 h 362408"/>
              <a:gd name="connsiteX54" fmla="*/ 647286 w 2190056"/>
              <a:gd name="connsiteY54" fmla="*/ 7 h 362408"/>
              <a:gd name="connsiteX55" fmla="*/ 945781 w 2190056"/>
              <a:gd name="connsiteY55" fmla="*/ 6 h 362408"/>
              <a:gd name="connsiteX56" fmla="*/ 996075 w 2190056"/>
              <a:gd name="connsiteY56" fmla="*/ 50301 h 362408"/>
              <a:gd name="connsiteX57" fmla="*/ 945781 w 2190056"/>
              <a:gd name="connsiteY57" fmla="*/ 100597 h 362408"/>
              <a:gd name="connsiteX58" fmla="*/ 895486 w 2190056"/>
              <a:gd name="connsiteY58" fmla="*/ 50301 h 362408"/>
              <a:gd name="connsiteX59" fmla="*/ 945781 w 2190056"/>
              <a:gd name="connsiteY59" fmla="*/ 6 h 362408"/>
              <a:gd name="connsiteX60" fmla="*/ 1244275 w 2190056"/>
              <a:gd name="connsiteY60" fmla="*/ 5 h 362408"/>
              <a:gd name="connsiteX61" fmla="*/ 1294571 w 2190056"/>
              <a:gd name="connsiteY61" fmla="*/ 50300 h 362408"/>
              <a:gd name="connsiteX62" fmla="*/ 1244275 w 2190056"/>
              <a:gd name="connsiteY62" fmla="*/ 100594 h 362408"/>
              <a:gd name="connsiteX63" fmla="*/ 1193980 w 2190056"/>
              <a:gd name="connsiteY63" fmla="*/ 50300 h 362408"/>
              <a:gd name="connsiteX64" fmla="*/ 1244275 w 2190056"/>
              <a:gd name="connsiteY64" fmla="*/ 5 h 362408"/>
              <a:gd name="connsiteX65" fmla="*/ 1542770 w 2190056"/>
              <a:gd name="connsiteY65" fmla="*/ 4 h 362408"/>
              <a:gd name="connsiteX66" fmla="*/ 1593066 w 2190056"/>
              <a:gd name="connsiteY66" fmla="*/ 50299 h 362408"/>
              <a:gd name="connsiteX67" fmla="*/ 1542770 w 2190056"/>
              <a:gd name="connsiteY67" fmla="*/ 100594 h 362408"/>
              <a:gd name="connsiteX68" fmla="*/ 1492475 w 2190056"/>
              <a:gd name="connsiteY68" fmla="*/ 50299 h 362408"/>
              <a:gd name="connsiteX69" fmla="*/ 1542770 w 2190056"/>
              <a:gd name="connsiteY69" fmla="*/ 4 h 362408"/>
              <a:gd name="connsiteX70" fmla="*/ 1841266 w 2190056"/>
              <a:gd name="connsiteY70" fmla="*/ 2 h 362408"/>
              <a:gd name="connsiteX71" fmla="*/ 1891561 w 2190056"/>
              <a:gd name="connsiteY71" fmla="*/ 50298 h 362408"/>
              <a:gd name="connsiteX72" fmla="*/ 1841266 w 2190056"/>
              <a:gd name="connsiteY72" fmla="*/ 100592 h 362408"/>
              <a:gd name="connsiteX73" fmla="*/ 1790970 w 2190056"/>
              <a:gd name="connsiteY73" fmla="*/ 50298 h 362408"/>
              <a:gd name="connsiteX74" fmla="*/ 1841266 w 2190056"/>
              <a:gd name="connsiteY74" fmla="*/ 2 h 362408"/>
              <a:gd name="connsiteX75" fmla="*/ 2139761 w 2190056"/>
              <a:gd name="connsiteY75" fmla="*/ 0 h 362408"/>
              <a:gd name="connsiteX76" fmla="*/ 2190056 w 2190056"/>
              <a:gd name="connsiteY76" fmla="*/ 50296 h 362408"/>
              <a:gd name="connsiteX77" fmla="*/ 2139761 w 2190056"/>
              <a:gd name="connsiteY77" fmla="*/ 100591 h 362408"/>
              <a:gd name="connsiteX78" fmla="*/ 2089465 w 2190056"/>
              <a:gd name="connsiteY78" fmla="*/ 50296 h 362408"/>
              <a:gd name="connsiteX79" fmla="*/ 2139761 w 2190056"/>
              <a:gd name="connsiteY79" fmla="*/ 0 h 36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90056" h="362408">
                <a:moveTo>
                  <a:pt x="348791" y="261818"/>
                </a:moveTo>
                <a:cubicBezTo>
                  <a:pt x="376569" y="261818"/>
                  <a:pt x="399086" y="284335"/>
                  <a:pt x="399086" y="312113"/>
                </a:cubicBezTo>
                <a:cubicBezTo>
                  <a:pt x="399086" y="339891"/>
                  <a:pt x="376569" y="362408"/>
                  <a:pt x="348791" y="362408"/>
                </a:cubicBezTo>
                <a:cubicBezTo>
                  <a:pt x="321013" y="362408"/>
                  <a:pt x="298495" y="339891"/>
                  <a:pt x="298495" y="312113"/>
                </a:cubicBezTo>
                <a:cubicBezTo>
                  <a:pt x="298495" y="284335"/>
                  <a:pt x="321013" y="261818"/>
                  <a:pt x="348791" y="261818"/>
                </a:cubicBezTo>
                <a:close/>
                <a:moveTo>
                  <a:pt x="50296" y="261818"/>
                </a:moveTo>
                <a:cubicBezTo>
                  <a:pt x="78073" y="261818"/>
                  <a:pt x="100591" y="284335"/>
                  <a:pt x="100591" y="312113"/>
                </a:cubicBezTo>
                <a:cubicBezTo>
                  <a:pt x="100591" y="339891"/>
                  <a:pt x="78073" y="362408"/>
                  <a:pt x="50296" y="362408"/>
                </a:cubicBezTo>
                <a:cubicBezTo>
                  <a:pt x="22518" y="362408"/>
                  <a:pt x="0" y="339891"/>
                  <a:pt x="0" y="312113"/>
                </a:cubicBezTo>
                <a:cubicBezTo>
                  <a:pt x="0" y="284335"/>
                  <a:pt x="22518" y="261818"/>
                  <a:pt x="50296" y="261818"/>
                </a:cubicBezTo>
                <a:close/>
                <a:moveTo>
                  <a:pt x="647286" y="261816"/>
                </a:moveTo>
                <a:cubicBezTo>
                  <a:pt x="675064" y="261816"/>
                  <a:pt x="697581" y="284334"/>
                  <a:pt x="697581" y="312112"/>
                </a:cubicBezTo>
                <a:cubicBezTo>
                  <a:pt x="697581" y="339890"/>
                  <a:pt x="675064" y="362407"/>
                  <a:pt x="647286" y="362407"/>
                </a:cubicBezTo>
                <a:cubicBezTo>
                  <a:pt x="619508" y="362407"/>
                  <a:pt x="596991" y="339890"/>
                  <a:pt x="596991" y="312112"/>
                </a:cubicBezTo>
                <a:cubicBezTo>
                  <a:pt x="596991" y="284334"/>
                  <a:pt x="619508" y="261816"/>
                  <a:pt x="647286" y="261816"/>
                </a:cubicBezTo>
                <a:close/>
                <a:moveTo>
                  <a:pt x="945781" y="261815"/>
                </a:moveTo>
                <a:cubicBezTo>
                  <a:pt x="973559" y="261815"/>
                  <a:pt x="996075" y="284333"/>
                  <a:pt x="996075" y="312111"/>
                </a:cubicBezTo>
                <a:cubicBezTo>
                  <a:pt x="996075" y="339889"/>
                  <a:pt x="973559" y="362406"/>
                  <a:pt x="945781" y="362406"/>
                </a:cubicBezTo>
                <a:cubicBezTo>
                  <a:pt x="918003" y="362406"/>
                  <a:pt x="895486" y="339889"/>
                  <a:pt x="895486" y="312111"/>
                </a:cubicBezTo>
                <a:cubicBezTo>
                  <a:pt x="895486" y="284333"/>
                  <a:pt x="918003" y="261815"/>
                  <a:pt x="945781" y="261815"/>
                </a:cubicBezTo>
                <a:close/>
                <a:moveTo>
                  <a:pt x="1244275" y="261814"/>
                </a:moveTo>
                <a:cubicBezTo>
                  <a:pt x="1272053" y="261814"/>
                  <a:pt x="1294571" y="284332"/>
                  <a:pt x="1294571" y="312110"/>
                </a:cubicBezTo>
                <a:cubicBezTo>
                  <a:pt x="1294571" y="339887"/>
                  <a:pt x="1272053" y="362405"/>
                  <a:pt x="1244275" y="362405"/>
                </a:cubicBezTo>
                <a:cubicBezTo>
                  <a:pt x="1216497" y="362405"/>
                  <a:pt x="1193980" y="339887"/>
                  <a:pt x="1193980" y="312110"/>
                </a:cubicBezTo>
                <a:cubicBezTo>
                  <a:pt x="1193980" y="284332"/>
                  <a:pt x="1216497" y="261814"/>
                  <a:pt x="1244275" y="261814"/>
                </a:cubicBezTo>
                <a:close/>
                <a:moveTo>
                  <a:pt x="1542770" y="261813"/>
                </a:moveTo>
                <a:cubicBezTo>
                  <a:pt x="1570548" y="261813"/>
                  <a:pt x="1593066" y="284331"/>
                  <a:pt x="1593066" y="312108"/>
                </a:cubicBezTo>
                <a:cubicBezTo>
                  <a:pt x="1593066" y="339886"/>
                  <a:pt x="1570548" y="362404"/>
                  <a:pt x="1542770" y="362404"/>
                </a:cubicBezTo>
                <a:cubicBezTo>
                  <a:pt x="1514993" y="362404"/>
                  <a:pt x="1492475" y="339886"/>
                  <a:pt x="1492475" y="312108"/>
                </a:cubicBezTo>
                <a:cubicBezTo>
                  <a:pt x="1492475" y="284331"/>
                  <a:pt x="1514993" y="261813"/>
                  <a:pt x="1542770" y="261813"/>
                </a:cubicBezTo>
                <a:close/>
                <a:moveTo>
                  <a:pt x="1841266" y="261812"/>
                </a:moveTo>
                <a:cubicBezTo>
                  <a:pt x="1869043" y="261812"/>
                  <a:pt x="1891561" y="284330"/>
                  <a:pt x="1891561" y="312107"/>
                </a:cubicBezTo>
                <a:cubicBezTo>
                  <a:pt x="1891561" y="339885"/>
                  <a:pt x="1869043" y="362403"/>
                  <a:pt x="1841266" y="362403"/>
                </a:cubicBezTo>
                <a:cubicBezTo>
                  <a:pt x="1813488" y="362403"/>
                  <a:pt x="1790970" y="339885"/>
                  <a:pt x="1790970" y="312107"/>
                </a:cubicBezTo>
                <a:cubicBezTo>
                  <a:pt x="1790970" y="284330"/>
                  <a:pt x="1813488" y="261812"/>
                  <a:pt x="1841266" y="261812"/>
                </a:cubicBezTo>
                <a:close/>
                <a:moveTo>
                  <a:pt x="2139761" y="261811"/>
                </a:moveTo>
                <a:cubicBezTo>
                  <a:pt x="2167539" y="261811"/>
                  <a:pt x="2190056" y="284328"/>
                  <a:pt x="2190056" y="312106"/>
                </a:cubicBezTo>
                <a:cubicBezTo>
                  <a:pt x="2190056" y="339884"/>
                  <a:pt x="2167539" y="362402"/>
                  <a:pt x="2139761" y="362402"/>
                </a:cubicBezTo>
                <a:cubicBezTo>
                  <a:pt x="2111983" y="362402"/>
                  <a:pt x="2089465" y="339884"/>
                  <a:pt x="2089465" y="312106"/>
                </a:cubicBezTo>
                <a:cubicBezTo>
                  <a:pt x="2089465" y="284328"/>
                  <a:pt x="2111983" y="261811"/>
                  <a:pt x="2139761" y="261811"/>
                </a:cubicBezTo>
                <a:close/>
                <a:moveTo>
                  <a:pt x="348791" y="8"/>
                </a:moveTo>
                <a:cubicBezTo>
                  <a:pt x="376569" y="8"/>
                  <a:pt x="399086" y="22526"/>
                  <a:pt x="399086" y="50303"/>
                </a:cubicBezTo>
                <a:cubicBezTo>
                  <a:pt x="399086" y="78081"/>
                  <a:pt x="376569" y="100599"/>
                  <a:pt x="348791" y="100599"/>
                </a:cubicBezTo>
                <a:cubicBezTo>
                  <a:pt x="321013" y="100599"/>
                  <a:pt x="298495" y="78081"/>
                  <a:pt x="298495" y="50303"/>
                </a:cubicBezTo>
                <a:cubicBezTo>
                  <a:pt x="298495" y="22526"/>
                  <a:pt x="321013" y="8"/>
                  <a:pt x="348791" y="8"/>
                </a:cubicBezTo>
                <a:close/>
                <a:moveTo>
                  <a:pt x="50296" y="8"/>
                </a:moveTo>
                <a:cubicBezTo>
                  <a:pt x="78073" y="8"/>
                  <a:pt x="100591" y="22526"/>
                  <a:pt x="100591" y="50303"/>
                </a:cubicBezTo>
                <a:cubicBezTo>
                  <a:pt x="100591" y="78081"/>
                  <a:pt x="78073" y="100599"/>
                  <a:pt x="50296" y="100599"/>
                </a:cubicBezTo>
                <a:cubicBezTo>
                  <a:pt x="22518" y="100599"/>
                  <a:pt x="0" y="78081"/>
                  <a:pt x="0" y="50303"/>
                </a:cubicBezTo>
                <a:cubicBezTo>
                  <a:pt x="0" y="22526"/>
                  <a:pt x="22518" y="8"/>
                  <a:pt x="50296" y="8"/>
                </a:cubicBezTo>
                <a:close/>
                <a:moveTo>
                  <a:pt x="647286" y="7"/>
                </a:moveTo>
                <a:cubicBezTo>
                  <a:pt x="675064" y="7"/>
                  <a:pt x="697581" y="22524"/>
                  <a:pt x="697581" y="50302"/>
                </a:cubicBezTo>
                <a:cubicBezTo>
                  <a:pt x="697581" y="78080"/>
                  <a:pt x="675064" y="100598"/>
                  <a:pt x="647286" y="100598"/>
                </a:cubicBezTo>
                <a:cubicBezTo>
                  <a:pt x="619508" y="100598"/>
                  <a:pt x="596991" y="78080"/>
                  <a:pt x="596991" y="50302"/>
                </a:cubicBezTo>
                <a:cubicBezTo>
                  <a:pt x="596991" y="22524"/>
                  <a:pt x="619508" y="7"/>
                  <a:pt x="647286" y="7"/>
                </a:cubicBezTo>
                <a:close/>
                <a:moveTo>
                  <a:pt x="945781" y="6"/>
                </a:moveTo>
                <a:cubicBezTo>
                  <a:pt x="973559" y="6"/>
                  <a:pt x="996075" y="22523"/>
                  <a:pt x="996075" y="50301"/>
                </a:cubicBezTo>
                <a:cubicBezTo>
                  <a:pt x="996075" y="78078"/>
                  <a:pt x="973559" y="100597"/>
                  <a:pt x="945781" y="100597"/>
                </a:cubicBezTo>
                <a:cubicBezTo>
                  <a:pt x="918003" y="100597"/>
                  <a:pt x="895486" y="78078"/>
                  <a:pt x="895486" y="50301"/>
                </a:cubicBezTo>
                <a:cubicBezTo>
                  <a:pt x="895486" y="22523"/>
                  <a:pt x="918003" y="6"/>
                  <a:pt x="945781" y="6"/>
                </a:cubicBezTo>
                <a:close/>
                <a:moveTo>
                  <a:pt x="1244275" y="5"/>
                </a:moveTo>
                <a:cubicBezTo>
                  <a:pt x="1272053" y="5"/>
                  <a:pt x="1294571" y="22522"/>
                  <a:pt x="1294571" y="50300"/>
                </a:cubicBezTo>
                <a:cubicBezTo>
                  <a:pt x="1294571" y="78078"/>
                  <a:pt x="1272053" y="100594"/>
                  <a:pt x="1244275" y="100594"/>
                </a:cubicBezTo>
                <a:cubicBezTo>
                  <a:pt x="1216497" y="100594"/>
                  <a:pt x="1193980" y="78078"/>
                  <a:pt x="1193980" y="50300"/>
                </a:cubicBezTo>
                <a:cubicBezTo>
                  <a:pt x="1193980" y="22522"/>
                  <a:pt x="1216497" y="5"/>
                  <a:pt x="1244275" y="5"/>
                </a:cubicBezTo>
                <a:close/>
                <a:moveTo>
                  <a:pt x="1542770" y="4"/>
                </a:moveTo>
                <a:cubicBezTo>
                  <a:pt x="1570548" y="4"/>
                  <a:pt x="1593066" y="22521"/>
                  <a:pt x="1593066" y="50299"/>
                </a:cubicBezTo>
                <a:cubicBezTo>
                  <a:pt x="1593066" y="78076"/>
                  <a:pt x="1570548" y="100594"/>
                  <a:pt x="1542770" y="100594"/>
                </a:cubicBezTo>
                <a:cubicBezTo>
                  <a:pt x="1514993" y="100594"/>
                  <a:pt x="1492475" y="78076"/>
                  <a:pt x="1492475" y="50299"/>
                </a:cubicBezTo>
                <a:cubicBezTo>
                  <a:pt x="1492475" y="22521"/>
                  <a:pt x="1514993" y="4"/>
                  <a:pt x="1542770" y="4"/>
                </a:cubicBezTo>
                <a:close/>
                <a:moveTo>
                  <a:pt x="1841266" y="2"/>
                </a:moveTo>
                <a:cubicBezTo>
                  <a:pt x="1869043" y="2"/>
                  <a:pt x="1891561" y="22519"/>
                  <a:pt x="1891561" y="50298"/>
                </a:cubicBezTo>
                <a:cubicBezTo>
                  <a:pt x="1891561" y="78075"/>
                  <a:pt x="1869043" y="100592"/>
                  <a:pt x="1841266" y="100592"/>
                </a:cubicBezTo>
                <a:cubicBezTo>
                  <a:pt x="1813488" y="100592"/>
                  <a:pt x="1790970" y="78075"/>
                  <a:pt x="1790970" y="50298"/>
                </a:cubicBezTo>
                <a:cubicBezTo>
                  <a:pt x="1790970" y="22519"/>
                  <a:pt x="1813488" y="2"/>
                  <a:pt x="1841266" y="2"/>
                </a:cubicBezTo>
                <a:close/>
                <a:moveTo>
                  <a:pt x="2139761" y="0"/>
                </a:moveTo>
                <a:cubicBezTo>
                  <a:pt x="2167539" y="0"/>
                  <a:pt x="2190056" y="22518"/>
                  <a:pt x="2190056" y="50296"/>
                </a:cubicBezTo>
                <a:cubicBezTo>
                  <a:pt x="2190056" y="78073"/>
                  <a:pt x="2167539" y="100591"/>
                  <a:pt x="2139761" y="100591"/>
                </a:cubicBezTo>
                <a:cubicBezTo>
                  <a:pt x="2111983" y="100591"/>
                  <a:pt x="2089465" y="78073"/>
                  <a:pt x="2089465" y="50296"/>
                </a:cubicBezTo>
                <a:cubicBezTo>
                  <a:pt x="2089465" y="22518"/>
                  <a:pt x="2111983" y="0"/>
                  <a:pt x="2139761"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4" name="Freeform: Shape 83">
            <a:extLst>
              <a:ext uri="{FF2B5EF4-FFF2-40B4-BE49-F238E27FC236}">
                <a16:creationId xmlns:a16="http://schemas.microsoft.com/office/drawing/2014/main" id="{E19387C0-A40B-4FB4-B6AC-2480C6AAF957}"/>
              </a:ext>
            </a:extLst>
          </p:cNvPr>
          <p:cNvSpPr/>
          <p:nvPr userDrawn="1"/>
        </p:nvSpPr>
        <p:spPr>
          <a:xfrm rot="5400000">
            <a:off x="10732235" y="1964261"/>
            <a:ext cx="2190056" cy="362408"/>
          </a:xfrm>
          <a:custGeom>
            <a:avLst/>
            <a:gdLst>
              <a:gd name="connsiteX0" fmla="*/ 348791 w 2190056"/>
              <a:gd name="connsiteY0" fmla="*/ 261818 h 362408"/>
              <a:gd name="connsiteX1" fmla="*/ 399086 w 2190056"/>
              <a:gd name="connsiteY1" fmla="*/ 312113 h 362408"/>
              <a:gd name="connsiteX2" fmla="*/ 348791 w 2190056"/>
              <a:gd name="connsiteY2" fmla="*/ 362408 h 362408"/>
              <a:gd name="connsiteX3" fmla="*/ 298495 w 2190056"/>
              <a:gd name="connsiteY3" fmla="*/ 312113 h 362408"/>
              <a:gd name="connsiteX4" fmla="*/ 348791 w 2190056"/>
              <a:gd name="connsiteY4" fmla="*/ 261818 h 362408"/>
              <a:gd name="connsiteX5" fmla="*/ 50296 w 2190056"/>
              <a:gd name="connsiteY5" fmla="*/ 261818 h 362408"/>
              <a:gd name="connsiteX6" fmla="*/ 100591 w 2190056"/>
              <a:gd name="connsiteY6" fmla="*/ 312113 h 362408"/>
              <a:gd name="connsiteX7" fmla="*/ 50296 w 2190056"/>
              <a:gd name="connsiteY7" fmla="*/ 362408 h 362408"/>
              <a:gd name="connsiteX8" fmla="*/ 0 w 2190056"/>
              <a:gd name="connsiteY8" fmla="*/ 312113 h 362408"/>
              <a:gd name="connsiteX9" fmla="*/ 50296 w 2190056"/>
              <a:gd name="connsiteY9" fmla="*/ 261818 h 362408"/>
              <a:gd name="connsiteX10" fmla="*/ 647286 w 2190056"/>
              <a:gd name="connsiteY10" fmla="*/ 261816 h 362408"/>
              <a:gd name="connsiteX11" fmla="*/ 697581 w 2190056"/>
              <a:gd name="connsiteY11" fmla="*/ 312112 h 362408"/>
              <a:gd name="connsiteX12" fmla="*/ 647286 w 2190056"/>
              <a:gd name="connsiteY12" fmla="*/ 362407 h 362408"/>
              <a:gd name="connsiteX13" fmla="*/ 596991 w 2190056"/>
              <a:gd name="connsiteY13" fmla="*/ 312112 h 362408"/>
              <a:gd name="connsiteX14" fmla="*/ 647286 w 2190056"/>
              <a:gd name="connsiteY14" fmla="*/ 261816 h 362408"/>
              <a:gd name="connsiteX15" fmla="*/ 945781 w 2190056"/>
              <a:gd name="connsiteY15" fmla="*/ 261815 h 362408"/>
              <a:gd name="connsiteX16" fmla="*/ 996075 w 2190056"/>
              <a:gd name="connsiteY16" fmla="*/ 312111 h 362408"/>
              <a:gd name="connsiteX17" fmla="*/ 945781 w 2190056"/>
              <a:gd name="connsiteY17" fmla="*/ 362406 h 362408"/>
              <a:gd name="connsiteX18" fmla="*/ 895486 w 2190056"/>
              <a:gd name="connsiteY18" fmla="*/ 312111 h 362408"/>
              <a:gd name="connsiteX19" fmla="*/ 945781 w 2190056"/>
              <a:gd name="connsiteY19" fmla="*/ 261815 h 362408"/>
              <a:gd name="connsiteX20" fmla="*/ 1244275 w 2190056"/>
              <a:gd name="connsiteY20" fmla="*/ 261814 h 362408"/>
              <a:gd name="connsiteX21" fmla="*/ 1294571 w 2190056"/>
              <a:gd name="connsiteY21" fmla="*/ 312110 h 362408"/>
              <a:gd name="connsiteX22" fmla="*/ 1244275 w 2190056"/>
              <a:gd name="connsiteY22" fmla="*/ 362405 h 362408"/>
              <a:gd name="connsiteX23" fmla="*/ 1193980 w 2190056"/>
              <a:gd name="connsiteY23" fmla="*/ 312110 h 362408"/>
              <a:gd name="connsiteX24" fmla="*/ 1244275 w 2190056"/>
              <a:gd name="connsiteY24" fmla="*/ 261814 h 362408"/>
              <a:gd name="connsiteX25" fmla="*/ 1542770 w 2190056"/>
              <a:gd name="connsiteY25" fmla="*/ 261813 h 362408"/>
              <a:gd name="connsiteX26" fmla="*/ 1593066 w 2190056"/>
              <a:gd name="connsiteY26" fmla="*/ 312108 h 362408"/>
              <a:gd name="connsiteX27" fmla="*/ 1542770 w 2190056"/>
              <a:gd name="connsiteY27" fmla="*/ 362404 h 362408"/>
              <a:gd name="connsiteX28" fmla="*/ 1492475 w 2190056"/>
              <a:gd name="connsiteY28" fmla="*/ 312108 h 362408"/>
              <a:gd name="connsiteX29" fmla="*/ 1542770 w 2190056"/>
              <a:gd name="connsiteY29" fmla="*/ 261813 h 362408"/>
              <a:gd name="connsiteX30" fmla="*/ 1841266 w 2190056"/>
              <a:gd name="connsiteY30" fmla="*/ 261812 h 362408"/>
              <a:gd name="connsiteX31" fmla="*/ 1891561 w 2190056"/>
              <a:gd name="connsiteY31" fmla="*/ 312107 h 362408"/>
              <a:gd name="connsiteX32" fmla="*/ 1841266 w 2190056"/>
              <a:gd name="connsiteY32" fmla="*/ 362403 h 362408"/>
              <a:gd name="connsiteX33" fmla="*/ 1790970 w 2190056"/>
              <a:gd name="connsiteY33" fmla="*/ 312107 h 362408"/>
              <a:gd name="connsiteX34" fmla="*/ 1841266 w 2190056"/>
              <a:gd name="connsiteY34" fmla="*/ 261812 h 362408"/>
              <a:gd name="connsiteX35" fmla="*/ 2139761 w 2190056"/>
              <a:gd name="connsiteY35" fmla="*/ 261811 h 362408"/>
              <a:gd name="connsiteX36" fmla="*/ 2190056 w 2190056"/>
              <a:gd name="connsiteY36" fmla="*/ 312106 h 362408"/>
              <a:gd name="connsiteX37" fmla="*/ 2139761 w 2190056"/>
              <a:gd name="connsiteY37" fmla="*/ 362402 h 362408"/>
              <a:gd name="connsiteX38" fmla="*/ 2089465 w 2190056"/>
              <a:gd name="connsiteY38" fmla="*/ 312106 h 362408"/>
              <a:gd name="connsiteX39" fmla="*/ 2139761 w 2190056"/>
              <a:gd name="connsiteY39" fmla="*/ 261811 h 362408"/>
              <a:gd name="connsiteX40" fmla="*/ 348791 w 2190056"/>
              <a:gd name="connsiteY40" fmla="*/ 8 h 362408"/>
              <a:gd name="connsiteX41" fmla="*/ 399086 w 2190056"/>
              <a:gd name="connsiteY41" fmla="*/ 50303 h 362408"/>
              <a:gd name="connsiteX42" fmla="*/ 348791 w 2190056"/>
              <a:gd name="connsiteY42" fmla="*/ 100599 h 362408"/>
              <a:gd name="connsiteX43" fmla="*/ 298495 w 2190056"/>
              <a:gd name="connsiteY43" fmla="*/ 50303 h 362408"/>
              <a:gd name="connsiteX44" fmla="*/ 348791 w 2190056"/>
              <a:gd name="connsiteY44" fmla="*/ 8 h 362408"/>
              <a:gd name="connsiteX45" fmla="*/ 50296 w 2190056"/>
              <a:gd name="connsiteY45" fmla="*/ 8 h 362408"/>
              <a:gd name="connsiteX46" fmla="*/ 100591 w 2190056"/>
              <a:gd name="connsiteY46" fmla="*/ 50303 h 362408"/>
              <a:gd name="connsiteX47" fmla="*/ 50296 w 2190056"/>
              <a:gd name="connsiteY47" fmla="*/ 100599 h 362408"/>
              <a:gd name="connsiteX48" fmla="*/ 0 w 2190056"/>
              <a:gd name="connsiteY48" fmla="*/ 50303 h 362408"/>
              <a:gd name="connsiteX49" fmla="*/ 50296 w 2190056"/>
              <a:gd name="connsiteY49" fmla="*/ 8 h 362408"/>
              <a:gd name="connsiteX50" fmla="*/ 647286 w 2190056"/>
              <a:gd name="connsiteY50" fmla="*/ 7 h 362408"/>
              <a:gd name="connsiteX51" fmla="*/ 697581 w 2190056"/>
              <a:gd name="connsiteY51" fmla="*/ 50302 h 362408"/>
              <a:gd name="connsiteX52" fmla="*/ 647286 w 2190056"/>
              <a:gd name="connsiteY52" fmla="*/ 100598 h 362408"/>
              <a:gd name="connsiteX53" fmla="*/ 596991 w 2190056"/>
              <a:gd name="connsiteY53" fmla="*/ 50302 h 362408"/>
              <a:gd name="connsiteX54" fmla="*/ 647286 w 2190056"/>
              <a:gd name="connsiteY54" fmla="*/ 7 h 362408"/>
              <a:gd name="connsiteX55" fmla="*/ 945781 w 2190056"/>
              <a:gd name="connsiteY55" fmla="*/ 6 h 362408"/>
              <a:gd name="connsiteX56" fmla="*/ 996075 w 2190056"/>
              <a:gd name="connsiteY56" fmla="*/ 50301 h 362408"/>
              <a:gd name="connsiteX57" fmla="*/ 945781 w 2190056"/>
              <a:gd name="connsiteY57" fmla="*/ 100597 h 362408"/>
              <a:gd name="connsiteX58" fmla="*/ 895486 w 2190056"/>
              <a:gd name="connsiteY58" fmla="*/ 50301 h 362408"/>
              <a:gd name="connsiteX59" fmla="*/ 945781 w 2190056"/>
              <a:gd name="connsiteY59" fmla="*/ 6 h 362408"/>
              <a:gd name="connsiteX60" fmla="*/ 1244275 w 2190056"/>
              <a:gd name="connsiteY60" fmla="*/ 5 h 362408"/>
              <a:gd name="connsiteX61" fmla="*/ 1294571 w 2190056"/>
              <a:gd name="connsiteY61" fmla="*/ 50300 h 362408"/>
              <a:gd name="connsiteX62" fmla="*/ 1244275 w 2190056"/>
              <a:gd name="connsiteY62" fmla="*/ 100594 h 362408"/>
              <a:gd name="connsiteX63" fmla="*/ 1193980 w 2190056"/>
              <a:gd name="connsiteY63" fmla="*/ 50300 h 362408"/>
              <a:gd name="connsiteX64" fmla="*/ 1244275 w 2190056"/>
              <a:gd name="connsiteY64" fmla="*/ 5 h 362408"/>
              <a:gd name="connsiteX65" fmla="*/ 1542770 w 2190056"/>
              <a:gd name="connsiteY65" fmla="*/ 4 h 362408"/>
              <a:gd name="connsiteX66" fmla="*/ 1593066 w 2190056"/>
              <a:gd name="connsiteY66" fmla="*/ 50299 h 362408"/>
              <a:gd name="connsiteX67" fmla="*/ 1542770 w 2190056"/>
              <a:gd name="connsiteY67" fmla="*/ 100594 h 362408"/>
              <a:gd name="connsiteX68" fmla="*/ 1492475 w 2190056"/>
              <a:gd name="connsiteY68" fmla="*/ 50299 h 362408"/>
              <a:gd name="connsiteX69" fmla="*/ 1542770 w 2190056"/>
              <a:gd name="connsiteY69" fmla="*/ 4 h 362408"/>
              <a:gd name="connsiteX70" fmla="*/ 1841266 w 2190056"/>
              <a:gd name="connsiteY70" fmla="*/ 2 h 362408"/>
              <a:gd name="connsiteX71" fmla="*/ 1891561 w 2190056"/>
              <a:gd name="connsiteY71" fmla="*/ 50298 h 362408"/>
              <a:gd name="connsiteX72" fmla="*/ 1841266 w 2190056"/>
              <a:gd name="connsiteY72" fmla="*/ 100592 h 362408"/>
              <a:gd name="connsiteX73" fmla="*/ 1790970 w 2190056"/>
              <a:gd name="connsiteY73" fmla="*/ 50298 h 362408"/>
              <a:gd name="connsiteX74" fmla="*/ 1841266 w 2190056"/>
              <a:gd name="connsiteY74" fmla="*/ 2 h 362408"/>
              <a:gd name="connsiteX75" fmla="*/ 2139761 w 2190056"/>
              <a:gd name="connsiteY75" fmla="*/ 0 h 362408"/>
              <a:gd name="connsiteX76" fmla="*/ 2190056 w 2190056"/>
              <a:gd name="connsiteY76" fmla="*/ 50296 h 362408"/>
              <a:gd name="connsiteX77" fmla="*/ 2139761 w 2190056"/>
              <a:gd name="connsiteY77" fmla="*/ 100591 h 362408"/>
              <a:gd name="connsiteX78" fmla="*/ 2089465 w 2190056"/>
              <a:gd name="connsiteY78" fmla="*/ 50296 h 362408"/>
              <a:gd name="connsiteX79" fmla="*/ 2139761 w 2190056"/>
              <a:gd name="connsiteY79" fmla="*/ 0 h 36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90056" h="362408">
                <a:moveTo>
                  <a:pt x="348791" y="261818"/>
                </a:moveTo>
                <a:cubicBezTo>
                  <a:pt x="376569" y="261818"/>
                  <a:pt x="399086" y="284335"/>
                  <a:pt x="399086" y="312113"/>
                </a:cubicBezTo>
                <a:cubicBezTo>
                  <a:pt x="399086" y="339891"/>
                  <a:pt x="376569" y="362408"/>
                  <a:pt x="348791" y="362408"/>
                </a:cubicBezTo>
                <a:cubicBezTo>
                  <a:pt x="321013" y="362408"/>
                  <a:pt x="298495" y="339891"/>
                  <a:pt x="298495" y="312113"/>
                </a:cubicBezTo>
                <a:cubicBezTo>
                  <a:pt x="298495" y="284335"/>
                  <a:pt x="321013" y="261818"/>
                  <a:pt x="348791" y="261818"/>
                </a:cubicBezTo>
                <a:close/>
                <a:moveTo>
                  <a:pt x="50296" y="261818"/>
                </a:moveTo>
                <a:cubicBezTo>
                  <a:pt x="78073" y="261818"/>
                  <a:pt x="100591" y="284335"/>
                  <a:pt x="100591" y="312113"/>
                </a:cubicBezTo>
                <a:cubicBezTo>
                  <a:pt x="100591" y="339891"/>
                  <a:pt x="78073" y="362408"/>
                  <a:pt x="50296" y="362408"/>
                </a:cubicBezTo>
                <a:cubicBezTo>
                  <a:pt x="22518" y="362408"/>
                  <a:pt x="0" y="339891"/>
                  <a:pt x="0" y="312113"/>
                </a:cubicBezTo>
                <a:cubicBezTo>
                  <a:pt x="0" y="284335"/>
                  <a:pt x="22518" y="261818"/>
                  <a:pt x="50296" y="261818"/>
                </a:cubicBezTo>
                <a:close/>
                <a:moveTo>
                  <a:pt x="647286" y="261816"/>
                </a:moveTo>
                <a:cubicBezTo>
                  <a:pt x="675064" y="261816"/>
                  <a:pt x="697581" y="284334"/>
                  <a:pt x="697581" y="312112"/>
                </a:cubicBezTo>
                <a:cubicBezTo>
                  <a:pt x="697581" y="339890"/>
                  <a:pt x="675064" y="362407"/>
                  <a:pt x="647286" y="362407"/>
                </a:cubicBezTo>
                <a:cubicBezTo>
                  <a:pt x="619508" y="362407"/>
                  <a:pt x="596991" y="339890"/>
                  <a:pt x="596991" y="312112"/>
                </a:cubicBezTo>
                <a:cubicBezTo>
                  <a:pt x="596991" y="284334"/>
                  <a:pt x="619508" y="261816"/>
                  <a:pt x="647286" y="261816"/>
                </a:cubicBezTo>
                <a:close/>
                <a:moveTo>
                  <a:pt x="945781" y="261815"/>
                </a:moveTo>
                <a:cubicBezTo>
                  <a:pt x="973559" y="261815"/>
                  <a:pt x="996075" y="284333"/>
                  <a:pt x="996075" y="312111"/>
                </a:cubicBezTo>
                <a:cubicBezTo>
                  <a:pt x="996075" y="339889"/>
                  <a:pt x="973559" y="362406"/>
                  <a:pt x="945781" y="362406"/>
                </a:cubicBezTo>
                <a:cubicBezTo>
                  <a:pt x="918003" y="362406"/>
                  <a:pt x="895486" y="339889"/>
                  <a:pt x="895486" y="312111"/>
                </a:cubicBezTo>
                <a:cubicBezTo>
                  <a:pt x="895486" y="284333"/>
                  <a:pt x="918003" y="261815"/>
                  <a:pt x="945781" y="261815"/>
                </a:cubicBezTo>
                <a:close/>
                <a:moveTo>
                  <a:pt x="1244275" y="261814"/>
                </a:moveTo>
                <a:cubicBezTo>
                  <a:pt x="1272053" y="261814"/>
                  <a:pt x="1294571" y="284332"/>
                  <a:pt x="1294571" y="312110"/>
                </a:cubicBezTo>
                <a:cubicBezTo>
                  <a:pt x="1294571" y="339887"/>
                  <a:pt x="1272053" y="362405"/>
                  <a:pt x="1244275" y="362405"/>
                </a:cubicBezTo>
                <a:cubicBezTo>
                  <a:pt x="1216497" y="362405"/>
                  <a:pt x="1193980" y="339887"/>
                  <a:pt x="1193980" y="312110"/>
                </a:cubicBezTo>
                <a:cubicBezTo>
                  <a:pt x="1193980" y="284332"/>
                  <a:pt x="1216497" y="261814"/>
                  <a:pt x="1244275" y="261814"/>
                </a:cubicBezTo>
                <a:close/>
                <a:moveTo>
                  <a:pt x="1542770" y="261813"/>
                </a:moveTo>
                <a:cubicBezTo>
                  <a:pt x="1570548" y="261813"/>
                  <a:pt x="1593066" y="284331"/>
                  <a:pt x="1593066" y="312108"/>
                </a:cubicBezTo>
                <a:cubicBezTo>
                  <a:pt x="1593066" y="339886"/>
                  <a:pt x="1570548" y="362404"/>
                  <a:pt x="1542770" y="362404"/>
                </a:cubicBezTo>
                <a:cubicBezTo>
                  <a:pt x="1514993" y="362404"/>
                  <a:pt x="1492475" y="339886"/>
                  <a:pt x="1492475" y="312108"/>
                </a:cubicBezTo>
                <a:cubicBezTo>
                  <a:pt x="1492475" y="284331"/>
                  <a:pt x="1514993" y="261813"/>
                  <a:pt x="1542770" y="261813"/>
                </a:cubicBezTo>
                <a:close/>
                <a:moveTo>
                  <a:pt x="1841266" y="261812"/>
                </a:moveTo>
                <a:cubicBezTo>
                  <a:pt x="1869043" y="261812"/>
                  <a:pt x="1891561" y="284330"/>
                  <a:pt x="1891561" y="312107"/>
                </a:cubicBezTo>
                <a:cubicBezTo>
                  <a:pt x="1891561" y="339885"/>
                  <a:pt x="1869043" y="362403"/>
                  <a:pt x="1841266" y="362403"/>
                </a:cubicBezTo>
                <a:cubicBezTo>
                  <a:pt x="1813488" y="362403"/>
                  <a:pt x="1790970" y="339885"/>
                  <a:pt x="1790970" y="312107"/>
                </a:cubicBezTo>
                <a:cubicBezTo>
                  <a:pt x="1790970" y="284330"/>
                  <a:pt x="1813488" y="261812"/>
                  <a:pt x="1841266" y="261812"/>
                </a:cubicBezTo>
                <a:close/>
                <a:moveTo>
                  <a:pt x="2139761" y="261811"/>
                </a:moveTo>
                <a:cubicBezTo>
                  <a:pt x="2167539" y="261811"/>
                  <a:pt x="2190056" y="284328"/>
                  <a:pt x="2190056" y="312106"/>
                </a:cubicBezTo>
                <a:cubicBezTo>
                  <a:pt x="2190056" y="339884"/>
                  <a:pt x="2167539" y="362402"/>
                  <a:pt x="2139761" y="362402"/>
                </a:cubicBezTo>
                <a:cubicBezTo>
                  <a:pt x="2111983" y="362402"/>
                  <a:pt x="2089465" y="339884"/>
                  <a:pt x="2089465" y="312106"/>
                </a:cubicBezTo>
                <a:cubicBezTo>
                  <a:pt x="2089465" y="284328"/>
                  <a:pt x="2111983" y="261811"/>
                  <a:pt x="2139761" y="261811"/>
                </a:cubicBezTo>
                <a:close/>
                <a:moveTo>
                  <a:pt x="348791" y="8"/>
                </a:moveTo>
                <a:cubicBezTo>
                  <a:pt x="376569" y="8"/>
                  <a:pt x="399086" y="22526"/>
                  <a:pt x="399086" y="50303"/>
                </a:cubicBezTo>
                <a:cubicBezTo>
                  <a:pt x="399086" y="78081"/>
                  <a:pt x="376569" y="100599"/>
                  <a:pt x="348791" y="100599"/>
                </a:cubicBezTo>
                <a:cubicBezTo>
                  <a:pt x="321013" y="100599"/>
                  <a:pt x="298495" y="78081"/>
                  <a:pt x="298495" y="50303"/>
                </a:cubicBezTo>
                <a:cubicBezTo>
                  <a:pt x="298495" y="22526"/>
                  <a:pt x="321013" y="8"/>
                  <a:pt x="348791" y="8"/>
                </a:cubicBezTo>
                <a:close/>
                <a:moveTo>
                  <a:pt x="50296" y="8"/>
                </a:moveTo>
                <a:cubicBezTo>
                  <a:pt x="78073" y="8"/>
                  <a:pt x="100591" y="22526"/>
                  <a:pt x="100591" y="50303"/>
                </a:cubicBezTo>
                <a:cubicBezTo>
                  <a:pt x="100591" y="78081"/>
                  <a:pt x="78073" y="100599"/>
                  <a:pt x="50296" y="100599"/>
                </a:cubicBezTo>
                <a:cubicBezTo>
                  <a:pt x="22518" y="100599"/>
                  <a:pt x="0" y="78081"/>
                  <a:pt x="0" y="50303"/>
                </a:cubicBezTo>
                <a:cubicBezTo>
                  <a:pt x="0" y="22526"/>
                  <a:pt x="22518" y="8"/>
                  <a:pt x="50296" y="8"/>
                </a:cubicBezTo>
                <a:close/>
                <a:moveTo>
                  <a:pt x="647286" y="7"/>
                </a:moveTo>
                <a:cubicBezTo>
                  <a:pt x="675064" y="7"/>
                  <a:pt x="697581" y="22524"/>
                  <a:pt x="697581" y="50302"/>
                </a:cubicBezTo>
                <a:cubicBezTo>
                  <a:pt x="697581" y="78080"/>
                  <a:pt x="675064" y="100598"/>
                  <a:pt x="647286" y="100598"/>
                </a:cubicBezTo>
                <a:cubicBezTo>
                  <a:pt x="619508" y="100598"/>
                  <a:pt x="596991" y="78080"/>
                  <a:pt x="596991" y="50302"/>
                </a:cubicBezTo>
                <a:cubicBezTo>
                  <a:pt x="596991" y="22524"/>
                  <a:pt x="619508" y="7"/>
                  <a:pt x="647286" y="7"/>
                </a:cubicBezTo>
                <a:close/>
                <a:moveTo>
                  <a:pt x="945781" y="6"/>
                </a:moveTo>
                <a:cubicBezTo>
                  <a:pt x="973559" y="6"/>
                  <a:pt x="996075" y="22523"/>
                  <a:pt x="996075" y="50301"/>
                </a:cubicBezTo>
                <a:cubicBezTo>
                  <a:pt x="996075" y="78078"/>
                  <a:pt x="973559" y="100597"/>
                  <a:pt x="945781" y="100597"/>
                </a:cubicBezTo>
                <a:cubicBezTo>
                  <a:pt x="918003" y="100597"/>
                  <a:pt x="895486" y="78078"/>
                  <a:pt x="895486" y="50301"/>
                </a:cubicBezTo>
                <a:cubicBezTo>
                  <a:pt x="895486" y="22523"/>
                  <a:pt x="918003" y="6"/>
                  <a:pt x="945781" y="6"/>
                </a:cubicBezTo>
                <a:close/>
                <a:moveTo>
                  <a:pt x="1244275" y="5"/>
                </a:moveTo>
                <a:cubicBezTo>
                  <a:pt x="1272053" y="5"/>
                  <a:pt x="1294571" y="22522"/>
                  <a:pt x="1294571" y="50300"/>
                </a:cubicBezTo>
                <a:cubicBezTo>
                  <a:pt x="1294571" y="78078"/>
                  <a:pt x="1272053" y="100594"/>
                  <a:pt x="1244275" y="100594"/>
                </a:cubicBezTo>
                <a:cubicBezTo>
                  <a:pt x="1216497" y="100594"/>
                  <a:pt x="1193980" y="78078"/>
                  <a:pt x="1193980" y="50300"/>
                </a:cubicBezTo>
                <a:cubicBezTo>
                  <a:pt x="1193980" y="22522"/>
                  <a:pt x="1216497" y="5"/>
                  <a:pt x="1244275" y="5"/>
                </a:cubicBezTo>
                <a:close/>
                <a:moveTo>
                  <a:pt x="1542770" y="4"/>
                </a:moveTo>
                <a:cubicBezTo>
                  <a:pt x="1570548" y="4"/>
                  <a:pt x="1593066" y="22521"/>
                  <a:pt x="1593066" y="50299"/>
                </a:cubicBezTo>
                <a:cubicBezTo>
                  <a:pt x="1593066" y="78076"/>
                  <a:pt x="1570548" y="100594"/>
                  <a:pt x="1542770" y="100594"/>
                </a:cubicBezTo>
                <a:cubicBezTo>
                  <a:pt x="1514993" y="100594"/>
                  <a:pt x="1492475" y="78076"/>
                  <a:pt x="1492475" y="50299"/>
                </a:cubicBezTo>
                <a:cubicBezTo>
                  <a:pt x="1492475" y="22521"/>
                  <a:pt x="1514993" y="4"/>
                  <a:pt x="1542770" y="4"/>
                </a:cubicBezTo>
                <a:close/>
                <a:moveTo>
                  <a:pt x="1841266" y="2"/>
                </a:moveTo>
                <a:cubicBezTo>
                  <a:pt x="1869043" y="2"/>
                  <a:pt x="1891561" y="22519"/>
                  <a:pt x="1891561" y="50298"/>
                </a:cubicBezTo>
                <a:cubicBezTo>
                  <a:pt x="1891561" y="78075"/>
                  <a:pt x="1869043" y="100592"/>
                  <a:pt x="1841266" y="100592"/>
                </a:cubicBezTo>
                <a:cubicBezTo>
                  <a:pt x="1813488" y="100592"/>
                  <a:pt x="1790970" y="78075"/>
                  <a:pt x="1790970" y="50298"/>
                </a:cubicBezTo>
                <a:cubicBezTo>
                  <a:pt x="1790970" y="22519"/>
                  <a:pt x="1813488" y="2"/>
                  <a:pt x="1841266" y="2"/>
                </a:cubicBezTo>
                <a:close/>
                <a:moveTo>
                  <a:pt x="2139761" y="0"/>
                </a:moveTo>
                <a:cubicBezTo>
                  <a:pt x="2167539" y="0"/>
                  <a:pt x="2190056" y="22518"/>
                  <a:pt x="2190056" y="50296"/>
                </a:cubicBezTo>
                <a:cubicBezTo>
                  <a:pt x="2190056" y="78073"/>
                  <a:pt x="2167539" y="100591"/>
                  <a:pt x="2139761" y="100591"/>
                </a:cubicBezTo>
                <a:cubicBezTo>
                  <a:pt x="2111983" y="100591"/>
                  <a:pt x="2089465" y="78073"/>
                  <a:pt x="2089465" y="50296"/>
                </a:cubicBezTo>
                <a:cubicBezTo>
                  <a:pt x="2089465" y="22518"/>
                  <a:pt x="2111983" y="0"/>
                  <a:pt x="2139761"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3840847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Gambar Deskripsi 1">
    <p:spTree>
      <p:nvGrpSpPr>
        <p:cNvPr id="1" name=""/>
        <p:cNvGrpSpPr/>
        <p:nvPr/>
      </p:nvGrpSpPr>
      <p:grpSpPr>
        <a:xfrm>
          <a:off x="0" y="0"/>
          <a:ext cx="0" cy="0"/>
          <a:chOff x="0" y="0"/>
          <a:chExt cx="0" cy="0"/>
        </a:xfrm>
      </p:grpSpPr>
      <p:pic>
        <p:nvPicPr>
          <p:cNvPr id="55" name="Picture 54" descr="white and black checkered textile">
            <a:extLst>
              <a:ext uri="{FF2B5EF4-FFF2-40B4-BE49-F238E27FC236}">
                <a16:creationId xmlns:a16="http://schemas.microsoft.com/office/drawing/2014/main" id="{5FEAE731-C296-4581-BBD6-D8DE0BBF0319}"/>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57" name="Graphic 3">
            <a:extLst>
              <a:ext uri="{FF2B5EF4-FFF2-40B4-BE49-F238E27FC236}">
                <a16:creationId xmlns:a16="http://schemas.microsoft.com/office/drawing/2014/main" id="{DF3ED437-F0D2-4203-992F-C3DFAF6FD82F}"/>
              </a:ext>
            </a:extLst>
          </p:cNvPr>
          <p:cNvSpPr/>
          <p:nvPr userDrawn="1"/>
        </p:nvSpPr>
        <p:spPr>
          <a:xfrm>
            <a:off x="0" y="0"/>
            <a:ext cx="12192000" cy="6858000"/>
          </a:xfrm>
          <a:custGeom>
            <a:avLst/>
            <a:gdLst>
              <a:gd name="connsiteX0" fmla="*/ -831 w 8902700"/>
              <a:gd name="connsiteY0" fmla="*/ -307 h 7630886"/>
              <a:gd name="connsiteX1" fmla="*/ 8901869 w 8902700"/>
              <a:gd name="connsiteY1" fmla="*/ -307 h 7630886"/>
              <a:gd name="connsiteX2" fmla="*/ 8901869 w 8902700"/>
              <a:gd name="connsiteY2" fmla="*/ 7630579 h 7630886"/>
              <a:gd name="connsiteX3" fmla="*/ -831 w 8902700"/>
              <a:gd name="connsiteY3" fmla="*/ 7630579 h 7630886"/>
            </a:gdLst>
            <a:ahLst/>
            <a:cxnLst>
              <a:cxn ang="0">
                <a:pos x="connsiteX0" y="connsiteY0"/>
              </a:cxn>
              <a:cxn ang="0">
                <a:pos x="connsiteX1" y="connsiteY1"/>
              </a:cxn>
              <a:cxn ang="0">
                <a:pos x="connsiteX2" y="connsiteY2"/>
              </a:cxn>
              <a:cxn ang="0">
                <a:pos x="connsiteX3" y="connsiteY3"/>
              </a:cxn>
            </a:cxnLst>
            <a:rect l="l" t="t" r="r" b="b"/>
            <a:pathLst>
              <a:path w="8902700" h="7630886">
                <a:moveTo>
                  <a:pt x="-831" y="-307"/>
                </a:moveTo>
                <a:lnTo>
                  <a:pt x="8901869" y="-307"/>
                </a:lnTo>
                <a:lnTo>
                  <a:pt x="8901869" y="7630579"/>
                </a:lnTo>
                <a:lnTo>
                  <a:pt x="-831" y="7630579"/>
                </a:lnTo>
                <a:close/>
              </a:path>
            </a:pathLst>
          </a:custGeom>
          <a:solidFill>
            <a:schemeClr val="bg2">
              <a:alpha val="92000"/>
            </a:schemeClr>
          </a:solidFill>
          <a:ln w="63545" cap="flat">
            <a:noFill/>
            <a:prstDash val="solid"/>
            <a:round/>
          </a:ln>
        </p:spPr>
        <p:txBody>
          <a:bodyPr rtlCol="0" anchor="ctr"/>
          <a:lstStyle/>
          <a:p>
            <a:endParaRPr lang="en-US"/>
          </a:p>
        </p:txBody>
      </p:sp>
      <p:sp>
        <p:nvSpPr>
          <p:cNvPr id="3" name="Date Placeholder 2">
            <a:extLst>
              <a:ext uri="{FF2B5EF4-FFF2-40B4-BE49-F238E27FC236}">
                <a16:creationId xmlns:a16="http://schemas.microsoft.com/office/drawing/2014/main" id="{0B105A4F-4B0B-4863-BA9C-E84673D66462}"/>
              </a:ext>
            </a:extLst>
          </p:cNvPr>
          <p:cNvSpPr>
            <a:spLocks noGrp="1"/>
          </p:cNvSpPr>
          <p:nvPr>
            <p:ph type="dt" sz="half" idx="10"/>
          </p:nvPr>
        </p:nvSpPr>
        <p:spPr/>
        <p:txBody>
          <a:bodyPr/>
          <a:lstStyle/>
          <a:p>
            <a:fld id="{02CE0157-C8E1-4B84-93C2-1CCF3958FDA0}" type="datetimeFigureOut">
              <a:rPr lang="en-US" smtClean="0"/>
              <a:t>8/14/2022</a:t>
            </a:fld>
            <a:endParaRPr lang="en-US"/>
          </a:p>
        </p:txBody>
      </p:sp>
      <p:sp>
        <p:nvSpPr>
          <p:cNvPr id="4" name="Footer Placeholder 3">
            <a:extLst>
              <a:ext uri="{FF2B5EF4-FFF2-40B4-BE49-F238E27FC236}">
                <a16:creationId xmlns:a16="http://schemas.microsoft.com/office/drawing/2014/main" id="{ED88D73C-EF78-45D6-9B69-3B678C98EB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A93AD4-C2A2-4CB4-8D9A-C37827BA6DEA}"/>
              </a:ext>
            </a:extLst>
          </p:cNvPr>
          <p:cNvSpPr>
            <a:spLocks noGrp="1"/>
          </p:cNvSpPr>
          <p:nvPr>
            <p:ph type="sldNum" sz="quarter" idx="12"/>
          </p:nvPr>
        </p:nvSpPr>
        <p:spPr/>
        <p:txBody>
          <a:bodyPr/>
          <a:lstStyle/>
          <a:p>
            <a:fld id="{762E9C34-7C98-46D8-9CA1-1DAC0DBFA9E1}" type="slidenum">
              <a:rPr lang="en-US" smtClean="0"/>
              <a:t>‹#›</a:t>
            </a:fld>
            <a:endParaRPr lang="en-US"/>
          </a:p>
        </p:txBody>
      </p:sp>
      <p:sp>
        <p:nvSpPr>
          <p:cNvPr id="21" name="Freeform: Shape 20">
            <a:extLst>
              <a:ext uri="{FF2B5EF4-FFF2-40B4-BE49-F238E27FC236}">
                <a16:creationId xmlns:a16="http://schemas.microsoft.com/office/drawing/2014/main" id="{E1785E3B-94F8-49DF-A632-32A007020964}"/>
              </a:ext>
            </a:extLst>
          </p:cNvPr>
          <p:cNvSpPr/>
          <p:nvPr userDrawn="1"/>
        </p:nvSpPr>
        <p:spPr>
          <a:xfrm rot="7200000" flipV="1">
            <a:off x="9584329" y="5702907"/>
            <a:ext cx="1370006" cy="1879137"/>
          </a:xfrm>
          <a:custGeom>
            <a:avLst/>
            <a:gdLst>
              <a:gd name="connsiteX0" fmla="*/ 36225 w 1370006"/>
              <a:gd name="connsiteY0" fmla="*/ 544078 h 1879137"/>
              <a:gd name="connsiteX1" fmla="*/ 0 w 1370006"/>
              <a:gd name="connsiteY1" fmla="*/ 679260 h 1879137"/>
              <a:gd name="connsiteX2" fmla="*/ 0 w 1370006"/>
              <a:gd name="connsiteY2" fmla="*/ 1497065 h 1879137"/>
              <a:gd name="connsiteX3" fmla="*/ 135200 w 1370006"/>
              <a:gd name="connsiteY3" fmla="*/ 1731202 h 1879137"/>
              <a:gd name="connsiteX4" fmla="*/ 298355 w 1370006"/>
              <a:gd name="connsiteY4" fmla="*/ 1825410 h 1879137"/>
              <a:gd name="connsiteX5" fmla="*/ 391409 w 1370006"/>
              <a:gd name="connsiteY5" fmla="*/ 1879137 h 1879137"/>
              <a:gd name="connsiteX6" fmla="*/ 1370006 w 1370006"/>
              <a:gd name="connsiteY6" fmla="*/ 184157 h 1879137"/>
              <a:gd name="connsiteX7" fmla="*/ 1276946 w 1370006"/>
              <a:gd name="connsiteY7" fmla="*/ 130427 h 1879137"/>
              <a:gd name="connsiteX8" fmla="*/ 1113791 w 1370006"/>
              <a:gd name="connsiteY8" fmla="*/ 36219 h 1879137"/>
              <a:gd name="connsiteX9" fmla="*/ 843393 w 1370006"/>
              <a:gd name="connsiteY9" fmla="*/ 36219 h 1879137"/>
              <a:gd name="connsiteX10" fmla="*/ 135200 w 1370006"/>
              <a:gd name="connsiteY10" fmla="*/ 445122 h 1879137"/>
              <a:gd name="connsiteX11" fmla="*/ 36225 w 1370006"/>
              <a:gd name="connsiteY11" fmla="*/ 544078 h 18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70006" h="1879137">
                <a:moveTo>
                  <a:pt x="36225" y="544078"/>
                </a:moveTo>
                <a:cubicBezTo>
                  <a:pt x="12883" y="584502"/>
                  <a:pt x="0" y="630963"/>
                  <a:pt x="0" y="679260"/>
                </a:cubicBezTo>
                <a:lnTo>
                  <a:pt x="0" y="1497065"/>
                </a:lnTo>
                <a:cubicBezTo>
                  <a:pt x="0" y="1593658"/>
                  <a:pt x="51533" y="1682910"/>
                  <a:pt x="135200" y="1731202"/>
                </a:cubicBezTo>
                <a:cubicBezTo>
                  <a:pt x="181866" y="1758151"/>
                  <a:pt x="237795" y="1790444"/>
                  <a:pt x="298355" y="1825410"/>
                </a:cubicBezTo>
                <a:lnTo>
                  <a:pt x="391409" y="1879137"/>
                </a:lnTo>
                <a:lnTo>
                  <a:pt x="1370006" y="184157"/>
                </a:lnTo>
                <a:lnTo>
                  <a:pt x="1276946" y="130427"/>
                </a:lnTo>
                <a:cubicBezTo>
                  <a:pt x="1216386" y="95461"/>
                  <a:pt x="1160458" y="63167"/>
                  <a:pt x="1113791" y="36219"/>
                </a:cubicBezTo>
                <a:cubicBezTo>
                  <a:pt x="1030125" y="-12074"/>
                  <a:pt x="927059" y="-12074"/>
                  <a:pt x="843393" y="36219"/>
                </a:cubicBezTo>
                <a:cubicBezTo>
                  <a:pt x="656727" y="144012"/>
                  <a:pt x="321864" y="337330"/>
                  <a:pt x="135200" y="445122"/>
                </a:cubicBezTo>
                <a:cubicBezTo>
                  <a:pt x="93367" y="469269"/>
                  <a:pt x="59567" y="503654"/>
                  <a:pt x="36225" y="544078"/>
                </a:cubicBezTo>
                <a:close/>
              </a:path>
            </a:pathLst>
          </a:custGeom>
          <a:solidFill>
            <a:schemeClr val="accent1"/>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14" name="Title 13">
            <a:extLst>
              <a:ext uri="{FF2B5EF4-FFF2-40B4-BE49-F238E27FC236}">
                <a16:creationId xmlns:a16="http://schemas.microsoft.com/office/drawing/2014/main" id="{45F8C36D-6669-4B08-86E0-9E27B6AA7D2E}"/>
              </a:ext>
            </a:extLst>
          </p:cNvPr>
          <p:cNvSpPr>
            <a:spLocks noGrp="1"/>
          </p:cNvSpPr>
          <p:nvPr>
            <p:ph type="title" hasCustomPrompt="1"/>
          </p:nvPr>
        </p:nvSpPr>
        <p:spPr>
          <a:xfrm>
            <a:off x="832638" y="846620"/>
            <a:ext cx="6718539" cy="553998"/>
          </a:xfrm>
        </p:spPr>
        <p:txBody>
          <a:bodyPr lIns="0" tIns="0" rIns="0" bIns="0" anchor="b" anchorCtr="0">
            <a:normAutofit/>
          </a:bodyPr>
          <a:lstStyle>
            <a:lvl1pPr algn="l">
              <a:lnSpc>
                <a:spcPct val="100000"/>
              </a:lnSpc>
              <a:defRPr sz="3600">
                <a:solidFill>
                  <a:schemeClr val="accent1"/>
                </a:solidFill>
              </a:defRPr>
            </a:lvl1pPr>
          </a:lstStyle>
          <a:p>
            <a:r>
              <a:rPr lang="en-US"/>
              <a:t>Latar Belakang Penelitian</a:t>
            </a:r>
          </a:p>
        </p:txBody>
      </p:sp>
      <p:sp>
        <p:nvSpPr>
          <p:cNvPr id="15" name="Text Placeholder 12">
            <a:extLst>
              <a:ext uri="{FF2B5EF4-FFF2-40B4-BE49-F238E27FC236}">
                <a16:creationId xmlns:a16="http://schemas.microsoft.com/office/drawing/2014/main" id="{AF895DD5-2925-46CA-889D-CB6209E66859}"/>
              </a:ext>
            </a:extLst>
          </p:cNvPr>
          <p:cNvSpPr>
            <a:spLocks noGrp="1"/>
          </p:cNvSpPr>
          <p:nvPr>
            <p:ph type="body" sz="quarter" idx="14" hasCustomPrompt="1"/>
          </p:nvPr>
        </p:nvSpPr>
        <p:spPr>
          <a:xfrm>
            <a:off x="832637" y="1461856"/>
            <a:ext cx="6718539" cy="387798"/>
          </a:xfrm>
        </p:spPr>
        <p:txBody>
          <a:bodyPr lIns="0" tIns="0" rIns="0" bIns="0">
            <a:normAutofit/>
          </a:bodyPr>
          <a:lstStyle>
            <a:lvl1pPr algn="l">
              <a:defRPr sz="2600">
                <a:solidFill>
                  <a:schemeClr val="tx1">
                    <a:lumMod val="85000"/>
                    <a:lumOff val="15000"/>
                  </a:schemeClr>
                </a:solidFill>
              </a:defRPr>
            </a:lvl1pPr>
          </a:lstStyle>
          <a:p>
            <a:pPr lvl="0"/>
            <a:r>
              <a:rPr lang="en-US"/>
              <a:t>Identitas Singakat Mahasiswa </a:t>
            </a:r>
          </a:p>
        </p:txBody>
      </p:sp>
      <p:sp>
        <p:nvSpPr>
          <p:cNvPr id="16" name="Text Placeholder 17">
            <a:extLst>
              <a:ext uri="{FF2B5EF4-FFF2-40B4-BE49-F238E27FC236}">
                <a16:creationId xmlns:a16="http://schemas.microsoft.com/office/drawing/2014/main" id="{B17EEE1E-0F82-47AC-8147-E32247685964}"/>
              </a:ext>
            </a:extLst>
          </p:cNvPr>
          <p:cNvSpPr>
            <a:spLocks noGrp="1"/>
          </p:cNvSpPr>
          <p:nvPr>
            <p:ph type="body" sz="quarter" idx="17" hasCustomPrompt="1"/>
          </p:nvPr>
        </p:nvSpPr>
        <p:spPr>
          <a:xfrm>
            <a:off x="832638" y="2087713"/>
            <a:ext cx="5257800" cy="4132111"/>
          </a:xfrm>
        </p:spPr>
        <p:txBody>
          <a:bodyPr lIns="0" tIns="0" rIns="0" bIns="0">
            <a:normAutofit/>
          </a:bodyPr>
          <a:lstStyle>
            <a:lvl1pPr algn="l">
              <a:lnSpc>
                <a:spcPct val="130000"/>
              </a:lnSpc>
              <a:defRPr sz="2400"/>
            </a:lvl1pPr>
          </a:lstStyle>
          <a:p>
            <a:pPr lvl="0"/>
            <a:r>
              <a:rPr lang="nn-NO"/>
              <a:t>Tambahkan deskripsi ke bagian ini. Slide ini bisa digunakan untuk menjelaskan latar belakang, hipotesa, tujuan penelitian, manfaat penelitian, tempat dan waktu penelitian atau apapun. </a:t>
            </a:r>
          </a:p>
        </p:txBody>
      </p:sp>
      <p:sp>
        <p:nvSpPr>
          <p:cNvPr id="19" name="Freeform: Shape 18">
            <a:extLst>
              <a:ext uri="{FF2B5EF4-FFF2-40B4-BE49-F238E27FC236}">
                <a16:creationId xmlns:a16="http://schemas.microsoft.com/office/drawing/2014/main" id="{878A4D3D-7FE6-4002-B510-EA0E3881BA34}"/>
              </a:ext>
            </a:extLst>
          </p:cNvPr>
          <p:cNvSpPr/>
          <p:nvPr userDrawn="1"/>
        </p:nvSpPr>
        <p:spPr>
          <a:xfrm rot="20485402" flipV="1">
            <a:off x="-246707" y="-276585"/>
            <a:ext cx="2471097" cy="2028462"/>
          </a:xfrm>
          <a:custGeom>
            <a:avLst/>
            <a:gdLst>
              <a:gd name="connsiteX0" fmla="*/ 533221 w 2471097"/>
              <a:gd name="connsiteY0" fmla="*/ 2028462 h 2028462"/>
              <a:gd name="connsiteX1" fmla="*/ 2471096 w 2471097"/>
              <a:gd name="connsiteY1" fmla="*/ 1377175 h 2028462"/>
              <a:gd name="connsiteX2" fmla="*/ 2471097 w 2471097"/>
              <a:gd name="connsiteY2" fmla="*/ 1102372 h 2028462"/>
              <a:gd name="connsiteX3" fmla="*/ 2251681 w 2471097"/>
              <a:gd name="connsiteY3" fmla="*/ 722390 h 2028462"/>
              <a:gd name="connsiteX4" fmla="*/ 1102352 w 2471097"/>
              <a:gd name="connsiteY4" fmla="*/ 58781 h 2028462"/>
              <a:gd name="connsiteX5" fmla="*/ 663521 w 2471097"/>
              <a:gd name="connsiteY5" fmla="*/ 58781 h 2028462"/>
              <a:gd name="connsiteX6" fmla="*/ 88857 w 2471097"/>
              <a:gd name="connsiteY6" fmla="*/ 390586 h 2028462"/>
              <a:gd name="connsiteX7" fmla="*/ 0 w 2471097"/>
              <a:gd name="connsiteY7" fmla="*/ 441888 h 2028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1097" h="2028462">
                <a:moveTo>
                  <a:pt x="533221" y="2028462"/>
                </a:moveTo>
                <a:lnTo>
                  <a:pt x="2471096" y="1377175"/>
                </a:lnTo>
                <a:lnTo>
                  <a:pt x="2471097" y="1102372"/>
                </a:lnTo>
                <a:cubicBezTo>
                  <a:pt x="2471096" y="945612"/>
                  <a:pt x="2387464" y="800765"/>
                  <a:pt x="2251681" y="722390"/>
                </a:cubicBezTo>
                <a:cubicBezTo>
                  <a:pt x="1948741" y="547454"/>
                  <a:pt x="1405291" y="233717"/>
                  <a:pt x="1102352" y="58781"/>
                </a:cubicBezTo>
                <a:cubicBezTo>
                  <a:pt x="966569" y="-19594"/>
                  <a:pt x="799303" y="-19594"/>
                  <a:pt x="663521" y="58781"/>
                </a:cubicBezTo>
                <a:cubicBezTo>
                  <a:pt x="512052" y="146249"/>
                  <a:pt x="300454" y="268417"/>
                  <a:pt x="88857" y="390586"/>
                </a:cubicBezTo>
                <a:lnTo>
                  <a:pt x="0" y="441888"/>
                </a:lnTo>
                <a:close/>
              </a:path>
            </a:pathLst>
          </a:custGeom>
          <a:solidFill>
            <a:schemeClr val="accent1">
              <a:alpha val="10000"/>
            </a:schemeClr>
          </a:solidFill>
          <a:ln w="9525" cap="flat">
            <a:noFill/>
            <a:prstDash val="solid"/>
            <a:round/>
          </a:ln>
        </p:spPr>
        <p:txBody>
          <a:bodyPr wrap="square" rtlCol="0" anchor="ctr">
            <a:noAutofit/>
          </a:bodyPr>
          <a:lstStyle/>
          <a:p>
            <a:endParaRPr lang="en-US"/>
          </a:p>
        </p:txBody>
      </p:sp>
      <p:sp>
        <p:nvSpPr>
          <p:cNvPr id="17" name="Picture Placeholder 16">
            <a:extLst>
              <a:ext uri="{FF2B5EF4-FFF2-40B4-BE49-F238E27FC236}">
                <a16:creationId xmlns:a16="http://schemas.microsoft.com/office/drawing/2014/main" id="{3352A7F1-C9EC-422E-B888-AAB8FD4BEC9F}"/>
              </a:ext>
            </a:extLst>
          </p:cNvPr>
          <p:cNvSpPr>
            <a:spLocks noGrp="1"/>
          </p:cNvSpPr>
          <p:nvPr>
            <p:ph type="pic" sz="quarter" idx="18"/>
          </p:nvPr>
        </p:nvSpPr>
        <p:spPr>
          <a:xfrm>
            <a:off x="6205756" y="0"/>
            <a:ext cx="5986244" cy="6858000"/>
          </a:xfrm>
          <a:custGeom>
            <a:avLst/>
            <a:gdLst>
              <a:gd name="connsiteX0" fmla="*/ 5986244 w 5986244"/>
              <a:gd name="connsiteY0" fmla="*/ 5901893 h 6858000"/>
              <a:gd name="connsiteX1" fmla="*/ 5986244 w 5986244"/>
              <a:gd name="connsiteY1" fmla="*/ 6858000 h 6858000"/>
              <a:gd name="connsiteX2" fmla="*/ 5114659 w 5986244"/>
              <a:gd name="connsiteY2" fmla="*/ 6858000 h 6858000"/>
              <a:gd name="connsiteX3" fmla="*/ 5114658 w 5986244"/>
              <a:gd name="connsiteY3" fmla="*/ 6744970 h 6858000"/>
              <a:gd name="connsiteX4" fmla="*/ 5114649 w 5986244"/>
              <a:gd name="connsiteY4" fmla="*/ 6556570 h 6858000"/>
              <a:gd name="connsiteX5" fmla="*/ 5249848 w 5986244"/>
              <a:gd name="connsiteY5" fmla="*/ 6322398 h 6858000"/>
              <a:gd name="connsiteX6" fmla="*/ 5958065 w 5986244"/>
              <a:gd name="connsiteY6" fmla="*/ 5913536 h 6858000"/>
              <a:gd name="connsiteX7" fmla="*/ 2010203 w 5986244"/>
              <a:gd name="connsiteY7" fmla="*/ 5866740 h 6858000"/>
              <a:gd name="connsiteX8" fmla="*/ 2145386 w 5986244"/>
              <a:gd name="connsiteY8" fmla="*/ 5902959 h 6858000"/>
              <a:gd name="connsiteX9" fmla="*/ 2853626 w 5986244"/>
              <a:gd name="connsiteY9" fmla="*/ 6311861 h 6858000"/>
              <a:gd name="connsiteX10" fmla="*/ 2988794 w 5986244"/>
              <a:gd name="connsiteY10" fmla="*/ 6546016 h 6858000"/>
              <a:gd name="connsiteX11" fmla="*/ 2988804 w 5986244"/>
              <a:gd name="connsiteY11" fmla="*/ 6734416 h 6858000"/>
              <a:gd name="connsiteX12" fmla="*/ 2988806 w 5986244"/>
              <a:gd name="connsiteY12" fmla="*/ 6858000 h 6858000"/>
              <a:gd name="connsiteX13" fmla="*/ 1031612 w 5986244"/>
              <a:gd name="connsiteY13" fmla="*/ 6858000 h 6858000"/>
              <a:gd name="connsiteX14" fmla="*/ 1031610 w 5986244"/>
              <a:gd name="connsiteY14" fmla="*/ 6734409 h 6858000"/>
              <a:gd name="connsiteX15" fmla="*/ 1031601 w 5986244"/>
              <a:gd name="connsiteY15" fmla="*/ 6546009 h 6858000"/>
              <a:gd name="connsiteX16" fmla="*/ 1166800 w 5986244"/>
              <a:gd name="connsiteY16" fmla="*/ 6311838 h 6858000"/>
              <a:gd name="connsiteX17" fmla="*/ 1875017 w 5986244"/>
              <a:gd name="connsiteY17" fmla="*/ 5902976 h 6858000"/>
              <a:gd name="connsiteX18" fmla="*/ 2010203 w 5986244"/>
              <a:gd name="connsiteY18" fmla="*/ 5866740 h 6858000"/>
              <a:gd name="connsiteX19" fmla="*/ 5061651 w 5986244"/>
              <a:gd name="connsiteY19" fmla="*/ 4122779 h 6858000"/>
              <a:gd name="connsiteX20" fmla="*/ 5196834 w 5986244"/>
              <a:gd name="connsiteY20" fmla="*/ 4158998 h 6858000"/>
              <a:gd name="connsiteX21" fmla="*/ 5905073 w 5986244"/>
              <a:gd name="connsiteY21" fmla="*/ 4567901 h 6858000"/>
              <a:gd name="connsiteX22" fmla="*/ 5961485 w 5986244"/>
              <a:gd name="connsiteY22" fmla="*/ 4611278 h 6858000"/>
              <a:gd name="connsiteX23" fmla="*/ 5986244 w 5986244"/>
              <a:gd name="connsiteY23" fmla="*/ 4643624 h 6858000"/>
              <a:gd name="connsiteX24" fmla="*/ 5986244 w 5986244"/>
              <a:gd name="connsiteY24" fmla="*/ 5778259 h 6858000"/>
              <a:gd name="connsiteX25" fmla="*/ 5961484 w 5986244"/>
              <a:gd name="connsiteY25" fmla="*/ 5810607 h 6858000"/>
              <a:gd name="connsiteX26" fmla="*/ 5905068 w 5986244"/>
              <a:gd name="connsiteY26" fmla="*/ 5853992 h 6858000"/>
              <a:gd name="connsiteX27" fmla="*/ 5196850 w 5986244"/>
              <a:gd name="connsiteY27" fmla="*/ 6262855 h 6858000"/>
              <a:gd name="connsiteX28" fmla="*/ 4926481 w 5986244"/>
              <a:gd name="connsiteY28" fmla="*/ 6262872 h 6858000"/>
              <a:gd name="connsiteX29" fmla="*/ 4218242 w 5986244"/>
              <a:gd name="connsiteY29" fmla="*/ 5853969 h 6858000"/>
              <a:gd name="connsiteX30" fmla="*/ 4083073 w 5986244"/>
              <a:gd name="connsiteY30" fmla="*/ 5619814 h 6858000"/>
              <a:gd name="connsiteX31" fmla="*/ 4083049 w 5986244"/>
              <a:gd name="connsiteY31" fmla="*/ 4802050 h 6858000"/>
              <a:gd name="connsiteX32" fmla="*/ 4218248 w 5986244"/>
              <a:gd name="connsiteY32" fmla="*/ 4567878 h 6858000"/>
              <a:gd name="connsiteX33" fmla="*/ 4926465 w 5986244"/>
              <a:gd name="connsiteY33" fmla="*/ 4159016 h 6858000"/>
              <a:gd name="connsiteX34" fmla="*/ 5061651 w 5986244"/>
              <a:gd name="connsiteY34" fmla="*/ 4122779 h 6858000"/>
              <a:gd name="connsiteX35" fmla="*/ 978602 w 5986244"/>
              <a:gd name="connsiteY35" fmla="*/ 4112219 h 6858000"/>
              <a:gd name="connsiteX36" fmla="*/ 1113785 w 5986244"/>
              <a:gd name="connsiteY36" fmla="*/ 4148439 h 6858000"/>
              <a:gd name="connsiteX37" fmla="*/ 1822024 w 5986244"/>
              <a:gd name="connsiteY37" fmla="*/ 4557341 h 6858000"/>
              <a:gd name="connsiteX38" fmla="*/ 1957194 w 5986244"/>
              <a:gd name="connsiteY38" fmla="*/ 4791496 h 6858000"/>
              <a:gd name="connsiteX39" fmla="*/ 1957218 w 5986244"/>
              <a:gd name="connsiteY39" fmla="*/ 5609261 h 6858000"/>
              <a:gd name="connsiteX40" fmla="*/ 1822019 w 5986244"/>
              <a:gd name="connsiteY40" fmla="*/ 5843433 h 6858000"/>
              <a:gd name="connsiteX41" fmla="*/ 1113802 w 5986244"/>
              <a:gd name="connsiteY41" fmla="*/ 6252295 h 6858000"/>
              <a:gd name="connsiteX42" fmla="*/ 843432 w 5986244"/>
              <a:gd name="connsiteY42" fmla="*/ 6252312 h 6858000"/>
              <a:gd name="connsiteX43" fmla="*/ 135193 w 5986244"/>
              <a:gd name="connsiteY43" fmla="*/ 5843409 h 6858000"/>
              <a:gd name="connsiteX44" fmla="*/ 24 w 5986244"/>
              <a:gd name="connsiteY44" fmla="*/ 5609255 h 6858000"/>
              <a:gd name="connsiteX45" fmla="*/ 0 w 5986244"/>
              <a:gd name="connsiteY45" fmla="*/ 4791490 h 6858000"/>
              <a:gd name="connsiteX46" fmla="*/ 135199 w 5986244"/>
              <a:gd name="connsiteY46" fmla="*/ 4557317 h 6858000"/>
              <a:gd name="connsiteX47" fmla="*/ 843416 w 5986244"/>
              <a:gd name="connsiteY47" fmla="*/ 4148455 h 6858000"/>
              <a:gd name="connsiteX48" fmla="*/ 978602 w 5986244"/>
              <a:gd name="connsiteY48" fmla="*/ 4112219 h 6858000"/>
              <a:gd name="connsiteX49" fmla="*/ 3026393 w 5986244"/>
              <a:gd name="connsiteY49" fmla="*/ 4106648 h 6858000"/>
              <a:gd name="connsiteX50" fmla="*/ 3161575 w 5986244"/>
              <a:gd name="connsiteY50" fmla="*/ 4142867 h 6858000"/>
              <a:gd name="connsiteX51" fmla="*/ 3869815 w 5986244"/>
              <a:gd name="connsiteY51" fmla="*/ 4551769 h 6858000"/>
              <a:gd name="connsiteX52" fmla="*/ 4004985 w 5986244"/>
              <a:gd name="connsiteY52" fmla="*/ 4785924 h 6858000"/>
              <a:gd name="connsiteX53" fmla="*/ 4005009 w 5986244"/>
              <a:gd name="connsiteY53" fmla="*/ 5603689 h 6858000"/>
              <a:gd name="connsiteX54" fmla="*/ 3869810 w 5986244"/>
              <a:gd name="connsiteY54" fmla="*/ 5837861 h 6858000"/>
              <a:gd name="connsiteX55" fmla="*/ 3161593 w 5986244"/>
              <a:gd name="connsiteY55" fmla="*/ 6246723 h 6858000"/>
              <a:gd name="connsiteX56" fmla="*/ 2891223 w 5986244"/>
              <a:gd name="connsiteY56" fmla="*/ 6246740 h 6858000"/>
              <a:gd name="connsiteX57" fmla="*/ 2182984 w 5986244"/>
              <a:gd name="connsiteY57" fmla="*/ 5837837 h 6858000"/>
              <a:gd name="connsiteX58" fmla="*/ 2047815 w 5986244"/>
              <a:gd name="connsiteY58" fmla="*/ 5603683 h 6858000"/>
              <a:gd name="connsiteX59" fmla="*/ 2047791 w 5986244"/>
              <a:gd name="connsiteY59" fmla="*/ 4785918 h 6858000"/>
              <a:gd name="connsiteX60" fmla="*/ 2182989 w 5986244"/>
              <a:gd name="connsiteY60" fmla="*/ 4551745 h 6858000"/>
              <a:gd name="connsiteX61" fmla="*/ 2891206 w 5986244"/>
              <a:gd name="connsiteY61" fmla="*/ 4142883 h 6858000"/>
              <a:gd name="connsiteX62" fmla="*/ 3026393 w 5986244"/>
              <a:gd name="connsiteY62" fmla="*/ 4106648 h 6858000"/>
              <a:gd name="connsiteX63" fmla="*/ 1994792 w 5986244"/>
              <a:gd name="connsiteY63" fmla="*/ 2352129 h 6858000"/>
              <a:gd name="connsiteX64" fmla="*/ 2129975 w 5986244"/>
              <a:gd name="connsiteY64" fmla="*/ 2388347 h 6858000"/>
              <a:gd name="connsiteX65" fmla="*/ 2838215 w 5986244"/>
              <a:gd name="connsiteY65" fmla="*/ 2797250 h 6858000"/>
              <a:gd name="connsiteX66" fmla="*/ 2973383 w 5986244"/>
              <a:gd name="connsiteY66" fmla="*/ 3031405 h 6858000"/>
              <a:gd name="connsiteX67" fmla="*/ 2973407 w 5986244"/>
              <a:gd name="connsiteY67" fmla="*/ 3849170 h 6858000"/>
              <a:gd name="connsiteX68" fmla="*/ 2838209 w 5986244"/>
              <a:gd name="connsiteY68" fmla="*/ 4083342 h 6858000"/>
              <a:gd name="connsiteX69" fmla="*/ 2129992 w 5986244"/>
              <a:gd name="connsiteY69" fmla="*/ 4492204 h 6858000"/>
              <a:gd name="connsiteX70" fmla="*/ 1859623 w 5986244"/>
              <a:gd name="connsiteY70" fmla="*/ 4492221 h 6858000"/>
              <a:gd name="connsiteX71" fmla="*/ 1151383 w 5986244"/>
              <a:gd name="connsiteY71" fmla="*/ 4083318 h 6858000"/>
              <a:gd name="connsiteX72" fmla="*/ 1016214 w 5986244"/>
              <a:gd name="connsiteY72" fmla="*/ 3849163 h 6858000"/>
              <a:gd name="connsiteX73" fmla="*/ 1016190 w 5986244"/>
              <a:gd name="connsiteY73" fmla="*/ 3031398 h 6858000"/>
              <a:gd name="connsiteX74" fmla="*/ 1151389 w 5986244"/>
              <a:gd name="connsiteY74" fmla="*/ 2797227 h 6858000"/>
              <a:gd name="connsiteX75" fmla="*/ 1859605 w 5986244"/>
              <a:gd name="connsiteY75" fmla="*/ 2388365 h 6858000"/>
              <a:gd name="connsiteX76" fmla="*/ 1994792 w 5986244"/>
              <a:gd name="connsiteY76" fmla="*/ 2352129 h 6858000"/>
              <a:gd name="connsiteX77" fmla="*/ 4042581 w 5986244"/>
              <a:gd name="connsiteY77" fmla="*/ 2346556 h 6858000"/>
              <a:gd name="connsiteX78" fmla="*/ 4177765 w 5986244"/>
              <a:gd name="connsiteY78" fmla="*/ 2382775 h 6858000"/>
              <a:gd name="connsiteX79" fmla="*/ 4886004 w 5986244"/>
              <a:gd name="connsiteY79" fmla="*/ 2791678 h 6858000"/>
              <a:gd name="connsiteX80" fmla="*/ 5021173 w 5986244"/>
              <a:gd name="connsiteY80" fmla="*/ 3025833 h 6858000"/>
              <a:gd name="connsiteX81" fmla="*/ 5021198 w 5986244"/>
              <a:gd name="connsiteY81" fmla="*/ 3843596 h 6858000"/>
              <a:gd name="connsiteX82" fmla="*/ 4885998 w 5986244"/>
              <a:gd name="connsiteY82" fmla="*/ 4077769 h 6858000"/>
              <a:gd name="connsiteX83" fmla="*/ 4177781 w 5986244"/>
              <a:gd name="connsiteY83" fmla="*/ 4486630 h 6858000"/>
              <a:gd name="connsiteX84" fmla="*/ 3907413 w 5986244"/>
              <a:gd name="connsiteY84" fmla="*/ 4486648 h 6858000"/>
              <a:gd name="connsiteX85" fmla="*/ 3199172 w 5986244"/>
              <a:gd name="connsiteY85" fmla="*/ 4077744 h 6858000"/>
              <a:gd name="connsiteX86" fmla="*/ 3064003 w 5986244"/>
              <a:gd name="connsiteY86" fmla="*/ 3843590 h 6858000"/>
              <a:gd name="connsiteX87" fmla="*/ 3063979 w 5986244"/>
              <a:gd name="connsiteY87" fmla="*/ 3025826 h 6858000"/>
              <a:gd name="connsiteX88" fmla="*/ 3199178 w 5986244"/>
              <a:gd name="connsiteY88" fmla="*/ 2791654 h 6858000"/>
              <a:gd name="connsiteX89" fmla="*/ 3907395 w 5986244"/>
              <a:gd name="connsiteY89" fmla="*/ 2382792 h 6858000"/>
              <a:gd name="connsiteX90" fmla="*/ 4042581 w 5986244"/>
              <a:gd name="connsiteY90" fmla="*/ 2346556 h 6858000"/>
              <a:gd name="connsiteX91" fmla="*/ 5986244 w 5986244"/>
              <a:gd name="connsiteY91" fmla="*/ 2346288 h 6858000"/>
              <a:gd name="connsiteX92" fmla="*/ 5986244 w 5986244"/>
              <a:gd name="connsiteY92" fmla="*/ 4464457 h 6858000"/>
              <a:gd name="connsiteX93" fmla="*/ 5968927 w 5986244"/>
              <a:gd name="connsiteY93" fmla="*/ 4457304 h 6858000"/>
              <a:gd name="connsiteX94" fmla="*/ 5260688 w 5986244"/>
              <a:gd name="connsiteY94" fmla="*/ 4048401 h 6858000"/>
              <a:gd name="connsiteX95" fmla="*/ 5125519 w 5986244"/>
              <a:gd name="connsiteY95" fmla="*/ 3814247 h 6858000"/>
              <a:gd name="connsiteX96" fmla="*/ 5125494 w 5986244"/>
              <a:gd name="connsiteY96" fmla="*/ 2996483 h 6858000"/>
              <a:gd name="connsiteX97" fmla="*/ 5260693 w 5986244"/>
              <a:gd name="connsiteY97" fmla="*/ 2762311 h 6858000"/>
              <a:gd name="connsiteX98" fmla="*/ 5968911 w 5986244"/>
              <a:gd name="connsiteY98" fmla="*/ 2353449 h 6858000"/>
              <a:gd name="connsiteX99" fmla="*/ 5072496 w 5986244"/>
              <a:gd name="connsiteY99" fmla="*/ 562694 h 6858000"/>
              <a:gd name="connsiteX100" fmla="*/ 5207678 w 5986244"/>
              <a:gd name="connsiteY100" fmla="*/ 598912 h 6858000"/>
              <a:gd name="connsiteX101" fmla="*/ 5915919 w 5986244"/>
              <a:gd name="connsiteY101" fmla="*/ 1007815 h 6858000"/>
              <a:gd name="connsiteX102" fmla="*/ 5972331 w 5986244"/>
              <a:gd name="connsiteY102" fmla="*/ 1051192 h 6858000"/>
              <a:gd name="connsiteX103" fmla="*/ 5986244 w 5986244"/>
              <a:gd name="connsiteY103" fmla="*/ 1069369 h 6858000"/>
              <a:gd name="connsiteX104" fmla="*/ 5986244 w 5986244"/>
              <a:gd name="connsiteY104" fmla="*/ 2232341 h 6858000"/>
              <a:gd name="connsiteX105" fmla="*/ 5972328 w 5986244"/>
              <a:gd name="connsiteY105" fmla="*/ 2250522 h 6858000"/>
              <a:gd name="connsiteX106" fmla="*/ 5915912 w 5986244"/>
              <a:gd name="connsiteY106" fmla="*/ 2293907 h 6858000"/>
              <a:gd name="connsiteX107" fmla="*/ 5207695 w 5986244"/>
              <a:gd name="connsiteY107" fmla="*/ 2702769 h 6858000"/>
              <a:gd name="connsiteX108" fmla="*/ 4937327 w 5986244"/>
              <a:gd name="connsiteY108" fmla="*/ 2702786 h 6858000"/>
              <a:gd name="connsiteX109" fmla="*/ 4229086 w 5986244"/>
              <a:gd name="connsiteY109" fmla="*/ 2293884 h 6858000"/>
              <a:gd name="connsiteX110" fmla="*/ 4093917 w 5986244"/>
              <a:gd name="connsiteY110" fmla="*/ 2059729 h 6858000"/>
              <a:gd name="connsiteX111" fmla="*/ 4093894 w 5986244"/>
              <a:gd name="connsiteY111" fmla="*/ 1241964 h 6858000"/>
              <a:gd name="connsiteX112" fmla="*/ 4229093 w 5986244"/>
              <a:gd name="connsiteY112" fmla="*/ 1007792 h 6858000"/>
              <a:gd name="connsiteX113" fmla="*/ 4937310 w 5986244"/>
              <a:gd name="connsiteY113" fmla="*/ 598930 h 6858000"/>
              <a:gd name="connsiteX114" fmla="*/ 5072496 w 5986244"/>
              <a:gd name="connsiteY114" fmla="*/ 562694 h 6858000"/>
              <a:gd name="connsiteX115" fmla="*/ 3037235 w 5986244"/>
              <a:gd name="connsiteY115" fmla="*/ 546560 h 6858000"/>
              <a:gd name="connsiteX116" fmla="*/ 3172419 w 5986244"/>
              <a:gd name="connsiteY116" fmla="*/ 582779 h 6858000"/>
              <a:gd name="connsiteX117" fmla="*/ 3880659 w 5986244"/>
              <a:gd name="connsiteY117" fmla="*/ 991682 h 6858000"/>
              <a:gd name="connsiteX118" fmla="*/ 4015828 w 5986244"/>
              <a:gd name="connsiteY118" fmla="*/ 1225837 h 6858000"/>
              <a:gd name="connsiteX119" fmla="*/ 4015851 w 5986244"/>
              <a:gd name="connsiteY119" fmla="*/ 2043601 h 6858000"/>
              <a:gd name="connsiteX120" fmla="*/ 3880653 w 5986244"/>
              <a:gd name="connsiteY120" fmla="*/ 2277774 h 6858000"/>
              <a:gd name="connsiteX121" fmla="*/ 3172436 w 5986244"/>
              <a:gd name="connsiteY121" fmla="*/ 2686636 h 6858000"/>
              <a:gd name="connsiteX122" fmla="*/ 2902066 w 5986244"/>
              <a:gd name="connsiteY122" fmla="*/ 2686654 h 6858000"/>
              <a:gd name="connsiteX123" fmla="*/ 2193826 w 5986244"/>
              <a:gd name="connsiteY123" fmla="*/ 2277751 h 6858000"/>
              <a:gd name="connsiteX124" fmla="*/ 2058658 w 5986244"/>
              <a:gd name="connsiteY124" fmla="*/ 2043595 h 6858000"/>
              <a:gd name="connsiteX125" fmla="*/ 2058633 w 5986244"/>
              <a:gd name="connsiteY125" fmla="*/ 1225831 h 6858000"/>
              <a:gd name="connsiteX126" fmla="*/ 2193832 w 5986244"/>
              <a:gd name="connsiteY126" fmla="*/ 991658 h 6858000"/>
              <a:gd name="connsiteX127" fmla="*/ 2902049 w 5986244"/>
              <a:gd name="connsiteY127" fmla="*/ 582797 h 6858000"/>
              <a:gd name="connsiteX128" fmla="*/ 3037235 w 5986244"/>
              <a:gd name="connsiteY128" fmla="*/ 546560 h 6858000"/>
              <a:gd name="connsiteX129" fmla="*/ 5110096 w 5986244"/>
              <a:gd name="connsiteY129" fmla="*/ 0 h 6858000"/>
              <a:gd name="connsiteX130" fmla="*/ 5986244 w 5986244"/>
              <a:gd name="connsiteY130" fmla="*/ 0 h 6858000"/>
              <a:gd name="connsiteX131" fmla="*/ 5986244 w 5986244"/>
              <a:gd name="connsiteY131" fmla="*/ 956212 h 6858000"/>
              <a:gd name="connsiteX132" fmla="*/ 5953516 w 5986244"/>
              <a:gd name="connsiteY132" fmla="*/ 942694 h 6858000"/>
              <a:gd name="connsiteX133" fmla="*/ 5245276 w 5986244"/>
              <a:gd name="connsiteY133" fmla="*/ 533791 h 6858000"/>
              <a:gd name="connsiteX134" fmla="*/ 5110107 w 5986244"/>
              <a:gd name="connsiteY134" fmla="*/ 299637 h 6858000"/>
              <a:gd name="connsiteX135" fmla="*/ 5110098 w 5986244"/>
              <a:gd name="connsiteY135" fmla="*/ 111237 h 6858000"/>
              <a:gd name="connsiteX136" fmla="*/ 3074839 w 5986244"/>
              <a:gd name="connsiteY136" fmla="*/ 0 h 6858000"/>
              <a:gd name="connsiteX137" fmla="*/ 5032032 w 5986244"/>
              <a:gd name="connsiteY137" fmla="*/ 0 h 6858000"/>
              <a:gd name="connsiteX138" fmla="*/ 5032034 w 5986244"/>
              <a:gd name="connsiteY138" fmla="*/ 95111 h 6858000"/>
              <a:gd name="connsiteX139" fmla="*/ 5032042 w 5986244"/>
              <a:gd name="connsiteY139" fmla="*/ 283510 h 6858000"/>
              <a:gd name="connsiteX140" fmla="*/ 4896843 w 5986244"/>
              <a:gd name="connsiteY140" fmla="*/ 517682 h 6858000"/>
              <a:gd name="connsiteX141" fmla="*/ 4188627 w 5986244"/>
              <a:gd name="connsiteY141" fmla="*/ 926544 h 6858000"/>
              <a:gd name="connsiteX142" fmla="*/ 3918257 w 5986244"/>
              <a:gd name="connsiteY142" fmla="*/ 926561 h 6858000"/>
              <a:gd name="connsiteX143" fmla="*/ 3210017 w 5986244"/>
              <a:gd name="connsiteY143" fmla="*/ 517659 h 6858000"/>
              <a:gd name="connsiteX144" fmla="*/ 3074849 w 5986244"/>
              <a:gd name="connsiteY144" fmla="*/ 283504 h 6858000"/>
              <a:gd name="connsiteX145" fmla="*/ 3074840 w 5986244"/>
              <a:gd name="connsiteY145" fmla="*/ 95104 h 6858000"/>
              <a:gd name="connsiteX146" fmla="*/ 1027047 w 5986244"/>
              <a:gd name="connsiteY146" fmla="*/ 0 h 6858000"/>
              <a:gd name="connsiteX147" fmla="*/ 2984241 w 5986244"/>
              <a:gd name="connsiteY147" fmla="*/ 0 h 6858000"/>
              <a:gd name="connsiteX148" fmla="*/ 2984243 w 5986244"/>
              <a:gd name="connsiteY148" fmla="*/ 100683 h 6858000"/>
              <a:gd name="connsiteX149" fmla="*/ 2984251 w 5986244"/>
              <a:gd name="connsiteY149" fmla="*/ 289083 h 6858000"/>
              <a:gd name="connsiteX150" fmla="*/ 2849052 w 5986244"/>
              <a:gd name="connsiteY150" fmla="*/ 523254 h 6858000"/>
              <a:gd name="connsiteX151" fmla="*/ 2140835 w 5986244"/>
              <a:gd name="connsiteY151" fmla="*/ 932117 h 6858000"/>
              <a:gd name="connsiteX152" fmla="*/ 1870467 w 5986244"/>
              <a:gd name="connsiteY152" fmla="*/ 932134 h 6858000"/>
              <a:gd name="connsiteX153" fmla="*/ 1162227 w 5986244"/>
              <a:gd name="connsiteY153" fmla="*/ 523231 h 6858000"/>
              <a:gd name="connsiteX154" fmla="*/ 1027057 w 5986244"/>
              <a:gd name="connsiteY154" fmla="*/ 289077 h 6858000"/>
              <a:gd name="connsiteX155" fmla="*/ 1027049 w 5986244"/>
              <a:gd name="connsiteY155" fmla="*/ 1006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5986244" h="6858000">
                <a:moveTo>
                  <a:pt x="5986244" y="5901893"/>
                </a:moveTo>
                <a:lnTo>
                  <a:pt x="5986244" y="6858000"/>
                </a:lnTo>
                <a:lnTo>
                  <a:pt x="5114659" y="6858000"/>
                </a:lnTo>
                <a:lnTo>
                  <a:pt x="5114658" y="6744970"/>
                </a:lnTo>
                <a:cubicBezTo>
                  <a:pt x="5114656" y="6675040"/>
                  <a:pt x="5114653" y="6610458"/>
                  <a:pt x="5114649" y="6556570"/>
                </a:cubicBezTo>
                <a:cubicBezTo>
                  <a:pt x="5114659" y="6459966"/>
                  <a:pt x="5166192" y="6370708"/>
                  <a:pt x="5249848" y="6322398"/>
                </a:cubicBezTo>
                <a:cubicBezTo>
                  <a:pt x="5436533" y="6214637"/>
                  <a:pt x="5771382" y="6021296"/>
                  <a:pt x="5958065" y="5913536"/>
                </a:cubicBezTo>
                <a:close/>
                <a:moveTo>
                  <a:pt x="2010203" y="5866740"/>
                </a:moveTo>
                <a:cubicBezTo>
                  <a:pt x="2056882" y="5866737"/>
                  <a:pt x="2103560" y="5878810"/>
                  <a:pt x="2145386" y="5902959"/>
                </a:cubicBezTo>
                <a:lnTo>
                  <a:pt x="2853626" y="6311861"/>
                </a:lnTo>
                <a:cubicBezTo>
                  <a:pt x="2937278" y="6360158"/>
                  <a:pt x="2988806" y="6449412"/>
                  <a:pt x="2988794" y="6546016"/>
                </a:cubicBezTo>
                <a:cubicBezTo>
                  <a:pt x="2988799" y="6599904"/>
                  <a:pt x="2988802" y="6664487"/>
                  <a:pt x="2988804" y="6734416"/>
                </a:cubicBezTo>
                <a:lnTo>
                  <a:pt x="2988806" y="6858000"/>
                </a:lnTo>
                <a:lnTo>
                  <a:pt x="1031612" y="6858000"/>
                </a:lnTo>
                <a:lnTo>
                  <a:pt x="1031610" y="6734409"/>
                </a:lnTo>
                <a:cubicBezTo>
                  <a:pt x="1031608" y="6664480"/>
                  <a:pt x="1031606" y="6599897"/>
                  <a:pt x="1031601" y="6546009"/>
                </a:cubicBezTo>
                <a:cubicBezTo>
                  <a:pt x="1031611" y="6449406"/>
                  <a:pt x="1083144" y="6360148"/>
                  <a:pt x="1166800" y="6311838"/>
                </a:cubicBezTo>
                <a:cubicBezTo>
                  <a:pt x="1353483" y="6204077"/>
                  <a:pt x="1688333" y="6010737"/>
                  <a:pt x="1875017" y="5902976"/>
                </a:cubicBezTo>
                <a:cubicBezTo>
                  <a:pt x="1916846" y="5878820"/>
                  <a:pt x="1963524" y="5866743"/>
                  <a:pt x="2010203" y="5866740"/>
                </a:cubicBezTo>
                <a:close/>
                <a:moveTo>
                  <a:pt x="5061651" y="4122779"/>
                </a:moveTo>
                <a:cubicBezTo>
                  <a:pt x="5108330" y="4122777"/>
                  <a:pt x="5155008" y="4134850"/>
                  <a:pt x="5196834" y="4158998"/>
                </a:cubicBezTo>
                <a:lnTo>
                  <a:pt x="5905073" y="4567901"/>
                </a:lnTo>
                <a:cubicBezTo>
                  <a:pt x="5925986" y="4579975"/>
                  <a:pt x="5944891" y="4594609"/>
                  <a:pt x="5961485" y="4611278"/>
                </a:cubicBezTo>
                <a:lnTo>
                  <a:pt x="5986244" y="4643624"/>
                </a:lnTo>
                <a:lnTo>
                  <a:pt x="5986244" y="5778259"/>
                </a:lnTo>
                <a:lnTo>
                  <a:pt x="5961484" y="5810607"/>
                </a:lnTo>
                <a:cubicBezTo>
                  <a:pt x="5944888" y="5827278"/>
                  <a:pt x="5925982" y="5841915"/>
                  <a:pt x="5905068" y="5853992"/>
                </a:cubicBezTo>
                <a:cubicBezTo>
                  <a:pt x="5718385" y="5961753"/>
                  <a:pt x="5383534" y="6155094"/>
                  <a:pt x="5196850" y="6262855"/>
                </a:cubicBezTo>
                <a:cubicBezTo>
                  <a:pt x="5113194" y="6311165"/>
                  <a:pt x="5010133" y="6311168"/>
                  <a:pt x="4926481" y="6262872"/>
                </a:cubicBezTo>
                <a:lnTo>
                  <a:pt x="4218242" y="5853969"/>
                </a:lnTo>
                <a:cubicBezTo>
                  <a:pt x="4134589" y="5805673"/>
                  <a:pt x="4083062" y="5716418"/>
                  <a:pt x="4083073" y="5619814"/>
                </a:cubicBezTo>
                <a:cubicBezTo>
                  <a:pt x="4083053" y="5404262"/>
                  <a:pt x="4083067" y="5017603"/>
                  <a:pt x="4083049" y="4802050"/>
                </a:cubicBezTo>
                <a:cubicBezTo>
                  <a:pt x="4083059" y="4705446"/>
                  <a:pt x="4134592" y="4616188"/>
                  <a:pt x="4218248" y="4567878"/>
                </a:cubicBezTo>
                <a:cubicBezTo>
                  <a:pt x="4404931" y="4460117"/>
                  <a:pt x="4739781" y="4266776"/>
                  <a:pt x="4926465" y="4159016"/>
                </a:cubicBezTo>
                <a:cubicBezTo>
                  <a:pt x="4968293" y="4134861"/>
                  <a:pt x="5014972" y="4122782"/>
                  <a:pt x="5061651" y="4122779"/>
                </a:cubicBezTo>
                <a:close/>
                <a:moveTo>
                  <a:pt x="978602" y="4112219"/>
                </a:moveTo>
                <a:cubicBezTo>
                  <a:pt x="1025281" y="4112217"/>
                  <a:pt x="1071959" y="4124291"/>
                  <a:pt x="1113785" y="4148439"/>
                </a:cubicBezTo>
                <a:lnTo>
                  <a:pt x="1822024" y="4557341"/>
                </a:lnTo>
                <a:cubicBezTo>
                  <a:pt x="1905676" y="4605638"/>
                  <a:pt x="1957206" y="4694892"/>
                  <a:pt x="1957194" y="4791496"/>
                </a:cubicBezTo>
                <a:cubicBezTo>
                  <a:pt x="1957213" y="5007049"/>
                  <a:pt x="1957200" y="5393708"/>
                  <a:pt x="1957218" y="5609261"/>
                </a:cubicBezTo>
                <a:cubicBezTo>
                  <a:pt x="1957207" y="5705864"/>
                  <a:pt x="1905674" y="5795122"/>
                  <a:pt x="1822019" y="5843433"/>
                </a:cubicBezTo>
                <a:cubicBezTo>
                  <a:pt x="1635336" y="5951194"/>
                  <a:pt x="1300485" y="6144534"/>
                  <a:pt x="1113802" y="6252295"/>
                </a:cubicBezTo>
                <a:cubicBezTo>
                  <a:pt x="1030145" y="6300606"/>
                  <a:pt x="927085" y="6300608"/>
                  <a:pt x="843432" y="6252312"/>
                </a:cubicBezTo>
                <a:lnTo>
                  <a:pt x="135193" y="5843409"/>
                </a:lnTo>
                <a:cubicBezTo>
                  <a:pt x="51541" y="5795114"/>
                  <a:pt x="13" y="5705858"/>
                  <a:pt x="24" y="5609255"/>
                </a:cubicBezTo>
                <a:cubicBezTo>
                  <a:pt x="5" y="5393702"/>
                  <a:pt x="18" y="5007043"/>
                  <a:pt x="0" y="4791490"/>
                </a:cubicBezTo>
                <a:cubicBezTo>
                  <a:pt x="9" y="4694886"/>
                  <a:pt x="51544" y="4605628"/>
                  <a:pt x="135199" y="4557317"/>
                </a:cubicBezTo>
                <a:cubicBezTo>
                  <a:pt x="321883" y="4449557"/>
                  <a:pt x="656733" y="4256216"/>
                  <a:pt x="843416" y="4148455"/>
                </a:cubicBezTo>
                <a:cubicBezTo>
                  <a:pt x="885244" y="4124300"/>
                  <a:pt x="931923" y="4112222"/>
                  <a:pt x="978602" y="4112219"/>
                </a:cubicBezTo>
                <a:close/>
                <a:moveTo>
                  <a:pt x="3026393" y="4106648"/>
                </a:moveTo>
                <a:cubicBezTo>
                  <a:pt x="3073072" y="4106645"/>
                  <a:pt x="3119750" y="4118719"/>
                  <a:pt x="3161575" y="4142867"/>
                </a:cubicBezTo>
                <a:lnTo>
                  <a:pt x="3869815" y="4551769"/>
                </a:lnTo>
                <a:cubicBezTo>
                  <a:pt x="3953468" y="4600065"/>
                  <a:pt x="4004996" y="4689320"/>
                  <a:pt x="4004985" y="4785924"/>
                </a:cubicBezTo>
                <a:cubicBezTo>
                  <a:pt x="4005003" y="5001477"/>
                  <a:pt x="4004991" y="5388136"/>
                  <a:pt x="4005009" y="5603689"/>
                </a:cubicBezTo>
                <a:cubicBezTo>
                  <a:pt x="4004999" y="5700292"/>
                  <a:pt x="3953466" y="5789551"/>
                  <a:pt x="3869810" y="5837861"/>
                </a:cubicBezTo>
                <a:cubicBezTo>
                  <a:pt x="3683126" y="5945622"/>
                  <a:pt x="3348276" y="6138962"/>
                  <a:pt x="3161593" y="6246723"/>
                </a:cubicBezTo>
                <a:cubicBezTo>
                  <a:pt x="3077936" y="6295034"/>
                  <a:pt x="2974876" y="6295036"/>
                  <a:pt x="2891223" y="6246740"/>
                </a:cubicBezTo>
                <a:lnTo>
                  <a:pt x="2182984" y="5837837"/>
                </a:lnTo>
                <a:cubicBezTo>
                  <a:pt x="2099332" y="5789542"/>
                  <a:pt x="2047804" y="5700286"/>
                  <a:pt x="2047815" y="5603683"/>
                </a:cubicBezTo>
                <a:cubicBezTo>
                  <a:pt x="2047796" y="5388130"/>
                  <a:pt x="2047809" y="5001471"/>
                  <a:pt x="2047791" y="4785918"/>
                </a:cubicBezTo>
                <a:cubicBezTo>
                  <a:pt x="2047801" y="4689315"/>
                  <a:pt x="2099335" y="4600056"/>
                  <a:pt x="2182989" y="4551745"/>
                </a:cubicBezTo>
                <a:cubicBezTo>
                  <a:pt x="2369673" y="4443985"/>
                  <a:pt x="2704523" y="4250644"/>
                  <a:pt x="2891206" y="4142883"/>
                </a:cubicBezTo>
                <a:cubicBezTo>
                  <a:pt x="2933035" y="4118728"/>
                  <a:pt x="2979714" y="4106650"/>
                  <a:pt x="3026393" y="4106648"/>
                </a:cubicBezTo>
                <a:close/>
                <a:moveTo>
                  <a:pt x="1994792" y="2352129"/>
                </a:moveTo>
                <a:cubicBezTo>
                  <a:pt x="2041471" y="2352125"/>
                  <a:pt x="2088149" y="2364200"/>
                  <a:pt x="2129975" y="2388347"/>
                </a:cubicBezTo>
                <a:lnTo>
                  <a:pt x="2838215" y="2797250"/>
                </a:lnTo>
                <a:cubicBezTo>
                  <a:pt x="2921867" y="2845546"/>
                  <a:pt x="2973395" y="2934801"/>
                  <a:pt x="2973383" y="3031405"/>
                </a:cubicBezTo>
                <a:cubicBezTo>
                  <a:pt x="2973402" y="3246958"/>
                  <a:pt x="2973390" y="3633617"/>
                  <a:pt x="2973407" y="3849170"/>
                </a:cubicBezTo>
                <a:cubicBezTo>
                  <a:pt x="2973398" y="3945773"/>
                  <a:pt x="2921865" y="4035031"/>
                  <a:pt x="2838209" y="4083342"/>
                </a:cubicBezTo>
                <a:cubicBezTo>
                  <a:pt x="2651526" y="4191102"/>
                  <a:pt x="2316675" y="4384444"/>
                  <a:pt x="2129992" y="4492204"/>
                </a:cubicBezTo>
                <a:cubicBezTo>
                  <a:pt x="2046336" y="4540515"/>
                  <a:pt x="1943275" y="4540517"/>
                  <a:pt x="1859623" y="4492221"/>
                </a:cubicBezTo>
                <a:lnTo>
                  <a:pt x="1151383" y="4083318"/>
                </a:lnTo>
                <a:cubicBezTo>
                  <a:pt x="1067731" y="4035022"/>
                  <a:pt x="1016203" y="3945767"/>
                  <a:pt x="1016214" y="3849163"/>
                </a:cubicBezTo>
                <a:cubicBezTo>
                  <a:pt x="1016195" y="3633610"/>
                  <a:pt x="1016209" y="3246951"/>
                  <a:pt x="1016190" y="3031398"/>
                </a:cubicBezTo>
                <a:cubicBezTo>
                  <a:pt x="1016200" y="2934796"/>
                  <a:pt x="1067733" y="2845538"/>
                  <a:pt x="1151389" y="2797227"/>
                </a:cubicBezTo>
                <a:cubicBezTo>
                  <a:pt x="1338073" y="2689466"/>
                  <a:pt x="1672922" y="2496126"/>
                  <a:pt x="1859605" y="2388365"/>
                </a:cubicBezTo>
                <a:cubicBezTo>
                  <a:pt x="1901434" y="2364209"/>
                  <a:pt x="1948114" y="2352131"/>
                  <a:pt x="1994792" y="2352129"/>
                </a:cubicBezTo>
                <a:close/>
                <a:moveTo>
                  <a:pt x="4042581" y="2346556"/>
                </a:moveTo>
                <a:cubicBezTo>
                  <a:pt x="4089260" y="2346553"/>
                  <a:pt x="4135938" y="2358626"/>
                  <a:pt x="4177765" y="2382775"/>
                </a:cubicBezTo>
                <a:lnTo>
                  <a:pt x="4886004" y="2791678"/>
                </a:lnTo>
                <a:cubicBezTo>
                  <a:pt x="4969657" y="2839974"/>
                  <a:pt x="5021185" y="2929229"/>
                  <a:pt x="5021173" y="3025833"/>
                </a:cubicBezTo>
                <a:cubicBezTo>
                  <a:pt x="5021192" y="3241386"/>
                  <a:pt x="5021180" y="3628044"/>
                  <a:pt x="5021198" y="3843596"/>
                </a:cubicBezTo>
                <a:cubicBezTo>
                  <a:pt x="5021187" y="3940200"/>
                  <a:pt x="4969655" y="4029457"/>
                  <a:pt x="4885998" y="4077769"/>
                </a:cubicBezTo>
                <a:cubicBezTo>
                  <a:pt x="4699315" y="4185529"/>
                  <a:pt x="4364464" y="4378870"/>
                  <a:pt x="4177781" y="4486630"/>
                </a:cubicBezTo>
                <a:cubicBezTo>
                  <a:pt x="4094126" y="4534942"/>
                  <a:pt x="3991065" y="4534944"/>
                  <a:pt x="3907413" y="4486648"/>
                </a:cubicBezTo>
                <a:lnTo>
                  <a:pt x="3199172" y="4077744"/>
                </a:lnTo>
                <a:cubicBezTo>
                  <a:pt x="3115521" y="4029449"/>
                  <a:pt x="3063993" y="3940194"/>
                  <a:pt x="3064003" y="3843590"/>
                </a:cubicBezTo>
                <a:cubicBezTo>
                  <a:pt x="3063984" y="3628037"/>
                  <a:pt x="3063997" y="3241379"/>
                  <a:pt x="3063979" y="3025826"/>
                </a:cubicBezTo>
                <a:cubicBezTo>
                  <a:pt x="3063989" y="2929222"/>
                  <a:pt x="3115522" y="2839965"/>
                  <a:pt x="3199178" y="2791654"/>
                </a:cubicBezTo>
                <a:cubicBezTo>
                  <a:pt x="3385862" y="2683894"/>
                  <a:pt x="3720712" y="2490553"/>
                  <a:pt x="3907395" y="2382792"/>
                </a:cubicBezTo>
                <a:cubicBezTo>
                  <a:pt x="3949223" y="2358636"/>
                  <a:pt x="3995902" y="2346558"/>
                  <a:pt x="4042581" y="2346556"/>
                </a:cubicBezTo>
                <a:close/>
                <a:moveTo>
                  <a:pt x="5986244" y="2346288"/>
                </a:moveTo>
                <a:lnTo>
                  <a:pt x="5986244" y="4464457"/>
                </a:lnTo>
                <a:lnTo>
                  <a:pt x="5968927" y="4457304"/>
                </a:lnTo>
                <a:lnTo>
                  <a:pt x="5260688" y="4048401"/>
                </a:lnTo>
                <a:cubicBezTo>
                  <a:pt x="5177035" y="4000105"/>
                  <a:pt x="5125507" y="3910850"/>
                  <a:pt x="5125519" y="3814247"/>
                </a:cubicBezTo>
                <a:cubicBezTo>
                  <a:pt x="5125500" y="3598693"/>
                  <a:pt x="5125513" y="3212035"/>
                  <a:pt x="5125494" y="2996483"/>
                </a:cubicBezTo>
                <a:cubicBezTo>
                  <a:pt x="5125504" y="2899880"/>
                  <a:pt x="5177037" y="2810622"/>
                  <a:pt x="5260693" y="2762311"/>
                </a:cubicBezTo>
                <a:cubicBezTo>
                  <a:pt x="5447377" y="2654551"/>
                  <a:pt x="5782228" y="2461209"/>
                  <a:pt x="5968911" y="2353449"/>
                </a:cubicBezTo>
                <a:close/>
                <a:moveTo>
                  <a:pt x="5072496" y="562694"/>
                </a:moveTo>
                <a:cubicBezTo>
                  <a:pt x="5119175" y="562691"/>
                  <a:pt x="5165853" y="574764"/>
                  <a:pt x="5207678" y="598912"/>
                </a:cubicBezTo>
                <a:lnTo>
                  <a:pt x="5915919" y="1007815"/>
                </a:lnTo>
                <a:cubicBezTo>
                  <a:pt x="5936832" y="1019889"/>
                  <a:pt x="5955737" y="1034523"/>
                  <a:pt x="5972331" y="1051192"/>
                </a:cubicBezTo>
                <a:lnTo>
                  <a:pt x="5986244" y="1069369"/>
                </a:lnTo>
                <a:lnTo>
                  <a:pt x="5986244" y="2232341"/>
                </a:lnTo>
                <a:lnTo>
                  <a:pt x="5972328" y="2250522"/>
                </a:lnTo>
                <a:cubicBezTo>
                  <a:pt x="5955732" y="2267193"/>
                  <a:pt x="5936826" y="2281830"/>
                  <a:pt x="5915912" y="2293907"/>
                </a:cubicBezTo>
                <a:cubicBezTo>
                  <a:pt x="5729230" y="2401669"/>
                  <a:pt x="5394378" y="2595008"/>
                  <a:pt x="5207695" y="2702769"/>
                </a:cubicBezTo>
                <a:cubicBezTo>
                  <a:pt x="5124040" y="2751081"/>
                  <a:pt x="5020979" y="2751083"/>
                  <a:pt x="4937327" y="2702786"/>
                </a:cubicBezTo>
                <a:lnTo>
                  <a:pt x="4229086" y="2293884"/>
                </a:lnTo>
                <a:cubicBezTo>
                  <a:pt x="4145435" y="2245588"/>
                  <a:pt x="4093907" y="2156334"/>
                  <a:pt x="4093917" y="2059729"/>
                </a:cubicBezTo>
                <a:cubicBezTo>
                  <a:pt x="4093898" y="1844176"/>
                  <a:pt x="4093911" y="1457517"/>
                  <a:pt x="4093894" y="1241964"/>
                </a:cubicBezTo>
                <a:cubicBezTo>
                  <a:pt x="4093904" y="1145360"/>
                  <a:pt x="4145437" y="1056102"/>
                  <a:pt x="4229093" y="1007792"/>
                </a:cubicBezTo>
                <a:cubicBezTo>
                  <a:pt x="4415777" y="900032"/>
                  <a:pt x="4750627" y="706691"/>
                  <a:pt x="4937310" y="598930"/>
                </a:cubicBezTo>
                <a:cubicBezTo>
                  <a:pt x="4979137" y="574775"/>
                  <a:pt x="5025816" y="562696"/>
                  <a:pt x="5072496" y="562694"/>
                </a:cubicBezTo>
                <a:close/>
                <a:moveTo>
                  <a:pt x="3037235" y="546560"/>
                </a:moveTo>
                <a:cubicBezTo>
                  <a:pt x="3083914" y="546557"/>
                  <a:pt x="3130592" y="558631"/>
                  <a:pt x="3172419" y="582779"/>
                </a:cubicBezTo>
                <a:lnTo>
                  <a:pt x="3880659" y="991682"/>
                </a:lnTo>
                <a:cubicBezTo>
                  <a:pt x="3964311" y="1039978"/>
                  <a:pt x="4015839" y="1129233"/>
                  <a:pt x="4015828" y="1225837"/>
                </a:cubicBezTo>
                <a:cubicBezTo>
                  <a:pt x="4015846" y="1441390"/>
                  <a:pt x="4015834" y="1828049"/>
                  <a:pt x="4015851" y="2043601"/>
                </a:cubicBezTo>
                <a:cubicBezTo>
                  <a:pt x="4015842" y="2140205"/>
                  <a:pt x="3964309" y="2229463"/>
                  <a:pt x="3880653" y="2277774"/>
                </a:cubicBezTo>
                <a:cubicBezTo>
                  <a:pt x="3693969" y="2385535"/>
                  <a:pt x="3359119" y="2578875"/>
                  <a:pt x="3172436" y="2686636"/>
                </a:cubicBezTo>
                <a:cubicBezTo>
                  <a:pt x="3088779" y="2734947"/>
                  <a:pt x="2985719" y="2734949"/>
                  <a:pt x="2902066" y="2686654"/>
                </a:cubicBezTo>
                <a:lnTo>
                  <a:pt x="2193826" y="2277751"/>
                </a:lnTo>
                <a:cubicBezTo>
                  <a:pt x="2110175" y="2229454"/>
                  <a:pt x="2058647" y="2140200"/>
                  <a:pt x="2058658" y="2043595"/>
                </a:cubicBezTo>
                <a:cubicBezTo>
                  <a:pt x="2058640" y="1828042"/>
                  <a:pt x="2058652" y="1441384"/>
                  <a:pt x="2058633" y="1225831"/>
                </a:cubicBezTo>
                <a:cubicBezTo>
                  <a:pt x="2058644" y="1129227"/>
                  <a:pt x="2110178" y="1039969"/>
                  <a:pt x="2193832" y="991658"/>
                </a:cubicBezTo>
                <a:cubicBezTo>
                  <a:pt x="2380516" y="883898"/>
                  <a:pt x="2715366" y="690557"/>
                  <a:pt x="2902049" y="582797"/>
                </a:cubicBezTo>
                <a:cubicBezTo>
                  <a:pt x="2943878" y="558642"/>
                  <a:pt x="2990557" y="546563"/>
                  <a:pt x="3037235" y="546560"/>
                </a:cubicBezTo>
                <a:close/>
                <a:moveTo>
                  <a:pt x="5110096" y="0"/>
                </a:moveTo>
                <a:lnTo>
                  <a:pt x="5986244" y="0"/>
                </a:lnTo>
                <a:lnTo>
                  <a:pt x="5986244" y="956212"/>
                </a:lnTo>
                <a:lnTo>
                  <a:pt x="5953516" y="942694"/>
                </a:lnTo>
                <a:lnTo>
                  <a:pt x="5245276" y="533791"/>
                </a:lnTo>
                <a:cubicBezTo>
                  <a:pt x="5161623" y="485496"/>
                  <a:pt x="5110095" y="396241"/>
                  <a:pt x="5110107" y="299637"/>
                </a:cubicBezTo>
                <a:cubicBezTo>
                  <a:pt x="5110102" y="245749"/>
                  <a:pt x="5110100" y="181167"/>
                  <a:pt x="5110098" y="111237"/>
                </a:cubicBezTo>
                <a:close/>
                <a:moveTo>
                  <a:pt x="3074839" y="0"/>
                </a:moveTo>
                <a:lnTo>
                  <a:pt x="5032032" y="0"/>
                </a:lnTo>
                <a:lnTo>
                  <a:pt x="5032034" y="95111"/>
                </a:lnTo>
                <a:cubicBezTo>
                  <a:pt x="5032035" y="165040"/>
                  <a:pt x="5032038" y="229622"/>
                  <a:pt x="5032042" y="283510"/>
                </a:cubicBezTo>
                <a:cubicBezTo>
                  <a:pt x="5032032" y="380114"/>
                  <a:pt x="4980499" y="469372"/>
                  <a:pt x="4896843" y="517682"/>
                </a:cubicBezTo>
                <a:cubicBezTo>
                  <a:pt x="4710160" y="625443"/>
                  <a:pt x="4375310" y="818783"/>
                  <a:pt x="4188627" y="926544"/>
                </a:cubicBezTo>
                <a:cubicBezTo>
                  <a:pt x="4104971" y="974855"/>
                  <a:pt x="4001909" y="974858"/>
                  <a:pt x="3918257" y="926561"/>
                </a:cubicBezTo>
                <a:lnTo>
                  <a:pt x="3210017" y="517659"/>
                </a:lnTo>
                <a:cubicBezTo>
                  <a:pt x="3126365" y="469362"/>
                  <a:pt x="3074837" y="380107"/>
                  <a:pt x="3074849" y="283504"/>
                </a:cubicBezTo>
                <a:cubicBezTo>
                  <a:pt x="3074844" y="229615"/>
                  <a:pt x="3074842" y="165033"/>
                  <a:pt x="3074840" y="95104"/>
                </a:cubicBezTo>
                <a:close/>
                <a:moveTo>
                  <a:pt x="1027047" y="0"/>
                </a:moveTo>
                <a:lnTo>
                  <a:pt x="2984241" y="0"/>
                </a:lnTo>
                <a:lnTo>
                  <a:pt x="2984243" y="100683"/>
                </a:lnTo>
                <a:cubicBezTo>
                  <a:pt x="2984244" y="170612"/>
                  <a:pt x="2984247" y="235194"/>
                  <a:pt x="2984251" y="289083"/>
                </a:cubicBezTo>
                <a:cubicBezTo>
                  <a:pt x="2984241" y="385686"/>
                  <a:pt x="2932708" y="474944"/>
                  <a:pt x="2849052" y="523254"/>
                </a:cubicBezTo>
                <a:cubicBezTo>
                  <a:pt x="2662370" y="631016"/>
                  <a:pt x="2327518" y="824356"/>
                  <a:pt x="2140835" y="932117"/>
                </a:cubicBezTo>
                <a:cubicBezTo>
                  <a:pt x="2057180" y="980428"/>
                  <a:pt x="1954119" y="980430"/>
                  <a:pt x="1870467" y="932134"/>
                </a:cubicBezTo>
                <a:lnTo>
                  <a:pt x="1162227" y="523231"/>
                </a:lnTo>
                <a:cubicBezTo>
                  <a:pt x="1078575" y="474935"/>
                  <a:pt x="1027047" y="385681"/>
                  <a:pt x="1027057" y="289077"/>
                </a:cubicBezTo>
                <a:cubicBezTo>
                  <a:pt x="1027053" y="235188"/>
                  <a:pt x="1027050" y="170606"/>
                  <a:pt x="1027049" y="100677"/>
                </a:cubicBezTo>
                <a:close/>
              </a:path>
            </a:pathLst>
          </a:custGeom>
          <a:pattFill prst="pct5">
            <a:fgClr>
              <a:schemeClr val="accent2"/>
            </a:fgClr>
            <a:bgClr>
              <a:schemeClr val="bg1"/>
            </a:bgClr>
          </a:pattFill>
          <a:effectLst>
            <a:outerShdw blurRad="762000" dist="38100" dir="8100000" algn="ctr" rotWithShape="0">
              <a:schemeClr val="accent1">
                <a:alpha val="40000"/>
              </a:schemeClr>
            </a:outerShdw>
          </a:effectLst>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236345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par>
                                <p:cTn id="8" presetID="2" presetClass="entr" presetSubtype="8" decel="100000" fill="hold" grpId="0" nodeType="withEffect">
                                  <p:stCondLst>
                                    <p:cond delay="15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0-#ppt_w/2"/>
                                          </p:val>
                                        </p:tav>
                                        <p:tav tm="100000">
                                          <p:val>
                                            <p:strVal val="#ppt_x"/>
                                          </p:val>
                                        </p:tav>
                                      </p:tavLst>
                                    </p:anim>
                                    <p:anim calcmode="lin" valueType="num">
                                      <p:cBhvr additive="base">
                                        <p:cTn id="11" dur="500" fill="hold"/>
                                        <p:tgtEl>
                                          <p:spTgt spid="14"/>
                                        </p:tgtEl>
                                        <p:attrNameLst>
                                          <p:attrName>ppt_y</p:attrName>
                                        </p:attrNameLst>
                                      </p:cBhvr>
                                      <p:tavLst>
                                        <p:tav tm="0">
                                          <p:val>
                                            <p:strVal val="#ppt_y"/>
                                          </p:val>
                                        </p:tav>
                                        <p:tav tm="100000">
                                          <p:val>
                                            <p:strVal val="#ppt_y"/>
                                          </p:val>
                                        </p:tav>
                                      </p:tavLst>
                                    </p:anim>
                                  </p:childTnLst>
                                </p:cTn>
                              </p:par>
                              <p:par>
                                <p:cTn id="12" presetID="2" presetClass="entr" presetSubtype="8" decel="100000" fill="hold" grpId="0" nodeType="withEffect">
                                  <p:stCondLst>
                                    <p:cond delay="300"/>
                                  </p:stCondLst>
                                  <p:childTnLst>
                                    <p:set>
                                      <p:cBhvr>
                                        <p:cTn id="13" dur="1" fill="hold">
                                          <p:stCondLst>
                                            <p:cond delay="0"/>
                                          </p:stCondLst>
                                        </p:cTn>
                                        <p:tgtEl>
                                          <p:spTgt spid="15">
                                            <p:txEl>
                                              <p:pRg st="0" end="0"/>
                                            </p:txEl>
                                          </p:spTgt>
                                        </p:tgtEl>
                                        <p:attrNameLst>
                                          <p:attrName>style.visibility</p:attrName>
                                        </p:attrNameLst>
                                      </p:cBhvr>
                                      <p:to>
                                        <p:strVal val="visible"/>
                                      </p:to>
                                    </p:set>
                                    <p:anim calcmode="lin" valueType="num">
                                      <p:cBhvr additive="base">
                                        <p:cTn id="14"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15">
                                            <p:txEl>
                                              <p:pRg st="0" end="0"/>
                                            </p:txEl>
                                          </p:spTgt>
                                        </p:tgtEl>
                                        <p:attrNameLst>
                                          <p:attrName>ppt_y</p:attrName>
                                        </p:attrNameLst>
                                      </p:cBhvr>
                                      <p:tavLst>
                                        <p:tav tm="0">
                                          <p:val>
                                            <p:strVal val="#ppt_y"/>
                                          </p:val>
                                        </p:tav>
                                        <p:tav tm="100000">
                                          <p:val>
                                            <p:strVal val="#ppt_y"/>
                                          </p:val>
                                        </p:tav>
                                      </p:tavLst>
                                    </p:anim>
                                  </p:childTnLst>
                                </p:cTn>
                              </p:par>
                              <p:par>
                                <p:cTn id="16" presetID="2" presetClass="entr" presetSubtype="8" decel="100000" fill="hold" grpId="0" nodeType="withEffect">
                                  <p:stCondLst>
                                    <p:cond delay="450"/>
                                  </p:stCondLst>
                                  <p:childTnLst>
                                    <p:set>
                                      <p:cBhvr>
                                        <p:cTn id="17" dur="1" fill="hold">
                                          <p:stCondLst>
                                            <p:cond delay="0"/>
                                          </p:stCondLst>
                                        </p:cTn>
                                        <p:tgtEl>
                                          <p:spTgt spid="16">
                                            <p:txEl>
                                              <p:pRg st="0" end="0"/>
                                            </p:txEl>
                                          </p:spTgt>
                                        </p:tgtEl>
                                        <p:attrNameLst>
                                          <p:attrName>style.visibility</p:attrName>
                                        </p:attrNameLst>
                                      </p:cBhvr>
                                      <p:to>
                                        <p:strVal val="visible"/>
                                      </p:to>
                                    </p:set>
                                    <p:anim calcmode="lin" valueType="num">
                                      <p:cBhvr additive="base">
                                        <p:cTn id="18"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6">
                                            <p:txEl>
                                              <p:pRg st="0" end="0"/>
                                            </p:txEl>
                                          </p:spTgt>
                                        </p:tgtEl>
                                        <p:attrNameLst>
                                          <p:attrName>ppt_y</p:attrName>
                                        </p:attrNameLst>
                                      </p:cBhvr>
                                      <p:tavLst>
                                        <p:tav tm="0">
                                          <p:val>
                                            <p:strVal val="#ppt_y"/>
                                          </p:val>
                                        </p:tav>
                                        <p:tav tm="100000">
                                          <p:val>
                                            <p:strVal val="#ppt_y"/>
                                          </p:val>
                                        </p:tav>
                                      </p:tavLst>
                                    </p:anim>
                                  </p:childTnLst>
                                </p:cTn>
                              </p:par>
                              <p:par>
                                <p:cTn id="20" presetID="2" presetClass="entr" presetSubtype="4" decel="100000" fill="hold" grpId="0" nodeType="withEffect">
                                  <p:stCondLst>
                                    <p:cond delay="60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500" fill="hold"/>
                                        <p:tgtEl>
                                          <p:spTgt spid="21"/>
                                        </p:tgtEl>
                                        <p:attrNameLst>
                                          <p:attrName>ppt_x</p:attrName>
                                        </p:attrNameLst>
                                      </p:cBhvr>
                                      <p:tavLst>
                                        <p:tav tm="0">
                                          <p:val>
                                            <p:strVal val="#ppt_x"/>
                                          </p:val>
                                        </p:tav>
                                        <p:tav tm="100000">
                                          <p:val>
                                            <p:strVal val="#ppt_x"/>
                                          </p:val>
                                        </p:tav>
                                      </p:tavLst>
                                    </p:anim>
                                    <p:anim calcmode="lin" valueType="num">
                                      <p:cBhvr additive="base">
                                        <p:cTn id="23" dur="500" fill="hold"/>
                                        <p:tgtEl>
                                          <p:spTgt spid="21"/>
                                        </p:tgtEl>
                                        <p:attrNameLst>
                                          <p:attrName>ppt_y</p:attrName>
                                        </p:attrNameLst>
                                      </p:cBhvr>
                                      <p:tavLst>
                                        <p:tav tm="0">
                                          <p:val>
                                            <p:strVal val="1+#ppt_h/2"/>
                                          </p:val>
                                        </p:tav>
                                        <p:tav tm="100000">
                                          <p:val>
                                            <p:strVal val="#ppt_y"/>
                                          </p:val>
                                        </p:tav>
                                      </p:tavLst>
                                    </p:anim>
                                  </p:childTnLst>
                                </p:cTn>
                              </p:par>
                              <p:par>
                                <p:cTn id="24" presetID="2" presetClass="entr" presetSubtype="8" decel="100000" fill="hold" grpId="0" nodeType="withEffect">
                                  <p:stCondLst>
                                    <p:cond delay="75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0-#ppt_w/2"/>
                                          </p:val>
                                        </p:tav>
                                        <p:tav tm="100000">
                                          <p:val>
                                            <p:strVal val="#ppt_x"/>
                                          </p:val>
                                        </p:tav>
                                      </p:tavLst>
                                    </p:anim>
                                    <p:anim calcmode="lin" valueType="num">
                                      <p:cBhvr additive="base">
                                        <p:cTn id="27"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4" grpId="0"/>
      <p:bldP spid="15" grpId="0" build="p">
        <p:tmplLst>
          <p:tmpl lvl="1">
            <p:tnLst>
              <p:par>
                <p:cTn presetID="2" presetClass="entr" presetSubtype="8" decel="100000" fill="hold" nodeType="withEffect">
                  <p:stCondLst>
                    <p:cond delay="3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 presetClass="entr" presetSubtype="8" decel="100000" fill="hold" nodeType="withEffect">
                  <p:stCondLst>
                    <p:cond delay="4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0-#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9" grpId="0" animBg="1"/>
      <p:bldP spid="17"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4 Poin Square">
    <p:spTree>
      <p:nvGrpSpPr>
        <p:cNvPr id="1" name=""/>
        <p:cNvGrpSpPr/>
        <p:nvPr/>
      </p:nvGrpSpPr>
      <p:grpSpPr>
        <a:xfrm>
          <a:off x="0" y="0"/>
          <a:ext cx="0" cy="0"/>
          <a:chOff x="0" y="0"/>
          <a:chExt cx="0" cy="0"/>
        </a:xfrm>
      </p:grpSpPr>
      <p:pic>
        <p:nvPicPr>
          <p:cNvPr id="3" name="Picture 2" descr="white and black checkered textile"/>
          <p:cNvPicPr>
            <a:picLocks noChangeAspect="1" noChangeArrowheads="1"/>
          </p:cNvPicPr>
          <p:nvPr userDrawn="1"/>
        </p:nvPicPr>
        <p:blipFill>
          <a:blip r:embed="rId2"/>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Graphic 3"/>
          <p:cNvSpPr/>
          <p:nvPr userDrawn="1"/>
        </p:nvSpPr>
        <p:spPr>
          <a:xfrm>
            <a:off x="0" y="0"/>
            <a:ext cx="12192000" cy="6858000"/>
          </a:xfrm>
          <a:custGeom>
            <a:avLst/>
            <a:gdLst>
              <a:gd name="connsiteX0" fmla="*/ -831 w 8902700"/>
              <a:gd name="connsiteY0" fmla="*/ -307 h 7630886"/>
              <a:gd name="connsiteX1" fmla="*/ 8901869 w 8902700"/>
              <a:gd name="connsiteY1" fmla="*/ -307 h 7630886"/>
              <a:gd name="connsiteX2" fmla="*/ 8901869 w 8902700"/>
              <a:gd name="connsiteY2" fmla="*/ 7630579 h 7630886"/>
              <a:gd name="connsiteX3" fmla="*/ -831 w 8902700"/>
              <a:gd name="connsiteY3" fmla="*/ 7630579 h 7630886"/>
            </a:gdLst>
            <a:ahLst/>
            <a:cxnLst>
              <a:cxn ang="0">
                <a:pos x="connsiteX0" y="connsiteY0"/>
              </a:cxn>
              <a:cxn ang="0">
                <a:pos x="connsiteX1" y="connsiteY1"/>
              </a:cxn>
              <a:cxn ang="0">
                <a:pos x="connsiteX2" y="connsiteY2"/>
              </a:cxn>
              <a:cxn ang="0">
                <a:pos x="connsiteX3" y="connsiteY3"/>
              </a:cxn>
            </a:cxnLst>
            <a:rect l="l" t="t" r="r" b="b"/>
            <a:pathLst>
              <a:path w="8902700" h="7630886">
                <a:moveTo>
                  <a:pt x="-831" y="-307"/>
                </a:moveTo>
                <a:lnTo>
                  <a:pt x="8901869" y="-307"/>
                </a:lnTo>
                <a:lnTo>
                  <a:pt x="8901869" y="7630579"/>
                </a:lnTo>
                <a:lnTo>
                  <a:pt x="-831" y="7630579"/>
                </a:lnTo>
                <a:close/>
              </a:path>
            </a:pathLst>
          </a:custGeom>
          <a:solidFill>
            <a:schemeClr val="bg2"/>
          </a:solidFill>
          <a:ln w="63545" cap="flat">
            <a:noFill/>
            <a:prstDash val="solid"/>
            <a:round/>
          </a:ln>
        </p:spPr>
        <p:txBody>
          <a:bodyPr rtlCol="0" anchor="ctr"/>
          <a:lstStyle/>
          <a:p>
            <a:endParaRPr lang="en-US"/>
          </a:p>
        </p:txBody>
      </p:sp>
      <p:sp>
        <p:nvSpPr>
          <p:cNvPr id="8" name="Rectangle: Rounded Corners 7"/>
          <p:cNvSpPr/>
          <p:nvPr userDrawn="1"/>
        </p:nvSpPr>
        <p:spPr>
          <a:xfrm>
            <a:off x="838200" y="2685137"/>
            <a:ext cx="2331942" cy="3783699"/>
          </a:xfrm>
          <a:prstGeom prst="roundRect">
            <a:avLst>
              <a:gd name="adj" fmla="val 11354"/>
            </a:avLst>
          </a:prstGeom>
          <a:solidFill>
            <a:schemeClr val="accent1"/>
          </a:solidFill>
          <a:ln w="9525" cap="flat">
            <a:noFill/>
            <a:prstDash val="solid"/>
            <a:round/>
          </a:ln>
          <a:effectLst/>
        </p:spPr>
        <p:txBody>
          <a:bodyPr rtlCol="0" anchor="ctr"/>
          <a:lstStyle/>
          <a:p>
            <a:pPr algn="l"/>
            <a:endParaRPr lang="en-US"/>
          </a:p>
        </p:txBody>
      </p:sp>
      <p:sp>
        <p:nvSpPr>
          <p:cNvPr id="7" name="Graphic 7"/>
          <p:cNvSpPr/>
          <p:nvPr userDrawn="1"/>
        </p:nvSpPr>
        <p:spPr>
          <a:xfrm rot="10800000" flipV="1">
            <a:off x="957482" y="1643090"/>
            <a:ext cx="2093380" cy="2327774"/>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bg2"/>
          </a:solidFill>
          <a:ln w="9525" cap="flat">
            <a:noFill/>
            <a:prstDash val="solid"/>
            <a:round/>
          </a:ln>
          <a:effectLst>
            <a:outerShdw blurRad="635000" dist="38100" dir="8100000" algn="ctr" rotWithShape="0">
              <a:schemeClr val="accent1">
                <a:alpha val="40000"/>
              </a:schemeClr>
            </a:outerShdw>
          </a:effectLst>
        </p:spPr>
        <p:txBody>
          <a:bodyPr rtlCol="0" anchor="ctr"/>
          <a:lstStyle/>
          <a:p>
            <a:endParaRPr lang="en-US"/>
          </a:p>
        </p:txBody>
      </p:sp>
      <p:sp>
        <p:nvSpPr>
          <p:cNvPr id="19" name="Text Placeholder 8"/>
          <p:cNvSpPr>
            <a:spLocks noGrp="1"/>
          </p:cNvSpPr>
          <p:nvPr>
            <p:ph type="body" sz="quarter" idx="13" hasCustomPrompt="1"/>
          </p:nvPr>
        </p:nvSpPr>
        <p:spPr>
          <a:xfrm>
            <a:off x="838200" y="1111250"/>
            <a:ext cx="10515600" cy="452432"/>
          </a:xfrm>
        </p:spPr>
        <p:txBody>
          <a:bodyPr>
            <a:normAutofit/>
          </a:bodyPr>
          <a:lstStyle>
            <a:lvl1pPr algn="ctr">
              <a:defRPr sz="2600"/>
            </a:lvl1pPr>
          </a:lstStyle>
          <a:p>
            <a:pPr lvl="0"/>
            <a:r>
              <a:rPr lang="fi-FI"/>
              <a:t>Gunakan slide ini untuk menjelaskan poin - poin</a:t>
            </a:r>
            <a:endParaRPr lang="en-US"/>
          </a:p>
        </p:txBody>
      </p:sp>
      <p:sp>
        <p:nvSpPr>
          <p:cNvPr id="22" name="Freeform: Shape 21"/>
          <p:cNvSpPr/>
          <p:nvPr userDrawn="1"/>
        </p:nvSpPr>
        <p:spPr>
          <a:xfrm rot="16200000" flipV="1">
            <a:off x="1651413" y="3008940"/>
            <a:ext cx="705516" cy="2534904"/>
          </a:xfrm>
          <a:custGeom>
            <a:avLst/>
            <a:gdLst>
              <a:gd name="connsiteX0" fmla="*/ 1160942 w 1160942"/>
              <a:gd name="connsiteY0" fmla="*/ 4087238 h 4490153"/>
              <a:gd name="connsiteX1" fmla="*/ 1160942 w 1160942"/>
              <a:gd name="connsiteY1" fmla="*/ 3827986 h 4490153"/>
              <a:gd name="connsiteX2" fmla="*/ 1160942 w 1160942"/>
              <a:gd name="connsiteY2" fmla="*/ 3602141 h 4490153"/>
              <a:gd name="connsiteX3" fmla="*/ 1160942 w 1160942"/>
              <a:gd name="connsiteY3" fmla="*/ 3342889 h 4490153"/>
              <a:gd name="connsiteX4" fmla="*/ 1155400 w 1160942"/>
              <a:gd name="connsiteY4" fmla="*/ 3301120 h 4490153"/>
              <a:gd name="connsiteX5" fmla="*/ 1160942 w 1160942"/>
              <a:gd name="connsiteY5" fmla="*/ 3259351 h 4490153"/>
              <a:gd name="connsiteX6" fmla="*/ 1160942 w 1160942"/>
              <a:gd name="connsiteY6" fmla="*/ 3000100 h 4490153"/>
              <a:gd name="connsiteX7" fmla="*/ 1160942 w 1160942"/>
              <a:gd name="connsiteY7" fmla="*/ 2774255 h 4490153"/>
              <a:gd name="connsiteX8" fmla="*/ 1160942 w 1160942"/>
              <a:gd name="connsiteY8" fmla="*/ 2515003 h 4490153"/>
              <a:gd name="connsiteX9" fmla="*/ 1159386 w 1160942"/>
              <a:gd name="connsiteY9" fmla="*/ 2503277 h 4490153"/>
              <a:gd name="connsiteX10" fmla="*/ 1160942 w 1160942"/>
              <a:gd name="connsiteY10" fmla="*/ 2491551 h 4490153"/>
              <a:gd name="connsiteX11" fmla="*/ 1160942 w 1160942"/>
              <a:gd name="connsiteY11" fmla="*/ 2232299 h 4490153"/>
              <a:gd name="connsiteX12" fmla="*/ 1160942 w 1160942"/>
              <a:gd name="connsiteY12" fmla="*/ 2006454 h 4490153"/>
              <a:gd name="connsiteX13" fmla="*/ 1160942 w 1160942"/>
              <a:gd name="connsiteY13" fmla="*/ 1747202 h 4490153"/>
              <a:gd name="connsiteX14" fmla="*/ 1155400 w 1160942"/>
              <a:gd name="connsiteY14" fmla="*/ 1705433 h 4490153"/>
              <a:gd name="connsiteX15" fmla="*/ 1160942 w 1160942"/>
              <a:gd name="connsiteY15" fmla="*/ 1663664 h 4490153"/>
              <a:gd name="connsiteX16" fmla="*/ 1160942 w 1160942"/>
              <a:gd name="connsiteY16" fmla="*/ 1404412 h 4490153"/>
              <a:gd name="connsiteX17" fmla="*/ 1160942 w 1160942"/>
              <a:gd name="connsiteY17" fmla="*/ 1178567 h 4490153"/>
              <a:gd name="connsiteX18" fmla="*/ 1160942 w 1160942"/>
              <a:gd name="connsiteY18" fmla="*/ 1147265 h 4490153"/>
              <a:gd name="connsiteX19" fmla="*/ 1160942 w 1160942"/>
              <a:gd name="connsiteY19" fmla="*/ 919315 h 4490153"/>
              <a:gd name="connsiteX20" fmla="*/ 1160942 w 1160942"/>
              <a:gd name="connsiteY20" fmla="*/ 888013 h 4490153"/>
              <a:gd name="connsiteX21" fmla="*/ 1160942 w 1160942"/>
              <a:gd name="connsiteY21" fmla="*/ 662168 h 4490153"/>
              <a:gd name="connsiteX22" fmla="*/ 1160942 w 1160942"/>
              <a:gd name="connsiteY22" fmla="*/ 402916 h 4490153"/>
              <a:gd name="connsiteX23" fmla="*/ 1080745 w 1160942"/>
              <a:gd name="connsiteY23" fmla="*/ 264033 h 4490153"/>
              <a:gd name="connsiteX24" fmla="*/ 660667 w 1160942"/>
              <a:gd name="connsiteY24" fmla="*/ 21483 h 4490153"/>
              <a:gd name="connsiteX25" fmla="*/ 500275 w 1160942"/>
              <a:gd name="connsiteY25" fmla="*/ 21483 h 4490153"/>
              <a:gd name="connsiteX26" fmla="*/ 80196 w 1160942"/>
              <a:gd name="connsiteY26" fmla="*/ 264033 h 4490153"/>
              <a:gd name="connsiteX27" fmla="*/ 0 w 1160942"/>
              <a:gd name="connsiteY27" fmla="*/ 402916 h 4490153"/>
              <a:gd name="connsiteX28" fmla="*/ 0 w 1160942"/>
              <a:gd name="connsiteY28" fmla="*/ 662168 h 4490153"/>
              <a:gd name="connsiteX29" fmla="*/ 0 w 1160942"/>
              <a:gd name="connsiteY29" fmla="*/ 888013 h 4490153"/>
              <a:gd name="connsiteX30" fmla="*/ 0 w 1160942"/>
              <a:gd name="connsiteY30" fmla="*/ 919315 h 4490153"/>
              <a:gd name="connsiteX31" fmla="*/ 0 w 1160942"/>
              <a:gd name="connsiteY31" fmla="*/ 1147265 h 4490153"/>
              <a:gd name="connsiteX32" fmla="*/ 0 w 1160942"/>
              <a:gd name="connsiteY32" fmla="*/ 1178567 h 4490153"/>
              <a:gd name="connsiteX33" fmla="*/ 0 w 1160942"/>
              <a:gd name="connsiteY33" fmla="*/ 1404412 h 4490153"/>
              <a:gd name="connsiteX34" fmla="*/ 0 w 1160942"/>
              <a:gd name="connsiteY34" fmla="*/ 1663664 h 4490153"/>
              <a:gd name="connsiteX35" fmla="*/ 5542 w 1160942"/>
              <a:gd name="connsiteY35" fmla="*/ 1705433 h 4490153"/>
              <a:gd name="connsiteX36" fmla="*/ 0 w 1160942"/>
              <a:gd name="connsiteY36" fmla="*/ 1747202 h 4490153"/>
              <a:gd name="connsiteX37" fmla="*/ 0 w 1160942"/>
              <a:gd name="connsiteY37" fmla="*/ 2006454 h 4490153"/>
              <a:gd name="connsiteX38" fmla="*/ 0 w 1160942"/>
              <a:gd name="connsiteY38" fmla="*/ 2232299 h 4490153"/>
              <a:gd name="connsiteX39" fmla="*/ 0 w 1160942"/>
              <a:gd name="connsiteY39" fmla="*/ 2491551 h 4490153"/>
              <a:gd name="connsiteX40" fmla="*/ 1556 w 1160942"/>
              <a:gd name="connsiteY40" fmla="*/ 2503277 h 4490153"/>
              <a:gd name="connsiteX41" fmla="*/ 0 w 1160942"/>
              <a:gd name="connsiteY41" fmla="*/ 2515003 h 4490153"/>
              <a:gd name="connsiteX42" fmla="*/ 0 w 1160942"/>
              <a:gd name="connsiteY42" fmla="*/ 2774255 h 4490153"/>
              <a:gd name="connsiteX43" fmla="*/ 0 w 1160942"/>
              <a:gd name="connsiteY43" fmla="*/ 3000100 h 4490153"/>
              <a:gd name="connsiteX44" fmla="*/ 0 w 1160942"/>
              <a:gd name="connsiteY44" fmla="*/ 3259351 h 4490153"/>
              <a:gd name="connsiteX45" fmla="*/ 5542 w 1160942"/>
              <a:gd name="connsiteY45" fmla="*/ 3301120 h 4490153"/>
              <a:gd name="connsiteX46" fmla="*/ 0 w 1160942"/>
              <a:gd name="connsiteY46" fmla="*/ 3342889 h 4490153"/>
              <a:gd name="connsiteX47" fmla="*/ 0 w 1160942"/>
              <a:gd name="connsiteY47" fmla="*/ 3602141 h 4490153"/>
              <a:gd name="connsiteX48" fmla="*/ 0 w 1160942"/>
              <a:gd name="connsiteY48" fmla="*/ 3827986 h 4490153"/>
              <a:gd name="connsiteX49" fmla="*/ 0 w 1160942"/>
              <a:gd name="connsiteY49" fmla="*/ 4087238 h 4490153"/>
              <a:gd name="connsiteX50" fmla="*/ 80196 w 1160942"/>
              <a:gd name="connsiteY50" fmla="*/ 4226121 h 4490153"/>
              <a:gd name="connsiteX51" fmla="*/ 500275 w 1160942"/>
              <a:gd name="connsiteY51" fmla="*/ 4468670 h 4490153"/>
              <a:gd name="connsiteX52" fmla="*/ 660667 w 1160942"/>
              <a:gd name="connsiteY52" fmla="*/ 4468670 h 4490153"/>
              <a:gd name="connsiteX53" fmla="*/ 1080745 w 1160942"/>
              <a:gd name="connsiteY53" fmla="*/ 4226121 h 4490153"/>
              <a:gd name="connsiteX54" fmla="*/ 1160942 w 1160942"/>
              <a:gd name="connsiteY54" fmla="*/ 4087238 h 449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0942" h="4490153">
                <a:moveTo>
                  <a:pt x="1160942" y="4087238"/>
                </a:moveTo>
                <a:lnTo>
                  <a:pt x="1160942" y="3827986"/>
                </a:lnTo>
                <a:lnTo>
                  <a:pt x="1160942" y="3602141"/>
                </a:lnTo>
                <a:lnTo>
                  <a:pt x="1160942" y="3342889"/>
                </a:lnTo>
                <a:lnTo>
                  <a:pt x="1155400" y="3301120"/>
                </a:lnTo>
                <a:lnTo>
                  <a:pt x="1160942" y="3259351"/>
                </a:lnTo>
                <a:lnTo>
                  <a:pt x="1160942" y="3000100"/>
                </a:lnTo>
                <a:lnTo>
                  <a:pt x="1160942" y="2774255"/>
                </a:lnTo>
                <a:lnTo>
                  <a:pt x="1160942" y="2515003"/>
                </a:lnTo>
                <a:lnTo>
                  <a:pt x="1159386" y="2503277"/>
                </a:lnTo>
                <a:lnTo>
                  <a:pt x="1160942" y="2491551"/>
                </a:lnTo>
                <a:lnTo>
                  <a:pt x="1160942" y="2232299"/>
                </a:lnTo>
                <a:lnTo>
                  <a:pt x="1160942" y="2006454"/>
                </a:lnTo>
                <a:lnTo>
                  <a:pt x="1160942" y="1747202"/>
                </a:lnTo>
                <a:lnTo>
                  <a:pt x="1155400" y="1705433"/>
                </a:lnTo>
                <a:lnTo>
                  <a:pt x="1160942" y="1663664"/>
                </a:lnTo>
                <a:lnTo>
                  <a:pt x="1160942" y="1404412"/>
                </a:lnTo>
                <a:lnTo>
                  <a:pt x="1160942" y="1178567"/>
                </a:lnTo>
                <a:lnTo>
                  <a:pt x="1160942" y="1147265"/>
                </a:lnTo>
                <a:lnTo>
                  <a:pt x="1160942" y="919315"/>
                </a:lnTo>
                <a:lnTo>
                  <a:pt x="1160942" y="888013"/>
                </a:lnTo>
                <a:lnTo>
                  <a:pt x="1160942" y="662168"/>
                </a:lnTo>
                <a:lnTo>
                  <a:pt x="1160942" y="402916"/>
                </a:lnTo>
                <a:cubicBezTo>
                  <a:pt x="1160942" y="345620"/>
                  <a:pt x="1130374" y="292678"/>
                  <a:pt x="1080745" y="264033"/>
                </a:cubicBezTo>
                <a:cubicBezTo>
                  <a:pt x="970022" y="200093"/>
                  <a:pt x="771391" y="85423"/>
                  <a:pt x="660667" y="21483"/>
                </a:cubicBezTo>
                <a:cubicBezTo>
                  <a:pt x="611039" y="-7162"/>
                  <a:pt x="549903" y="-7162"/>
                  <a:pt x="500275" y="21483"/>
                </a:cubicBezTo>
                <a:cubicBezTo>
                  <a:pt x="389551" y="85423"/>
                  <a:pt x="190920" y="200093"/>
                  <a:pt x="80196" y="264033"/>
                </a:cubicBezTo>
                <a:cubicBezTo>
                  <a:pt x="30568" y="292678"/>
                  <a:pt x="0" y="345620"/>
                  <a:pt x="0" y="402916"/>
                </a:cubicBezTo>
                <a:lnTo>
                  <a:pt x="0" y="662168"/>
                </a:lnTo>
                <a:lnTo>
                  <a:pt x="0" y="888013"/>
                </a:lnTo>
                <a:lnTo>
                  <a:pt x="0" y="919315"/>
                </a:lnTo>
                <a:lnTo>
                  <a:pt x="0" y="1147265"/>
                </a:lnTo>
                <a:lnTo>
                  <a:pt x="0" y="1178567"/>
                </a:lnTo>
                <a:lnTo>
                  <a:pt x="0" y="1404412"/>
                </a:lnTo>
                <a:lnTo>
                  <a:pt x="0" y="1663664"/>
                </a:lnTo>
                <a:lnTo>
                  <a:pt x="5542" y="1705433"/>
                </a:lnTo>
                <a:lnTo>
                  <a:pt x="0" y="1747202"/>
                </a:lnTo>
                <a:lnTo>
                  <a:pt x="0" y="2006454"/>
                </a:lnTo>
                <a:lnTo>
                  <a:pt x="0" y="2232299"/>
                </a:lnTo>
                <a:lnTo>
                  <a:pt x="0" y="2491551"/>
                </a:lnTo>
                <a:lnTo>
                  <a:pt x="1556" y="2503277"/>
                </a:lnTo>
                <a:lnTo>
                  <a:pt x="0" y="2515003"/>
                </a:lnTo>
                <a:lnTo>
                  <a:pt x="0" y="2774255"/>
                </a:lnTo>
                <a:lnTo>
                  <a:pt x="0" y="3000100"/>
                </a:lnTo>
                <a:lnTo>
                  <a:pt x="0" y="3259351"/>
                </a:lnTo>
                <a:lnTo>
                  <a:pt x="5542" y="3301120"/>
                </a:lnTo>
                <a:lnTo>
                  <a:pt x="0" y="3342889"/>
                </a:lnTo>
                <a:lnTo>
                  <a:pt x="0" y="3602141"/>
                </a:lnTo>
                <a:lnTo>
                  <a:pt x="0" y="3827986"/>
                </a:lnTo>
                <a:lnTo>
                  <a:pt x="0" y="4087238"/>
                </a:lnTo>
                <a:cubicBezTo>
                  <a:pt x="0" y="4144534"/>
                  <a:pt x="30568" y="4197476"/>
                  <a:pt x="80196" y="4226121"/>
                </a:cubicBezTo>
                <a:cubicBezTo>
                  <a:pt x="190920" y="4290060"/>
                  <a:pt x="389551" y="4404731"/>
                  <a:pt x="500275" y="4468670"/>
                </a:cubicBezTo>
                <a:cubicBezTo>
                  <a:pt x="549903" y="4497315"/>
                  <a:pt x="611039" y="4497315"/>
                  <a:pt x="660667" y="4468670"/>
                </a:cubicBezTo>
                <a:cubicBezTo>
                  <a:pt x="771391" y="4404731"/>
                  <a:pt x="970022" y="4290060"/>
                  <a:pt x="1080745" y="4226121"/>
                </a:cubicBezTo>
                <a:cubicBezTo>
                  <a:pt x="1130374" y="4197476"/>
                  <a:pt x="1160942" y="4144534"/>
                  <a:pt x="1160942" y="4087238"/>
                </a:cubicBezTo>
                <a:close/>
              </a:path>
            </a:pathLst>
          </a:custGeom>
          <a:solidFill>
            <a:schemeClr val="bg2"/>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45" name="Rectangle: Rounded Corners 44"/>
          <p:cNvSpPr/>
          <p:nvPr userDrawn="1"/>
        </p:nvSpPr>
        <p:spPr>
          <a:xfrm>
            <a:off x="3566893" y="2685137"/>
            <a:ext cx="2331942" cy="3783699"/>
          </a:xfrm>
          <a:prstGeom prst="roundRect">
            <a:avLst>
              <a:gd name="adj" fmla="val 11354"/>
            </a:avLst>
          </a:prstGeom>
          <a:solidFill>
            <a:schemeClr val="accent1"/>
          </a:solidFill>
          <a:ln w="9525" cap="flat">
            <a:noFill/>
            <a:prstDash val="solid"/>
            <a:round/>
          </a:ln>
          <a:effectLst/>
        </p:spPr>
        <p:txBody>
          <a:bodyPr rtlCol="0" anchor="ctr"/>
          <a:lstStyle/>
          <a:p>
            <a:pPr algn="l"/>
            <a:endParaRPr lang="en-US"/>
          </a:p>
        </p:txBody>
      </p:sp>
      <p:sp>
        <p:nvSpPr>
          <p:cNvPr id="46" name="Graphic 7"/>
          <p:cNvSpPr/>
          <p:nvPr userDrawn="1"/>
        </p:nvSpPr>
        <p:spPr>
          <a:xfrm rot="10800000" flipV="1">
            <a:off x="3686175" y="1643090"/>
            <a:ext cx="2093380" cy="2327774"/>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bg2"/>
          </a:solidFill>
          <a:ln w="9525" cap="flat">
            <a:noFill/>
            <a:prstDash val="solid"/>
            <a:round/>
          </a:ln>
          <a:effectLst>
            <a:outerShdw blurRad="635000" dist="38100" dir="8100000" algn="ctr" rotWithShape="0">
              <a:schemeClr val="accent1">
                <a:alpha val="40000"/>
              </a:schemeClr>
            </a:outerShdw>
          </a:effectLst>
        </p:spPr>
        <p:txBody>
          <a:bodyPr rtlCol="0" anchor="ctr"/>
          <a:lstStyle/>
          <a:p>
            <a:endParaRPr lang="en-US"/>
          </a:p>
        </p:txBody>
      </p:sp>
      <p:sp>
        <p:nvSpPr>
          <p:cNvPr id="47" name="Freeform: Shape 46"/>
          <p:cNvSpPr/>
          <p:nvPr userDrawn="1"/>
        </p:nvSpPr>
        <p:spPr>
          <a:xfrm rot="16200000" flipV="1">
            <a:off x="4380106" y="3008940"/>
            <a:ext cx="705516" cy="2534904"/>
          </a:xfrm>
          <a:custGeom>
            <a:avLst/>
            <a:gdLst>
              <a:gd name="connsiteX0" fmla="*/ 1160942 w 1160942"/>
              <a:gd name="connsiteY0" fmla="*/ 4087238 h 4490153"/>
              <a:gd name="connsiteX1" fmla="*/ 1160942 w 1160942"/>
              <a:gd name="connsiteY1" fmla="*/ 3827986 h 4490153"/>
              <a:gd name="connsiteX2" fmla="*/ 1160942 w 1160942"/>
              <a:gd name="connsiteY2" fmla="*/ 3602141 h 4490153"/>
              <a:gd name="connsiteX3" fmla="*/ 1160942 w 1160942"/>
              <a:gd name="connsiteY3" fmla="*/ 3342889 h 4490153"/>
              <a:gd name="connsiteX4" fmla="*/ 1155400 w 1160942"/>
              <a:gd name="connsiteY4" fmla="*/ 3301120 h 4490153"/>
              <a:gd name="connsiteX5" fmla="*/ 1160942 w 1160942"/>
              <a:gd name="connsiteY5" fmla="*/ 3259351 h 4490153"/>
              <a:gd name="connsiteX6" fmla="*/ 1160942 w 1160942"/>
              <a:gd name="connsiteY6" fmla="*/ 3000100 h 4490153"/>
              <a:gd name="connsiteX7" fmla="*/ 1160942 w 1160942"/>
              <a:gd name="connsiteY7" fmla="*/ 2774255 h 4490153"/>
              <a:gd name="connsiteX8" fmla="*/ 1160942 w 1160942"/>
              <a:gd name="connsiteY8" fmla="*/ 2515003 h 4490153"/>
              <a:gd name="connsiteX9" fmla="*/ 1159386 w 1160942"/>
              <a:gd name="connsiteY9" fmla="*/ 2503277 h 4490153"/>
              <a:gd name="connsiteX10" fmla="*/ 1160942 w 1160942"/>
              <a:gd name="connsiteY10" fmla="*/ 2491551 h 4490153"/>
              <a:gd name="connsiteX11" fmla="*/ 1160942 w 1160942"/>
              <a:gd name="connsiteY11" fmla="*/ 2232299 h 4490153"/>
              <a:gd name="connsiteX12" fmla="*/ 1160942 w 1160942"/>
              <a:gd name="connsiteY12" fmla="*/ 2006454 h 4490153"/>
              <a:gd name="connsiteX13" fmla="*/ 1160942 w 1160942"/>
              <a:gd name="connsiteY13" fmla="*/ 1747202 h 4490153"/>
              <a:gd name="connsiteX14" fmla="*/ 1155400 w 1160942"/>
              <a:gd name="connsiteY14" fmla="*/ 1705433 h 4490153"/>
              <a:gd name="connsiteX15" fmla="*/ 1160942 w 1160942"/>
              <a:gd name="connsiteY15" fmla="*/ 1663664 h 4490153"/>
              <a:gd name="connsiteX16" fmla="*/ 1160942 w 1160942"/>
              <a:gd name="connsiteY16" fmla="*/ 1404412 h 4490153"/>
              <a:gd name="connsiteX17" fmla="*/ 1160942 w 1160942"/>
              <a:gd name="connsiteY17" fmla="*/ 1178567 h 4490153"/>
              <a:gd name="connsiteX18" fmla="*/ 1160942 w 1160942"/>
              <a:gd name="connsiteY18" fmla="*/ 1147265 h 4490153"/>
              <a:gd name="connsiteX19" fmla="*/ 1160942 w 1160942"/>
              <a:gd name="connsiteY19" fmla="*/ 919315 h 4490153"/>
              <a:gd name="connsiteX20" fmla="*/ 1160942 w 1160942"/>
              <a:gd name="connsiteY20" fmla="*/ 888013 h 4490153"/>
              <a:gd name="connsiteX21" fmla="*/ 1160942 w 1160942"/>
              <a:gd name="connsiteY21" fmla="*/ 662168 h 4490153"/>
              <a:gd name="connsiteX22" fmla="*/ 1160942 w 1160942"/>
              <a:gd name="connsiteY22" fmla="*/ 402916 h 4490153"/>
              <a:gd name="connsiteX23" fmla="*/ 1080745 w 1160942"/>
              <a:gd name="connsiteY23" fmla="*/ 264033 h 4490153"/>
              <a:gd name="connsiteX24" fmla="*/ 660667 w 1160942"/>
              <a:gd name="connsiteY24" fmla="*/ 21483 h 4490153"/>
              <a:gd name="connsiteX25" fmla="*/ 500275 w 1160942"/>
              <a:gd name="connsiteY25" fmla="*/ 21483 h 4490153"/>
              <a:gd name="connsiteX26" fmla="*/ 80196 w 1160942"/>
              <a:gd name="connsiteY26" fmla="*/ 264033 h 4490153"/>
              <a:gd name="connsiteX27" fmla="*/ 0 w 1160942"/>
              <a:gd name="connsiteY27" fmla="*/ 402916 h 4490153"/>
              <a:gd name="connsiteX28" fmla="*/ 0 w 1160942"/>
              <a:gd name="connsiteY28" fmla="*/ 662168 h 4490153"/>
              <a:gd name="connsiteX29" fmla="*/ 0 w 1160942"/>
              <a:gd name="connsiteY29" fmla="*/ 888013 h 4490153"/>
              <a:gd name="connsiteX30" fmla="*/ 0 w 1160942"/>
              <a:gd name="connsiteY30" fmla="*/ 919315 h 4490153"/>
              <a:gd name="connsiteX31" fmla="*/ 0 w 1160942"/>
              <a:gd name="connsiteY31" fmla="*/ 1147265 h 4490153"/>
              <a:gd name="connsiteX32" fmla="*/ 0 w 1160942"/>
              <a:gd name="connsiteY32" fmla="*/ 1178567 h 4490153"/>
              <a:gd name="connsiteX33" fmla="*/ 0 w 1160942"/>
              <a:gd name="connsiteY33" fmla="*/ 1404412 h 4490153"/>
              <a:gd name="connsiteX34" fmla="*/ 0 w 1160942"/>
              <a:gd name="connsiteY34" fmla="*/ 1663664 h 4490153"/>
              <a:gd name="connsiteX35" fmla="*/ 5542 w 1160942"/>
              <a:gd name="connsiteY35" fmla="*/ 1705433 h 4490153"/>
              <a:gd name="connsiteX36" fmla="*/ 0 w 1160942"/>
              <a:gd name="connsiteY36" fmla="*/ 1747202 h 4490153"/>
              <a:gd name="connsiteX37" fmla="*/ 0 w 1160942"/>
              <a:gd name="connsiteY37" fmla="*/ 2006454 h 4490153"/>
              <a:gd name="connsiteX38" fmla="*/ 0 w 1160942"/>
              <a:gd name="connsiteY38" fmla="*/ 2232299 h 4490153"/>
              <a:gd name="connsiteX39" fmla="*/ 0 w 1160942"/>
              <a:gd name="connsiteY39" fmla="*/ 2491551 h 4490153"/>
              <a:gd name="connsiteX40" fmla="*/ 1556 w 1160942"/>
              <a:gd name="connsiteY40" fmla="*/ 2503277 h 4490153"/>
              <a:gd name="connsiteX41" fmla="*/ 0 w 1160942"/>
              <a:gd name="connsiteY41" fmla="*/ 2515003 h 4490153"/>
              <a:gd name="connsiteX42" fmla="*/ 0 w 1160942"/>
              <a:gd name="connsiteY42" fmla="*/ 2774255 h 4490153"/>
              <a:gd name="connsiteX43" fmla="*/ 0 w 1160942"/>
              <a:gd name="connsiteY43" fmla="*/ 3000100 h 4490153"/>
              <a:gd name="connsiteX44" fmla="*/ 0 w 1160942"/>
              <a:gd name="connsiteY44" fmla="*/ 3259351 h 4490153"/>
              <a:gd name="connsiteX45" fmla="*/ 5542 w 1160942"/>
              <a:gd name="connsiteY45" fmla="*/ 3301120 h 4490153"/>
              <a:gd name="connsiteX46" fmla="*/ 0 w 1160942"/>
              <a:gd name="connsiteY46" fmla="*/ 3342889 h 4490153"/>
              <a:gd name="connsiteX47" fmla="*/ 0 w 1160942"/>
              <a:gd name="connsiteY47" fmla="*/ 3602141 h 4490153"/>
              <a:gd name="connsiteX48" fmla="*/ 0 w 1160942"/>
              <a:gd name="connsiteY48" fmla="*/ 3827986 h 4490153"/>
              <a:gd name="connsiteX49" fmla="*/ 0 w 1160942"/>
              <a:gd name="connsiteY49" fmla="*/ 4087238 h 4490153"/>
              <a:gd name="connsiteX50" fmla="*/ 80196 w 1160942"/>
              <a:gd name="connsiteY50" fmla="*/ 4226121 h 4490153"/>
              <a:gd name="connsiteX51" fmla="*/ 500275 w 1160942"/>
              <a:gd name="connsiteY51" fmla="*/ 4468670 h 4490153"/>
              <a:gd name="connsiteX52" fmla="*/ 660667 w 1160942"/>
              <a:gd name="connsiteY52" fmla="*/ 4468670 h 4490153"/>
              <a:gd name="connsiteX53" fmla="*/ 1080745 w 1160942"/>
              <a:gd name="connsiteY53" fmla="*/ 4226121 h 4490153"/>
              <a:gd name="connsiteX54" fmla="*/ 1160942 w 1160942"/>
              <a:gd name="connsiteY54" fmla="*/ 4087238 h 449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0942" h="4490153">
                <a:moveTo>
                  <a:pt x="1160942" y="4087238"/>
                </a:moveTo>
                <a:lnTo>
                  <a:pt x="1160942" y="3827986"/>
                </a:lnTo>
                <a:lnTo>
                  <a:pt x="1160942" y="3602141"/>
                </a:lnTo>
                <a:lnTo>
                  <a:pt x="1160942" y="3342889"/>
                </a:lnTo>
                <a:lnTo>
                  <a:pt x="1155400" y="3301120"/>
                </a:lnTo>
                <a:lnTo>
                  <a:pt x="1160942" y="3259351"/>
                </a:lnTo>
                <a:lnTo>
                  <a:pt x="1160942" y="3000100"/>
                </a:lnTo>
                <a:lnTo>
                  <a:pt x="1160942" y="2774255"/>
                </a:lnTo>
                <a:lnTo>
                  <a:pt x="1160942" y="2515003"/>
                </a:lnTo>
                <a:lnTo>
                  <a:pt x="1159386" y="2503277"/>
                </a:lnTo>
                <a:lnTo>
                  <a:pt x="1160942" y="2491551"/>
                </a:lnTo>
                <a:lnTo>
                  <a:pt x="1160942" y="2232299"/>
                </a:lnTo>
                <a:lnTo>
                  <a:pt x="1160942" y="2006454"/>
                </a:lnTo>
                <a:lnTo>
                  <a:pt x="1160942" y="1747202"/>
                </a:lnTo>
                <a:lnTo>
                  <a:pt x="1155400" y="1705433"/>
                </a:lnTo>
                <a:lnTo>
                  <a:pt x="1160942" y="1663664"/>
                </a:lnTo>
                <a:lnTo>
                  <a:pt x="1160942" y="1404412"/>
                </a:lnTo>
                <a:lnTo>
                  <a:pt x="1160942" y="1178567"/>
                </a:lnTo>
                <a:lnTo>
                  <a:pt x="1160942" y="1147265"/>
                </a:lnTo>
                <a:lnTo>
                  <a:pt x="1160942" y="919315"/>
                </a:lnTo>
                <a:lnTo>
                  <a:pt x="1160942" y="888013"/>
                </a:lnTo>
                <a:lnTo>
                  <a:pt x="1160942" y="662168"/>
                </a:lnTo>
                <a:lnTo>
                  <a:pt x="1160942" y="402916"/>
                </a:lnTo>
                <a:cubicBezTo>
                  <a:pt x="1160942" y="345620"/>
                  <a:pt x="1130374" y="292678"/>
                  <a:pt x="1080745" y="264033"/>
                </a:cubicBezTo>
                <a:cubicBezTo>
                  <a:pt x="970022" y="200093"/>
                  <a:pt x="771391" y="85423"/>
                  <a:pt x="660667" y="21483"/>
                </a:cubicBezTo>
                <a:cubicBezTo>
                  <a:pt x="611039" y="-7162"/>
                  <a:pt x="549903" y="-7162"/>
                  <a:pt x="500275" y="21483"/>
                </a:cubicBezTo>
                <a:cubicBezTo>
                  <a:pt x="389551" y="85423"/>
                  <a:pt x="190920" y="200093"/>
                  <a:pt x="80196" y="264033"/>
                </a:cubicBezTo>
                <a:cubicBezTo>
                  <a:pt x="30568" y="292678"/>
                  <a:pt x="0" y="345620"/>
                  <a:pt x="0" y="402916"/>
                </a:cubicBezTo>
                <a:lnTo>
                  <a:pt x="0" y="662168"/>
                </a:lnTo>
                <a:lnTo>
                  <a:pt x="0" y="888013"/>
                </a:lnTo>
                <a:lnTo>
                  <a:pt x="0" y="919315"/>
                </a:lnTo>
                <a:lnTo>
                  <a:pt x="0" y="1147265"/>
                </a:lnTo>
                <a:lnTo>
                  <a:pt x="0" y="1178567"/>
                </a:lnTo>
                <a:lnTo>
                  <a:pt x="0" y="1404412"/>
                </a:lnTo>
                <a:lnTo>
                  <a:pt x="0" y="1663664"/>
                </a:lnTo>
                <a:lnTo>
                  <a:pt x="5542" y="1705433"/>
                </a:lnTo>
                <a:lnTo>
                  <a:pt x="0" y="1747202"/>
                </a:lnTo>
                <a:lnTo>
                  <a:pt x="0" y="2006454"/>
                </a:lnTo>
                <a:lnTo>
                  <a:pt x="0" y="2232299"/>
                </a:lnTo>
                <a:lnTo>
                  <a:pt x="0" y="2491551"/>
                </a:lnTo>
                <a:lnTo>
                  <a:pt x="1556" y="2503277"/>
                </a:lnTo>
                <a:lnTo>
                  <a:pt x="0" y="2515003"/>
                </a:lnTo>
                <a:lnTo>
                  <a:pt x="0" y="2774255"/>
                </a:lnTo>
                <a:lnTo>
                  <a:pt x="0" y="3000100"/>
                </a:lnTo>
                <a:lnTo>
                  <a:pt x="0" y="3259351"/>
                </a:lnTo>
                <a:lnTo>
                  <a:pt x="5542" y="3301120"/>
                </a:lnTo>
                <a:lnTo>
                  <a:pt x="0" y="3342889"/>
                </a:lnTo>
                <a:lnTo>
                  <a:pt x="0" y="3602141"/>
                </a:lnTo>
                <a:lnTo>
                  <a:pt x="0" y="3827986"/>
                </a:lnTo>
                <a:lnTo>
                  <a:pt x="0" y="4087238"/>
                </a:lnTo>
                <a:cubicBezTo>
                  <a:pt x="0" y="4144534"/>
                  <a:pt x="30568" y="4197476"/>
                  <a:pt x="80196" y="4226121"/>
                </a:cubicBezTo>
                <a:cubicBezTo>
                  <a:pt x="190920" y="4290060"/>
                  <a:pt x="389551" y="4404731"/>
                  <a:pt x="500275" y="4468670"/>
                </a:cubicBezTo>
                <a:cubicBezTo>
                  <a:pt x="549903" y="4497315"/>
                  <a:pt x="611039" y="4497315"/>
                  <a:pt x="660667" y="4468670"/>
                </a:cubicBezTo>
                <a:cubicBezTo>
                  <a:pt x="771391" y="4404731"/>
                  <a:pt x="970022" y="4290060"/>
                  <a:pt x="1080745" y="4226121"/>
                </a:cubicBezTo>
                <a:cubicBezTo>
                  <a:pt x="1130374" y="4197476"/>
                  <a:pt x="1160942" y="4144534"/>
                  <a:pt x="1160942" y="4087238"/>
                </a:cubicBezTo>
                <a:close/>
              </a:path>
            </a:pathLst>
          </a:custGeom>
          <a:solidFill>
            <a:schemeClr val="bg2"/>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50" name="Rectangle: Rounded Corners 49"/>
          <p:cNvSpPr/>
          <p:nvPr userDrawn="1"/>
        </p:nvSpPr>
        <p:spPr>
          <a:xfrm>
            <a:off x="6293164" y="2685137"/>
            <a:ext cx="2331942" cy="3783699"/>
          </a:xfrm>
          <a:prstGeom prst="roundRect">
            <a:avLst>
              <a:gd name="adj" fmla="val 11354"/>
            </a:avLst>
          </a:prstGeom>
          <a:solidFill>
            <a:schemeClr val="accent1"/>
          </a:solidFill>
          <a:ln w="9525" cap="flat">
            <a:noFill/>
            <a:prstDash val="solid"/>
            <a:round/>
          </a:ln>
          <a:effectLst/>
        </p:spPr>
        <p:txBody>
          <a:bodyPr rtlCol="0" anchor="ctr"/>
          <a:lstStyle/>
          <a:p>
            <a:pPr algn="l"/>
            <a:endParaRPr lang="en-US"/>
          </a:p>
        </p:txBody>
      </p:sp>
      <p:sp>
        <p:nvSpPr>
          <p:cNvPr id="51" name="Graphic 7"/>
          <p:cNvSpPr/>
          <p:nvPr userDrawn="1"/>
        </p:nvSpPr>
        <p:spPr>
          <a:xfrm rot="10800000" flipV="1">
            <a:off x="6412445" y="1643090"/>
            <a:ext cx="2093380" cy="2327774"/>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bg2"/>
          </a:solidFill>
          <a:ln w="9525" cap="flat">
            <a:noFill/>
            <a:prstDash val="solid"/>
            <a:round/>
          </a:ln>
          <a:effectLst>
            <a:outerShdw blurRad="635000" dist="38100" dir="8100000" algn="ctr" rotWithShape="0">
              <a:schemeClr val="accent1">
                <a:alpha val="40000"/>
              </a:schemeClr>
            </a:outerShdw>
          </a:effectLst>
        </p:spPr>
        <p:txBody>
          <a:bodyPr rtlCol="0" anchor="ctr"/>
          <a:lstStyle/>
          <a:p>
            <a:endParaRPr lang="en-US"/>
          </a:p>
        </p:txBody>
      </p:sp>
      <p:sp>
        <p:nvSpPr>
          <p:cNvPr id="52" name="Freeform: Shape 51"/>
          <p:cNvSpPr/>
          <p:nvPr userDrawn="1"/>
        </p:nvSpPr>
        <p:spPr>
          <a:xfrm rot="16200000" flipV="1">
            <a:off x="7106377" y="3008940"/>
            <a:ext cx="705516" cy="2534904"/>
          </a:xfrm>
          <a:custGeom>
            <a:avLst/>
            <a:gdLst>
              <a:gd name="connsiteX0" fmla="*/ 1160942 w 1160942"/>
              <a:gd name="connsiteY0" fmla="*/ 4087238 h 4490153"/>
              <a:gd name="connsiteX1" fmla="*/ 1160942 w 1160942"/>
              <a:gd name="connsiteY1" fmla="*/ 3827986 h 4490153"/>
              <a:gd name="connsiteX2" fmla="*/ 1160942 w 1160942"/>
              <a:gd name="connsiteY2" fmla="*/ 3602141 h 4490153"/>
              <a:gd name="connsiteX3" fmla="*/ 1160942 w 1160942"/>
              <a:gd name="connsiteY3" fmla="*/ 3342889 h 4490153"/>
              <a:gd name="connsiteX4" fmla="*/ 1155400 w 1160942"/>
              <a:gd name="connsiteY4" fmla="*/ 3301120 h 4490153"/>
              <a:gd name="connsiteX5" fmla="*/ 1160942 w 1160942"/>
              <a:gd name="connsiteY5" fmla="*/ 3259351 h 4490153"/>
              <a:gd name="connsiteX6" fmla="*/ 1160942 w 1160942"/>
              <a:gd name="connsiteY6" fmla="*/ 3000100 h 4490153"/>
              <a:gd name="connsiteX7" fmla="*/ 1160942 w 1160942"/>
              <a:gd name="connsiteY7" fmla="*/ 2774255 h 4490153"/>
              <a:gd name="connsiteX8" fmla="*/ 1160942 w 1160942"/>
              <a:gd name="connsiteY8" fmla="*/ 2515003 h 4490153"/>
              <a:gd name="connsiteX9" fmla="*/ 1159386 w 1160942"/>
              <a:gd name="connsiteY9" fmla="*/ 2503277 h 4490153"/>
              <a:gd name="connsiteX10" fmla="*/ 1160942 w 1160942"/>
              <a:gd name="connsiteY10" fmla="*/ 2491551 h 4490153"/>
              <a:gd name="connsiteX11" fmla="*/ 1160942 w 1160942"/>
              <a:gd name="connsiteY11" fmla="*/ 2232299 h 4490153"/>
              <a:gd name="connsiteX12" fmla="*/ 1160942 w 1160942"/>
              <a:gd name="connsiteY12" fmla="*/ 2006454 h 4490153"/>
              <a:gd name="connsiteX13" fmla="*/ 1160942 w 1160942"/>
              <a:gd name="connsiteY13" fmla="*/ 1747202 h 4490153"/>
              <a:gd name="connsiteX14" fmla="*/ 1155400 w 1160942"/>
              <a:gd name="connsiteY14" fmla="*/ 1705433 h 4490153"/>
              <a:gd name="connsiteX15" fmla="*/ 1160942 w 1160942"/>
              <a:gd name="connsiteY15" fmla="*/ 1663664 h 4490153"/>
              <a:gd name="connsiteX16" fmla="*/ 1160942 w 1160942"/>
              <a:gd name="connsiteY16" fmla="*/ 1404412 h 4490153"/>
              <a:gd name="connsiteX17" fmla="*/ 1160942 w 1160942"/>
              <a:gd name="connsiteY17" fmla="*/ 1178567 h 4490153"/>
              <a:gd name="connsiteX18" fmla="*/ 1160942 w 1160942"/>
              <a:gd name="connsiteY18" fmla="*/ 1147265 h 4490153"/>
              <a:gd name="connsiteX19" fmla="*/ 1160942 w 1160942"/>
              <a:gd name="connsiteY19" fmla="*/ 919315 h 4490153"/>
              <a:gd name="connsiteX20" fmla="*/ 1160942 w 1160942"/>
              <a:gd name="connsiteY20" fmla="*/ 888013 h 4490153"/>
              <a:gd name="connsiteX21" fmla="*/ 1160942 w 1160942"/>
              <a:gd name="connsiteY21" fmla="*/ 662168 h 4490153"/>
              <a:gd name="connsiteX22" fmla="*/ 1160942 w 1160942"/>
              <a:gd name="connsiteY22" fmla="*/ 402916 h 4490153"/>
              <a:gd name="connsiteX23" fmla="*/ 1080745 w 1160942"/>
              <a:gd name="connsiteY23" fmla="*/ 264033 h 4490153"/>
              <a:gd name="connsiteX24" fmla="*/ 660667 w 1160942"/>
              <a:gd name="connsiteY24" fmla="*/ 21483 h 4490153"/>
              <a:gd name="connsiteX25" fmla="*/ 500275 w 1160942"/>
              <a:gd name="connsiteY25" fmla="*/ 21483 h 4490153"/>
              <a:gd name="connsiteX26" fmla="*/ 80196 w 1160942"/>
              <a:gd name="connsiteY26" fmla="*/ 264033 h 4490153"/>
              <a:gd name="connsiteX27" fmla="*/ 0 w 1160942"/>
              <a:gd name="connsiteY27" fmla="*/ 402916 h 4490153"/>
              <a:gd name="connsiteX28" fmla="*/ 0 w 1160942"/>
              <a:gd name="connsiteY28" fmla="*/ 662168 h 4490153"/>
              <a:gd name="connsiteX29" fmla="*/ 0 w 1160942"/>
              <a:gd name="connsiteY29" fmla="*/ 888013 h 4490153"/>
              <a:gd name="connsiteX30" fmla="*/ 0 w 1160942"/>
              <a:gd name="connsiteY30" fmla="*/ 919315 h 4490153"/>
              <a:gd name="connsiteX31" fmla="*/ 0 w 1160942"/>
              <a:gd name="connsiteY31" fmla="*/ 1147265 h 4490153"/>
              <a:gd name="connsiteX32" fmla="*/ 0 w 1160942"/>
              <a:gd name="connsiteY32" fmla="*/ 1178567 h 4490153"/>
              <a:gd name="connsiteX33" fmla="*/ 0 w 1160942"/>
              <a:gd name="connsiteY33" fmla="*/ 1404412 h 4490153"/>
              <a:gd name="connsiteX34" fmla="*/ 0 w 1160942"/>
              <a:gd name="connsiteY34" fmla="*/ 1663664 h 4490153"/>
              <a:gd name="connsiteX35" fmla="*/ 5542 w 1160942"/>
              <a:gd name="connsiteY35" fmla="*/ 1705433 h 4490153"/>
              <a:gd name="connsiteX36" fmla="*/ 0 w 1160942"/>
              <a:gd name="connsiteY36" fmla="*/ 1747202 h 4490153"/>
              <a:gd name="connsiteX37" fmla="*/ 0 w 1160942"/>
              <a:gd name="connsiteY37" fmla="*/ 2006454 h 4490153"/>
              <a:gd name="connsiteX38" fmla="*/ 0 w 1160942"/>
              <a:gd name="connsiteY38" fmla="*/ 2232299 h 4490153"/>
              <a:gd name="connsiteX39" fmla="*/ 0 w 1160942"/>
              <a:gd name="connsiteY39" fmla="*/ 2491551 h 4490153"/>
              <a:gd name="connsiteX40" fmla="*/ 1556 w 1160942"/>
              <a:gd name="connsiteY40" fmla="*/ 2503277 h 4490153"/>
              <a:gd name="connsiteX41" fmla="*/ 0 w 1160942"/>
              <a:gd name="connsiteY41" fmla="*/ 2515003 h 4490153"/>
              <a:gd name="connsiteX42" fmla="*/ 0 w 1160942"/>
              <a:gd name="connsiteY42" fmla="*/ 2774255 h 4490153"/>
              <a:gd name="connsiteX43" fmla="*/ 0 w 1160942"/>
              <a:gd name="connsiteY43" fmla="*/ 3000100 h 4490153"/>
              <a:gd name="connsiteX44" fmla="*/ 0 w 1160942"/>
              <a:gd name="connsiteY44" fmla="*/ 3259351 h 4490153"/>
              <a:gd name="connsiteX45" fmla="*/ 5542 w 1160942"/>
              <a:gd name="connsiteY45" fmla="*/ 3301120 h 4490153"/>
              <a:gd name="connsiteX46" fmla="*/ 0 w 1160942"/>
              <a:gd name="connsiteY46" fmla="*/ 3342889 h 4490153"/>
              <a:gd name="connsiteX47" fmla="*/ 0 w 1160942"/>
              <a:gd name="connsiteY47" fmla="*/ 3602141 h 4490153"/>
              <a:gd name="connsiteX48" fmla="*/ 0 w 1160942"/>
              <a:gd name="connsiteY48" fmla="*/ 3827986 h 4490153"/>
              <a:gd name="connsiteX49" fmla="*/ 0 w 1160942"/>
              <a:gd name="connsiteY49" fmla="*/ 4087238 h 4490153"/>
              <a:gd name="connsiteX50" fmla="*/ 80196 w 1160942"/>
              <a:gd name="connsiteY50" fmla="*/ 4226121 h 4490153"/>
              <a:gd name="connsiteX51" fmla="*/ 500275 w 1160942"/>
              <a:gd name="connsiteY51" fmla="*/ 4468670 h 4490153"/>
              <a:gd name="connsiteX52" fmla="*/ 660667 w 1160942"/>
              <a:gd name="connsiteY52" fmla="*/ 4468670 h 4490153"/>
              <a:gd name="connsiteX53" fmla="*/ 1080745 w 1160942"/>
              <a:gd name="connsiteY53" fmla="*/ 4226121 h 4490153"/>
              <a:gd name="connsiteX54" fmla="*/ 1160942 w 1160942"/>
              <a:gd name="connsiteY54" fmla="*/ 4087238 h 449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0942" h="4490153">
                <a:moveTo>
                  <a:pt x="1160942" y="4087238"/>
                </a:moveTo>
                <a:lnTo>
                  <a:pt x="1160942" y="3827986"/>
                </a:lnTo>
                <a:lnTo>
                  <a:pt x="1160942" y="3602141"/>
                </a:lnTo>
                <a:lnTo>
                  <a:pt x="1160942" y="3342889"/>
                </a:lnTo>
                <a:lnTo>
                  <a:pt x="1155400" y="3301120"/>
                </a:lnTo>
                <a:lnTo>
                  <a:pt x="1160942" y="3259351"/>
                </a:lnTo>
                <a:lnTo>
                  <a:pt x="1160942" y="3000100"/>
                </a:lnTo>
                <a:lnTo>
                  <a:pt x="1160942" y="2774255"/>
                </a:lnTo>
                <a:lnTo>
                  <a:pt x="1160942" y="2515003"/>
                </a:lnTo>
                <a:lnTo>
                  <a:pt x="1159386" y="2503277"/>
                </a:lnTo>
                <a:lnTo>
                  <a:pt x="1160942" y="2491551"/>
                </a:lnTo>
                <a:lnTo>
                  <a:pt x="1160942" y="2232299"/>
                </a:lnTo>
                <a:lnTo>
                  <a:pt x="1160942" y="2006454"/>
                </a:lnTo>
                <a:lnTo>
                  <a:pt x="1160942" y="1747202"/>
                </a:lnTo>
                <a:lnTo>
                  <a:pt x="1155400" y="1705433"/>
                </a:lnTo>
                <a:lnTo>
                  <a:pt x="1160942" y="1663664"/>
                </a:lnTo>
                <a:lnTo>
                  <a:pt x="1160942" y="1404412"/>
                </a:lnTo>
                <a:lnTo>
                  <a:pt x="1160942" y="1178567"/>
                </a:lnTo>
                <a:lnTo>
                  <a:pt x="1160942" y="1147265"/>
                </a:lnTo>
                <a:lnTo>
                  <a:pt x="1160942" y="919315"/>
                </a:lnTo>
                <a:lnTo>
                  <a:pt x="1160942" y="888013"/>
                </a:lnTo>
                <a:lnTo>
                  <a:pt x="1160942" y="662168"/>
                </a:lnTo>
                <a:lnTo>
                  <a:pt x="1160942" y="402916"/>
                </a:lnTo>
                <a:cubicBezTo>
                  <a:pt x="1160942" y="345620"/>
                  <a:pt x="1130374" y="292678"/>
                  <a:pt x="1080745" y="264033"/>
                </a:cubicBezTo>
                <a:cubicBezTo>
                  <a:pt x="970022" y="200093"/>
                  <a:pt x="771391" y="85423"/>
                  <a:pt x="660667" y="21483"/>
                </a:cubicBezTo>
                <a:cubicBezTo>
                  <a:pt x="611039" y="-7162"/>
                  <a:pt x="549903" y="-7162"/>
                  <a:pt x="500275" y="21483"/>
                </a:cubicBezTo>
                <a:cubicBezTo>
                  <a:pt x="389551" y="85423"/>
                  <a:pt x="190920" y="200093"/>
                  <a:pt x="80196" y="264033"/>
                </a:cubicBezTo>
                <a:cubicBezTo>
                  <a:pt x="30568" y="292678"/>
                  <a:pt x="0" y="345620"/>
                  <a:pt x="0" y="402916"/>
                </a:cubicBezTo>
                <a:lnTo>
                  <a:pt x="0" y="662168"/>
                </a:lnTo>
                <a:lnTo>
                  <a:pt x="0" y="888013"/>
                </a:lnTo>
                <a:lnTo>
                  <a:pt x="0" y="919315"/>
                </a:lnTo>
                <a:lnTo>
                  <a:pt x="0" y="1147265"/>
                </a:lnTo>
                <a:lnTo>
                  <a:pt x="0" y="1178567"/>
                </a:lnTo>
                <a:lnTo>
                  <a:pt x="0" y="1404412"/>
                </a:lnTo>
                <a:lnTo>
                  <a:pt x="0" y="1663664"/>
                </a:lnTo>
                <a:lnTo>
                  <a:pt x="5542" y="1705433"/>
                </a:lnTo>
                <a:lnTo>
                  <a:pt x="0" y="1747202"/>
                </a:lnTo>
                <a:lnTo>
                  <a:pt x="0" y="2006454"/>
                </a:lnTo>
                <a:lnTo>
                  <a:pt x="0" y="2232299"/>
                </a:lnTo>
                <a:lnTo>
                  <a:pt x="0" y="2491551"/>
                </a:lnTo>
                <a:lnTo>
                  <a:pt x="1556" y="2503277"/>
                </a:lnTo>
                <a:lnTo>
                  <a:pt x="0" y="2515003"/>
                </a:lnTo>
                <a:lnTo>
                  <a:pt x="0" y="2774255"/>
                </a:lnTo>
                <a:lnTo>
                  <a:pt x="0" y="3000100"/>
                </a:lnTo>
                <a:lnTo>
                  <a:pt x="0" y="3259351"/>
                </a:lnTo>
                <a:lnTo>
                  <a:pt x="5542" y="3301120"/>
                </a:lnTo>
                <a:lnTo>
                  <a:pt x="0" y="3342889"/>
                </a:lnTo>
                <a:lnTo>
                  <a:pt x="0" y="3602141"/>
                </a:lnTo>
                <a:lnTo>
                  <a:pt x="0" y="3827986"/>
                </a:lnTo>
                <a:lnTo>
                  <a:pt x="0" y="4087238"/>
                </a:lnTo>
                <a:cubicBezTo>
                  <a:pt x="0" y="4144534"/>
                  <a:pt x="30568" y="4197476"/>
                  <a:pt x="80196" y="4226121"/>
                </a:cubicBezTo>
                <a:cubicBezTo>
                  <a:pt x="190920" y="4290060"/>
                  <a:pt x="389551" y="4404731"/>
                  <a:pt x="500275" y="4468670"/>
                </a:cubicBezTo>
                <a:cubicBezTo>
                  <a:pt x="549903" y="4497315"/>
                  <a:pt x="611039" y="4497315"/>
                  <a:pt x="660667" y="4468670"/>
                </a:cubicBezTo>
                <a:cubicBezTo>
                  <a:pt x="771391" y="4404731"/>
                  <a:pt x="970022" y="4290060"/>
                  <a:pt x="1080745" y="4226121"/>
                </a:cubicBezTo>
                <a:cubicBezTo>
                  <a:pt x="1130374" y="4197476"/>
                  <a:pt x="1160942" y="4144534"/>
                  <a:pt x="1160942" y="4087238"/>
                </a:cubicBezTo>
                <a:close/>
              </a:path>
            </a:pathLst>
          </a:custGeom>
          <a:solidFill>
            <a:schemeClr val="bg2"/>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55" name="Rectangle: Rounded Corners 54"/>
          <p:cNvSpPr/>
          <p:nvPr userDrawn="1"/>
        </p:nvSpPr>
        <p:spPr>
          <a:xfrm>
            <a:off x="9021857" y="2685137"/>
            <a:ext cx="2331942" cy="3783699"/>
          </a:xfrm>
          <a:prstGeom prst="roundRect">
            <a:avLst>
              <a:gd name="adj" fmla="val 11354"/>
            </a:avLst>
          </a:prstGeom>
          <a:solidFill>
            <a:schemeClr val="accent1"/>
          </a:solidFill>
          <a:ln w="9525" cap="flat">
            <a:noFill/>
            <a:prstDash val="solid"/>
            <a:round/>
          </a:ln>
          <a:effectLst/>
        </p:spPr>
        <p:txBody>
          <a:bodyPr rtlCol="0" anchor="ctr"/>
          <a:lstStyle/>
          <a:p>
            <a:pPr algn="l"/>
            <a:endParaRPr lang="en-US"/>
          </a:p>
        </p:txBody>
      </p:sp>
      <p:sp>
        <p:nvSpPr>
          <p:cNvPr id="56" name="Graphic 7"/>
          <p:cNvSpPr/>
          <p:nvPr userDrawn="1"/>
        </p:nvSpPr>
        <p:spPr>
          <a:xfrm rot="10800000" flipV="1">
            <a:off x="9141138" y="1643090"/>
            <a:ext cx="2093380" cy="2327774"/>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bg2"/>
          </a:solidFill>
          <a:ln w="9525" cap="flat">
            <a:noFill/>
            <a:prstDash val="solid"/>
            <a:round/>
          </a:ln>
          <a:effectLst>
            <a:outerShdw blurRad="635000" dist="38100" dir="8100000" algn="ctr" rotWithShape="0">
              <a:schemeClr val="accent1">
                <a:alpha val="40000"/>
              </a:schemeClr>
            </a:outerShdw>
          </a:effectLst>
        </p:spPr>
        <p:txBody>
          <a:bodyPr rtlCol="0" anchor="ctr"/>
          <a:lstStyle/>
          <a:p>
            <a:endParaRPr lang="en-US"/>
          </a:p>
        </p:txBody>
      </p:sp>
      <p:sp>
        <p:nvSpPr>
          <p:cNvPr id="57" name="Freeform: Shape 56"/>
          <p:cNvSpPr/>
          <p:nvPr userDrawn="1"/>
        </p:nvSpPr>
        <p:spPr>
          <a:xfrm rot="16200000" flipV="1">
            <a:off x="9835070" y="3008940"/>
            <a:ext cx="705516" cy="2534904"/>
          </a:xfrm>
          <a:custGeom>
            <a:avLst/>
            <a:gdLst>
              <a:gd name="connsiteX0" fmla="*/ 1160942 w 1160942"/>
              <a:gd name="connsiteY0" fmla="*/ 4087238 h 4490153"/>
              <a:gd name="connsiteX1" fmla="*/ 1160942 w 1160942"/>
              <a:gd name="connsiteY1" fmla="*/ 3827986 h 4490153"/>
              <a:gd name="connsiteX2" fmla="*/ 1160942 w 1160942"/>
              <a:gd name="connsiteY2" fmla="*/ 3602141 h 4490153"/>
              <a:gd name="connsiteX3" fmla="*/ 1160942 w 1160942"/>
              <a:gd name="connsiteY3" fmla="*/ 3342889 h 4490153"/>
              <a:gd name="connsiteX4" fmla="*/ 1155400 w 1160942"/>
              <a:gd name="connsiteY4" fmla="*/ 3301120 h 4490153"/>
              <a:gd name="connsiteX5" fmla="*/ 1160942 w 1160942"/>
              <a:gd name="connsiteY5" fmla="*/ 3259351 h 4490153"/>
              <a:gd name="connsiteX6" fmla="*/ 1160942 w 1160942"/>
              <a:gd name="connsiteY6" fmla="*/ 3000100 h 4490153"/>
              <a:gd name="connsiteX7" fmla="*/ 1160942 w 1160942"/>
              <a:gd name="connsiteY7" fmla="*/ 2774255 h 4490153"/>
              <a:gd name="connsiteX8" fmla="*/ 1160942 w 1160942"/>
              <a:gd name="connsiteY8" fmla="*/ 2515003 h 4490153"/>
              <a:gd name="connsiteX9" fmla="*/ 1159386 w 1160942"/>
              <a:gd name="connsiteY9" fmla="*/ 2503277 h 4490153"/>
              <a:gd name="connsiteX10" fmla="*/ 1160942 w 1160942"/>
              <a:gd name="connsiteY10" fmla="*/ 2491551 h 4490153"/>
              <a:gd name="connsiteX11" fmla="*/ 1160942 w 1160942"/>
              <a:gd name="connsiteY11" fmla="*/ 2232299 h 4490153"/>
              <a:gd name="connsiteX12" fmla="*/ 1160942 w 1160942"/>
              <a:gd name="connsiteY12" fmla="*/ 2006454 h 4490153"/>
              <a:gd name="connsiteX13" fmla="*/ 1160942 w 1160942"/>
              <a:gd name="connsiteY13" fmla="*/ 1747202 h 4490153"/>
              <a:gd name="connsiteX14" fmla="*/ 1155400 w 1160942"/>
              <a:gd name="connsiteY14" fmla="*/ 1705433 h 4490153"/>
              <a:gd name="connsiteX15" fmla="*/ 1160942 w 1160942"/>
              <a:gd name="connsiteY15" fmla="*/ 1663664 h 4490153"/>
              <a:gd name="connsiteX16" fmla="*/ 1160942 w 1160942"/>
              <a:gd name="connsiteY16" fmla="*/ 1404412 h 4490153"/>
              <a:gd name="connsiteX17" fmla="*/ 1160942 w 1160942"/>
              <a:gd name="connsiteY17" fmla="*/ 1178567 h 4490153"/>
              <a:gd name="connsiteX18" fmla="*/ 1160942 w 1160942"/>
              <a:gd name="connsiteY18" fmla="*/ 1147265 h 4490153"/>
              <a:gd name="connsiteX19" fmla="*/ 1160942 w 1160942"/>
              <a:gd name="connsiteY19" fmla="*/ 919315 h 4490153"/>
              <a:gd name="connsiteX20" fmla="*/ 1160942 w 1160942"/>
              <a:gd name="connsiteY20" fmla="*/ 888013 h 4490153"/>
              <a:gd name="connsiteX21" fmla="*/ 1160942 w 1160942"/>
              <a:gd name="connsiteY21" fmla="*/ 662168 h 4490153"/>
              <a:gd name="connsiteX22" fmla="*/ 1160942 w 1160942"/>
              <a:gd name="connsiteY22" fmla="*/ 402916 h 4490153"/>
              <a:gd name="connsiteX23" fmla="*/ 1080745 w 1160942"/>
              <a:gd name="connsiteY23" fmla="*/ 264033 h 4490153"/>
              <a:gd name="connsiteX24" fmla="*/ 660667 w 1160942"/>
              <a:gd name="connsiteY24" fmla="*/ 21483 h 4490153"/>
              <a:gd name="connsiteX25" fmla="*/ 500275 w 1160942"/>
              <a:gd name="connsiteY25" fmla="*/ 21483 h 4490153"/>
              <a:gd name="connsiteX26" fmla="*/ 80196 w 1160942"/>
              <a:gd name="connsiteY26" fmla="*/ 264033 h 4490153"/>
              <a:gd name="connsiteX27" fmla="*/ 0 w 1160942"/>
              <a:gd name="connsiteY27" fmla="*/ 402916 h 4490153"/>
              <a:gd name="connsiteX28" fmla="*/ 0 w 1160942"/>
              <a:gd name="connsiteY28" fmla="*/ 662168 h 4490153"/>
              <a:gd name="connsiteX29" fmla="*/ 0 w 1160942"/>
              <a:gd name="connsiteY29" fmla="*/ 888013 h 4490153"/>
              <a:gd name="connsiteX30" fmla="*/ 0 w 1160942"/>
              <a:gd name="connsiteY30" fmla="*/ 919315 h 4490153"/>
              <a:gd name="connsiteX31" fmla="*/ 0 w 1160942"/>
              <a:gd name="connsiteY31" fmla="*/ 1147265 h 4490153"/>
              <a:gd name="connsiteX32" fmla="*/ 0 w 1160942"/>
              <a:gd name="connsiteY32" fmla="*/ 1178567 h 4490153"/>
              <a:gd name="connsiteX33" fmla="*/ 0 w 1160942"/>
              <a:gd name="connsiteY33" fmla="*/ 1404412 h 4490153"/>
              <a:gd name="connsiteX34" fmla="*/ 0 w 1160942"/>
              <a:gd name="connsiteY34" fmla="*/ 1663664 h 4490153"/>
              <a:gd name="connsiteX35" fmla="*/ 5542 w 1160942"/>
              <a:gd name="connsiteY35" fmla="*/ 1705433 h 4490153"/>
              <a:gd name="connsiteX36" fmla="*/ 0 w 1160942"/>
              <a:gd name="connsiteY36" fmla="*/ 1747202 h 4490153"/>
              <a:gd name="connsiteX37" fmla="*/ 0 w 1160942"/>
              <a:gd name="connsiteY37" fmla="*/ 2006454 h 4490153"/>
              <a:gd name="connsiteX38" fmla="*/ 0 w 1160942"/>
              <a:gd name="connsiteY38" fmla="*/ 2232299 h 4490153"/>
              <a:gd name="connsiteX39" fmla="*/ 0 w 1160942"/>
              <a:gd name="connsiteY39" fmla="*/ 2491551 h 4490153"/>
              <a:gd name="connsiteX40" fmla="*/ 1556 w 1160942"/>
              <a:gd name="connsiteY40" fmla="*/ 2503277 h 4490153"/>
              <a:gd name="connsiteX41" fmla="*/ 0 w 1160942"/>
              <a:gd name="connsiteY41" fmla="*/ 2515003 h 4490153"/>
              <a:gd name="connsiteX42" fmla="*/ 0 w 1160942"/>
              <a:gd name="connsiteY42" fmla="*/ 2774255 h 4490153"/>
              <a:gd name="connsiteX43" fmla="*/ 0 w 1160942"/>
              <a:gd name="connsiteY43" fmla="*/ 3000100 h 4490153"/>
              <a:gd name="connsiteX44" fmla="*/ 0 w 1160942"/>
              <a:gd name="connsiteY44" fmla="*/ 3259351 h 4490153"/>
              <a:gd name="connsiteX45" fmla="*/ 5542 w 1160942"/>
              <a:gd name="connsiteY45" fmla="*/ 3301120 h 4490153"/>
              <a:gd name="connsiteX46" fmla="*/ 0 w 1160942"/>
              <a:gd name="connsiteY46" fmla="*/ 3342889 h 4490153"/>
              <a:gd name="connsiteX47" fmla="*/ 0 w 1160942"/>
              <a:gd name="connsiteY47" fmla="*/ 3602141 h 4490153"/>
              <a:gd name="connsiteX48" fmla="*/ 0 w 1160942"/>
              <a:gd name="connsiteY48" fmla="*/ 3827986 h 4490153"/>
              <a:gd name="connsiteX49" fmla="*/ 0 w 1160942"/>
              <a:gd name="connsiteY49" fmla="*/ 4087238 h 4490153"/>
              <a:gd name="connsiteX50" fmla="*/ 80196 w 1160942"/>
              <a:gd name="connsiteY50" fmla="*/ 4226121 h 4490153"/>
              <a:gd name="connsiteX51" fmla="*/ 500275 w 1160942"/>
              <a:gd name="connsiteY51" fmla="*/ 4468670 h 4490153"/>
              <a:gd name="connsiteX52" fmla="*/ 660667 w 1160942"/>
              <a:gd name="connsiteY52" fmla="*/ 4468670 h 4490153"/>
              <a:gd name="connsiteX53" fmla="*/ 1080745 w 1160942"/>
              <a:gd name="connsiteY53" fmla="*/ 4226121 h 4490153"/>
              <a:gd name="connsiteX54" fmla="*/ 1160942 w 1160942"/>
              <a:gd name="connsiteY54" fmla="*/ 4087238 h 4490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0942" h="4490153">
                <a:moveTo>
                  <a:pt x="1160942" y="4087238"/>
                </a:moveTo>
                <a:lnTo>
                  <a:pt x="1160942" y="3827986"/>
                </a:lnTo>
                <a:lnTo>
                  <a:pt x="1160942" y="3602141"/>
                </a:lnTo>
                <a:lnTo>
                  <a:pt x="1160942" y="3342889"/>
                </a:lnTo>
                <a:lnTo>
                  <a:pt x="1155400" y="3301120"/>
                </a:lnTo>
                <a:lnTo>
                  <a:pt x="1160942" y="3259351"/>
                </a:lnTo>
                <a:lnTo>
                  <a:pt x="1160942" y="3000100"/>
                </a:lnTo>
                <a:lnTo>
                  <a:pt x="1160942" y="2774255"/>
                </a:lnTo>
                <a:lnTo>
                  <a:pt x="1160942" y="2515003"/>
                </a:lnTo>
                <a:lnTo>
                  <a:pt x="1159386" y="2503277"/>
                </a:lnTo>
                <a:lnTo>
                  <a:pt x="1160942" y="2491551"/>
                </a:lnTo>
                <a:lnTo>
                  <a:pt x="1160942" y="2232299"/>
                </a:lnTo>
                <a:lnTo>
                  <a:pt x="1160942" y="2006454"/>
                </a:lnTo>
                <a:lnTo>
                  <a:pt x="1160942" y="1747202"/>
                </a:lnTo>
                <a:lnTo>
                  <a:pt x="1155400" y="1705433"/>
                </a:lnTo>
                <a:lnTo>
                  <a:pt x="1160942" y="1663664"/>
                </a:lnTo>
                <a:lnTo>
                  <a:pt x="1160942" y="1404412"/>
                </a:lnTo>
                <a:lnTo>
                  <a:pt x="1160942" y="1178567"/>
                </a:lnTo>
                <a:lnTo>
                  <a:pt x="1160942" y="1147265"/>
                </a:lnTo>
                <a:lnTo>
                  <a:pt x="1160942" y="919315"/>
                </a:lnTo>
                <a:lnTo>
                  <a:pt x="1160942" y="888013"/>
                </a:lnTo>
                <a:lnTo>
                  <a:pt x="1160942" y="662168"/>
                </a:lnTo>
                <a:lnTo>
                  <a:pt x="1160942" y="402916"/>
                </a:lnTo>
                <a:cubicBezTo>
                  <a:pt x="1160942" y="345620"/>
                  <a:pt x="1130374" y="292678"/>
                  <a:pt x="1080745" y="264033"/>
                </a:cubicBezTo>
                <a:cubicBezTo>
                  <a:pt x="970022" y="200093"/>
                  <a:pt x="771391" y="85423"/>
                  <a:pt x="660667" y="21483"/>
                </a:cubicBezTo>
                <a:cubicBezTo>
                  <a:pt x="611039" y="-7162"/>
                  <a:pt x="549903" y="-7162"/>
                  <a:pt x="500275" y="21483"/>
                </a:cubicBezTo>
                <a:cubicBezTo>
                  <a:pt x="389551" y="85423"/>
                  <a:pt x="190920" y="200093"/>
                  <a:pt x="80196" y="264033"/>
                </a:cubicBezTo>
                <a:cubicBezTo>
                  <a:pt x="30568" y="292678"/>
                  <a:pt x="0" y="345620"/>
                  <a:pt x="0" y="402916"/>
                </a:cubicBezTo>
                <a:lnTo>
                  <a:pt x="0" y="662168"/>
                </a:lnTo>
                <a:lnTo>
                  <a:pt x="0" y="888013"/>
                </a:lnTo>
                <a:lnTo>
                  <a:pt x="0" y="919315"/>
                </a:lnTo>
                <a:lnTo>
                  <a:pt x="0" y="1147265"/>
                </a:lnTo>
                <a:lnTo>
                  <a:pt x="0" y="1178567"/>
                </a:lnTo>
                <a:lnTo>
                  <a:pt x="0" y="1404412"/>
                </a:lnTo>
                <a:lnTo>
                  <a:pt x="0" y="1663664"/>
                </a:lnTo>
                <a:lnTo>
                  <a:pt x="5542" y="1705433"/>
                </a:lnTo>
                <a:lnTo>
                  <a:pt x="0" y="1747202"/>
                </a:lnTo>
                <a:lnTo>
                  <a:pt x="0" y="2006454"/>
                </a:lnTo>
                <a:lnTo>
                  <a:pt x="0" y="2232299"/>
                </a:lnTo>
                <a:lnTo>
                  <a:pt x="0" y="2491551"/>
                </a:lnTo>
                <a:lnTo>
                  <a:pt x="1556" y="2503277"/>
                </a:lnTo>
                <a:lnTo>
                  <a:pt x="0" y="2515003"/>
                </a:lnTo>
                <a:lnTo>
                  <a:pt x="0" y="2774255"/>
                </a:lnTo>
                <a:lnTo>
                  <a:pt x="0" y="3000100"/>
                </a:lnTo>
                <a:lnTo>
                  <a:pt x="0" y="3259351"/>
                </a:lnTo>
                <a:lnTo>
                  <a:pt x="5542" y="3301120"/>
                </a:lnTo>
                <a:lnTo>
                  <a:pt x="0" y="3342889"/>
                </a:lnTo>
                <a:lnTo>
                  <a:pt x="0" y="3602141"/>
                </a:lnTo>
                <a:lnTo>
                  <a:pt x="0" y="3827986"/>
                </a:lnTo>
                <a:lnTo>
                  <a:pt x="0" y="4087238"/>
                </a:lnTo>
                <a:cubicBezTo>
                  <a:pt x="0" y="4144534"/>
                  <a:pt x="30568" y="4197476"/>
                  <a:pt x="80196" y="4226121"/>
                </a:cubicBezTo>
                <a:cubicBezTo>
                  <a:pt x="190920" y="4290060"/>
                  <a:pt x="389551" y="4404731"/>
                  <a:pt x="500275" y="4468670"/>
                </a:cubicBezTo>
                <a:cubicBezTo>
                  <a:pt x="549903" y="4497315"/>
                  <a:pt x="611039" y="4497315"/>
                  <a:pt x="660667" y="4468670"/>
                </a:cubicBezTo>
                <a:cubicBezTo>
                  <a:pt x="771391" y="4404731"/>
                  <a:pt x="970022" y="4290060"/>
                  <a:pt x="1080745" y="4226121"/>
                </a:cubicBezTo>
                <a:cubicBezTo>
                  <a:pt x="1130374" y="4197476"/>
                  <a:pt x="1160942" y="4144534"/>
                  <a:pt x="1160942" y="4087238"/>
                </a:cubicBezTo>
                <a:close/>
              </a:path>
            </a:pathLst>
          </a:custGeom>
          <a:solidFill>
            <a:schemeClr val="bg2"/>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80" name="Picture Placeholder 79"/>
          <p:cNvSpPr>
            <a:spLocks noGrp="1"/>
          </p:cNvSpPr>
          <p:nvPr>
            <p:ph type="pic" sz="quarter" idx="30"/>
          </p:nvPr>
        </p:nvSpPr>
        <p:spPr>
          <a:xfrm>
            <a:off x="3800474" y="1770182"/>
            <a:ext cx="1864781" cy="2073577"/>
          </a:xfrm>
          <a:custGeom>
            <a:avLst/>
            <a:gdLst>
              <a:gd name="connsiteX0" fmla="*/ 932390 w 1864781"/>
              <a:gd name="connsiteY0" fmla="*/ 0 h 2073577"/>
              <a:gd name="connsiteX1" fmla="*/ 1061206 w 1864781"/>
              <a:gd name="connsiteY1" fmla="*/ 34509 h 2073577"/>
              <a:gd name="connsiteX2" fmla="*/ 1735964 w 1864781"/>
              <a:gd name="connsiteY2" fmla="*/ 424107 h 2073577"/>
              <a:gd name="connsiteX3" fmla="*/ 1864781 w 1864781"/>
              <a:gd name="connsiteY3" fmla="*/ 647191 h 2073577"/>
              <a:gd name="connsiteX4" fmla="*/ 1864781 w 1864781"/>
              <a:gd name="connsiteY4" fmla="*/ 1426387 h 2073577"/>
              <a:gd name="connsiteX5" fmla="*/ 1735964 w 1864781"/>
              <a:gd name="connsiteY5" fmla="*/ 1649470 h 2073577"/>
              <a:gd name="connsiteX6" fmla="*/ 1061206 w 1864781"/>
              <a:gd name="connsiteY6" fmla="*/ 2039068 h 2073577"/>
              <a:gd name="connsiteX7" fmla="*/ 803574 w 1864781"/>
              <a:gd name="connsiteY7" fmla="*/ 2039068 h 2073577"/>
              <a:gd name="connsiteX8" fmla="*/ 128816 w 1864781"/>
              <a:gd name="connsiteY8" fmla="*/ 1649470 h 2073577"/>
              <a:gd name="connsiteX9" fmla="*/ 0 w 1864781"/>
              <a:gd name="connsiteY9" fmla="*/ 1426387 h 2073577"/>
              <a:gd name="connsiteX10" fmla="*/ 0 w 1864781"/>
              <a:gd name="connsiteY10" fmla="*/ 647191 h 2073577"/>
              <a:gd name="connsiteX11" fmla="*/ 128816 w 1864781"/>
              <a:gd name="connsiteY11" fmla="*/ 424107 h 2073577"/>
              <a:gd name="connsiteX12" fmla="*/ 803574 w 1864781"/>
              <a:gd name="connsiteY12" fmla="*/ 34509 h 2073577"/>
              <a:gd name="connsiteX13" fmla="*/ 932390 w 1864781"/>
              <a:gd name="connsiteY13" fmla="*/ 0 h 207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781" h="2073577">
                <a:moveTo>
                  <a:pt x="932390" y="0"/>
                </a:moveTo>
                <a:cubicBezTo>
                  <a:pt x="976869" y="0"/>
                  <a:pt x="1021348" y="11503"/>
                  <a:pt x="1061206" y="34509"/>
                </a:cubicBezTo>
                <a:cubicBezTo>
                  <a:pt x="1239059" y="137213"/>
                  <a:pt x="1558112" y="321404"/>
                  <a:pt x="1735964" y="424107"/>
                </a:cubicBezTo>
                <a:cubicBezTo>
                  <a:pt x="1815681" y="470120"/>
                  <a:pt x="1864781" y="555159"/>
                  <a:pt x="1864781" y="647191"/>
                </a:cubicBezTo>
                <a:lnTo>
                  <a:pt x="1864781" y="1426387"/>
                </a:lnTo>
                <a:cubicBezTo>
                  <a:pt x="1864781" y="1518419"/>
                  <a:pt x="1815681" y="1603458"/>
                  <a:pt x="1735964" y="1649470"/>
                </a:cubicBezTo>
                <a:cubicBezTo>
                  <a:pt x="1558112" y="1752174"/>
                  <a:pt x="1239059" y="1936366"/>
                  <a:pt x="1061206" y="2039068"/>
                </a:cubicBezTo>
                <a:cubicBezTo>
                  <a:pt x="981490" y="2085081"/>
                  <a:pt x="883290" y="2085081"/>
                  <a:pt x="803574" y="2039068"/>
                </a:cubicBezTo>
                <a:cubicBezTo>
                  <a:pt x="625722" y="1936366"/>
                  <a:pt x="306669" y="1752174"/>
                  <a:pt x="128816" y="1649470"/>
                </a:cubicBezTo>
                <a:cubicBezTo>
                  <a:pt x="49100" y="1603458"/>
                  <a:pt x="0" y="1518419"/>
                  <a:pt x="0" y="1426387"/>
                </a:cubicBezTo>
                <a:lnTo>
                  <a:pt x="0" y="647191"/>
                </a:lnTo>
                <a:cubicBezTo>
                  <a:pt x="0" y="555159"/>
                  <a:pt x="49100" y="470120"/>
                  <a:pt x="128816" y="424107"/>
                </a:cubicBezTo>
                <a:cubicBezTo>
                  <a:pt x="306669" y="321404"/>
                  <a:pt x="625722" y="137213"/>
                  <a:pt x="803574" y="34509"/>
                </a:cubicBezTo>
                <a:cubicBezTo>
                  <a:pt x="843432" y="11503"/>
                  <a:pt x="887911" y="0"/>
                  <a:pt x="932390" y="0"/>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
        <p:nvSpPr>
          <p:cNvPr id="81" name="Picture Placeholder 80"/>
          <p:cNvSpPr>
            <a:spLocks noGrp="1"/>
          </p:cNvSpPr>
          <p:nvPr>
            <p:ph type="pic" sz="quarter" idx="31"/>
          </p:nvPr>
        </p:nvSpPr>
        <p:spPr>
          <a:xfrm>
            <a:off x="6527830" y="1770182"/>
            <a:ext cx="1864781" cy="2073577"/>
          </a:xfrm>
          <a:custGeom>
            <a:avLst/>
            <a:gdLst>
              <a:gd name="connsiteX0" fmla="*/ 932390 w 1864781"/>
              <a:gd name="connsiteY0" fmla="*/ 0 h 2073577"/>
              <a:gd name="connsiteX1" fmla="*/ 1061206 w 1864781"/>
              <a:gd name="connsiteY1" fmla="*/ 34509 h 2073577"/>
              <a:gd name="connsiteX2" fmla="*/ 1735964 w 1864781"/>
              <a:gd name="connsiteY2" fmla="*/ 424107 h 2073577"/>
              <a:gd name="connsiteX3" fmla="*/ 1864781 w 1864781"/>
              <a:gd name="connsiteY3" fmla="*/ 647191 h 2073577"/>
              <a:gd name="connsiteX4" fmla="*/ 1864781 w 1864781"/>
              <a:gd name="connsiteY4" fmla="*/ 1426387 h 2073577"/>
              <a:gd name="connsiteX5" fmla="*/ 1735964 w 1864781"/>
              <a:gd name="connsiteY5" fmla="*/ 1649470 h 2073577"/>
              <a:gd name="connsiteX6" fmla="*/ 1061206 w 1864781"/>
              <a:gd name="connsiteY6" fmla="*/ 2039068 h 2073577"/>
              <a:gd name="connsiteX7" fmla="*/ 803574 w 1864781"/>
              <a:gd name="connsiteY7" fmla="*/ 2039068 h 2073577"/>
              <a:gd name="connsiteX8" fmla="*/ 128816 w 1864781"/>
              <a:gd name="connsiteY8" fmla="*/ 1649470 h 2073577"/>
              <a:gd name="connsiteX9" fmla="*/ 0 w 1864781"/>
              <a:gd name="connsiteY9" fmla="*/ 1426387 h 2073577"/>
              <a:gd name="connsiteX10" fmla="*/ 0 w 1864781"/>
              <a:gd name="connsiteY10" fmla="*/ 647191 h 2073577"/>
              <a:gd name="connsiteX11" fmla="*/ 128816 w 1864781"/>
              <a:gd name="connsiteY11" fmla="*/ 424107 h 2073577"/>
              <a:gd name="connsiteX12" fmla="*/ 803574 w 1864781"/>
              <a:gd name="connsiteY12" fmla="*/ 34509 h 2073577"/>
              <a:gd name="connsiteX13" fmla="*/ 932390 w 1864781"/>
              <a:gd name="connsiteY13" fmla="*/ 0 h 207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781" h="2073577">
                <a:moveTo>
                  <a:pt x="932390" y="0"/>
                </a:moveTo>
                <a:cubicBezTo>
                  <a:pt x="976869" y="0"/>
                  <a:pt x="1021348" y="11503"/>
                  <a:pt x="1061206" y="34509"/>
                </a:cubicBezTo>
                <a:cubicBezTo>
                  <a:pt x="1239059" y="137213"/>
                  <a:pt x="1558112" y="321404"/>
                  <a:pt x="1735964" y="424107"/>
                </a:cubicBezTo>
                <a:cubicBezTo>
                  <a:pt x="1815681" y="470120"/>
                  <a:pt x="1864781" y="555159"/>
                  <a:pt x="1864781" y="647191"/>
                </a:cubicBezTo>
                <a:lnTo>
                  <a:pt x="1864781" y="1426387"/>
                </a:lnTo>
                <a:cubicBezTo>
                  <a:pt x="1864781" y="1518419"/>
                  <a:pt x="1815681" y="1603458"/>
                  <a:pt x="1735964" y="1649470"/>
                </a:cubicBezTo>
                <a:cubicBezTo>
                  <a:pt x="1558112" y="1752174"/>
                  <a:pt x="1239059" y="1936366"/>
                  <a:pt x="1061206" y="2039068"/>
                </a:cubicBezTo>
                <a:cubicBezTo>
                  <a:pt x="981490" y="2085081"/>
                  <a:pt x="883290" y="2085081"/>
                  <a:pt x="803574" y="2039068"/>
                </a:cubicBezTo>
                <a:cubicBezTo>
                  <a:pt x="625722" y="1936366"/>
                  <a:pt x="306669" y="1752174"/>
                  <a:pt x="128816" y="1649470"/>
                </a:cubicBezTo>
                <a:cubicBezTo>
                  <a:pt x="49100" y="1603458"/>
                  <a:pt x="0" y="1518419"/>
                  <a:pt x="0" y="1426387"/>
                </a:cubicBezTo>
                <a:lnTo>
                  <a:pt x="0" y="647191"/>
                </a:lnTo>
                <a:cubicBezTo>
                  <a:pt x="0" y="555159"/>
                  <a:pt x="49100" y="470120"/>
                  <a:pt x="128816" y="424107"/>
                </a:cubicBezTo>
                <a:cubicBezTo>
                  <a:pt x="306669" y="321404"/>
                  <a:pt x="625722" y="137213"/>
                  <a:pt x="803574" y="34509"/>
                </a:cubicBezTo>
                <a:cubicBezTo>
                  <a:pt x="843432" y="11503"/>
                  <a:pt x="887911" y="0"/>
                  <a:pt x="932390" y="0"/>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
        <p:nvSpPr>
          <p:cNvPr id="82" name="Picture Placeholder 81"/>
          <p:cNvSpPr>
            <a:spLocks noGrp="1"/>
          </p:cNvSpPr>
          <p:nvPr>
            <p:ph type="pic" sz="quarter" idx="32"/>
          </p:nvPr>
        </p:nvSpPr>
        <p:spPr>
          <a:xfrm>
            <a:off x="9255438" y="1770182"/>
            <a:ext cx="1864781" cy="2073577"/>
          </a:xfrm>
          <a:custGeom>
            <a:avLst/>
            <a:gdLst>
              <a:gd name="connsiteX0" fmla="*/ 932390 w 1864781"/>
              <a:gd name="connsiteY0" fmla="*/ 0 h 2073577"/>
              <a:gd name="connsiteX1" fmla="*/ 1061206 w 1864781"/>
              <a:gd name="connsiteY1" fmla="*/ 34509 h 2073577"/>
              <a:gd name="connsiteX2" fmla="*/ 1735964 w 1864781"/>
              <a:gd name="connsiteY2" fmla="*/ 424107 h 2073577"/>
              <a:gd name="connsiteX3" fmla="*/ 1864781 w 1864781"/>
              <a:gd name="connsiteY3" fmla="*/ 647191 h 2073577"/>
              <a:gd name="connsiteX4" fmla="*/ 1864781 w 1864781"/>
              <a:gd name="connsiteY4" fmla="*/ 1426387 h 2073577"/>
              <a:gd name="connsiteX5" fmla="*/ 1735964 w 1864781"/>
              <a:gd name="connsiteY5" fmla="*/ 1649470 h 2073577"/>
              <a:gd name="connsiteX6" fmla="*/ 1061206 w 1864781"/>
              <a:gd name="connsiteY6" fmla="*/ 2039068 h 2073577"/>
              <a:gd name="connsiteX7" fmla="*/ 803574 w 1864781"/>
              <a:gd name="connsiteY7" fmla="*/ 2039068 h 2073577"/>
              <a:gd name="connsiteX8" fmla="*/ 128816 w 1864781"/>
              <a:gd name="connsiteY8" fmla="*/ 1649470 h 2073577"/>
              <a:gd name="connsiteX9" fmla="*/ 0 w 1864781"/>
              <a:gd name="connsiteY9" fmla="*/ 1426387 h 2073577"/>
              <a:gd name="connsiteX10" fmla="*/ 0 w 1864781"/>
              <a:gd name="connsiteY10" fmla="*/ 647191 h 2073577"/>
              <a:gd name="connsiteX11" fmla="*/ 128816 w 1864781"/>
              <a:gd name="connsiteY11" fmla="*/ 424107 h 2073577"/>
              <a:gd name="connsiteX12" fmla="*/ 803574 w 1864781"/>
              <a:gd name="connsiteY12" fmla="*/ 34509 h 2073577"/>
              <a:gd name="connsiteX13" fmla="*/ 932390 w 1864781"/>
              <a:gd name="connsiteY13" fmla="*/ 0 h 207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781" h="2073577">
                <a:moveTo>
                  <a:pt x="932390" y="0"/>
                </a:moveTo>
                <a:cubicBezTo>
                  <a:pt x="976869" y="0"/>
                  <a:pt x="1021348" y="11503"/>
                  <a:pt x="1061206" y="34509"/>
                </a:cubicBezTo>
                <a:cubicBezTo>
                  <a:pt x="1239059" y="137213"/>
                  <a:pt x="1558112" y="321404"/>
                  <a:pt x="1735964" y="424107"/>
                </a:cubicBezTo>
                <a:cubicBezTo>
                  <a:pt x="1815681" y="470120"/>
                  <a:pt x="1864781" y="555159"/>
                  <a:pt x="1864781" y="647191"/>
                </a:cubicBezTo>
                <a:lnTo>
                  <a:pt x="1864781" y="1426387"/>
                </a:lnTo>
                <a:cubicBezTo>
                  <a:pt x="1864781" y="1518419"/>
                  <a:pt x="1815681" y="1603458"/>
                  <a:pt x="1735964" y="1649470"/>
                </a:cubicBezTo>
                <a:cubicBezTo>
                  <a:pt x="1558112" y="1752174"/>
                  <a:pt x="1239059" y="1936366"/>
                  <a:pt x="1061206" y="2039068"/>
                </a:cubicBezTo>
                <a:cubicBezTo>
                  <a:pt x="981490" y="2085081"/>
                  <a:pt x="883290" y="2085081"/>
                  <a:pt x="803574" y="2039068"/>
                </a:cubicBezTo>
                <a:cubicBezTo>
                  <a:pt x="625722" y="1936366"/>
                  <a:pt x="306669" y="1752174"/>
                  <a:pt x="128816" y="1649470"/>
                </a:cubicBezTo>
                <a:cubicBezTo>
                  <a:pt x="49100" y="1603458"/>
                  <a:pt x="0" y="1518419"/>
                  <a:pt x="0" y="1426387"/>
                </a:cubicBezTo>
                <a:lnTo>
                  <a:pt x="0" y="647191"/>
                </a:lnTo>
                <a:cubicBezTo>
                  <a:pt x="0" y="555159"/>
                  <a:pt x="49100" y="470120"/>
                  <a:pt x="128816" y="424107"/>
                </a:cubicBezTo>
                <a:cubicBezTo>
                  <a:pt x="306669" y="321404"/>
                  <a:pt x="625722" y="137213"/>
                  <a:pt x="803574" y="34509"/>
                </a:cubicBezTo>
                <a:cubicBezTo>
                  <a:pt x="843432" y="11503"/>
                  <a:pt x="887911" y="0"/>
                  <a:pt x="932390" y="0"/>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
        <p:nvSpPr>
          <p:cNvPr id="2" name="Title 1"/>
          <p:cNvSpPr>
            <a:spLocks noGrp="1"/>
          </p:cNvSpPr>
          <p:nvPr>
            <p:ph type="title" hasCustomPrompt="1"/>
          </p:nvPr>
        </p:nvSpPr>
        <p:spPr>
          <a:xfrm>
            <a:off x="838200" y="530401"/>
            <a:ext cx="10515600" cy="553998"/>
          </a:xfrm>
        </p:spPr>
        <p:txBody>
          <a:bodyPr lIns="0" tIns="0" rIns="0" bIns="0">
            <a:normAutofit/>
          </a:bodyPr>
          <a:lstStyle>
            <a:lvl1pPr algn="ctr">
              <a:lnSpc>
                <a:spcPct val="100000"/>
              </a:lnSpc>
              <a:defRPr sz="3600">
                <a:solidFill>
                  <a:schemeClr val="accent1"/>
                </a:solidFill>
              </a:defRPr>
            </a:lvl1pPr>
          </a:lstStyle>
          <a:p>
            <a:r>
              <a:rPr lang="en-US"/>
              <a:t>Penjelasan 4 Poin</a:t>
            </a:r>
          </a:p>
        </p:txBody>
      </p:sp>
      <p:sp>
        <p:nvSpPr>
          <p:cNvPr id="78" name="Picture Placeholder 77"/>
          <p:cNvSpPr>
            <a:spLocks noGrp="1"/>
          </p:cNvSpPr>
          <p:nvPr>
            <p:ph type="pic" sz="quarter" idx="29"/>
          </p:nvPr>
        </p:nvSpPr>
        <p:spPr>
          <a:xfrm>
            <a:off x="1071781" y="1770441"/>
            <a:ext cx="1864781" cy="2073577"/>
          </a:xfrm>
          <a:custGeom>
            <a:avLst/>
            <a:gdLst>
              <a:gd name="connsiteX0" fmla="*/ 932390 w 1864781"/>
              <a:gd name="connsiteY0" fmla="*/ 0 h 2073577"/>
              <a:gd name="connsiteX1" fmla="*/ 1061206 w 1864781"/>
              <a:gd name="connsiteY1" fmla="*/ 34509 h 2073577"/>
              <a:gd name="connsiteX2" fmla="*/ 1735964 w 1864781"/>
              <a:gd name="connsiteY2" fmla="*/ 424107 h 2073577"/>
              <a:gd name="connsiteX3" fmla="*/ 1864781 w 1864781"/>
              <a:gd name="connsiteY3" fmla="*/ 647191 h 2073577"/>
              <a:gd name="connsiteX4" fmla="*/ 1864781 w 1864781"/>
              <a:gd name="connsiteY4" fmla="*/ 1426387 h 2073577"/>
              <a:gd name="connsiteX5" fmla="*/ 1735964 w 1864781"/>
              <a:gd name="connsiteY5" fmla="*/ 1649470 h 2073577"/>
              <a:gd name="connsiteX6" fmla="*/ 1061206 w 1864781"/>
              <a:gd name="connsiteY6" fmla="*/ 2039068 h 2073577"/>
              <a:gd name="connsiteX7" fmla="*/ 803574 w 1864781"/>
              <a:gd name="connsiteY7" fmla="*/ 2039068 h 2073577"/>
              <a:gd name="connsiteX8" fmla="*/ 128816 w 1864781"/>
              <a:gd name="connsiteY8" fmla="*/ 1649470 h 2073577"/>
              <a:gd name="connsiteX9" fmla="*/ 0 w 1864781"/>
              <a:gd name="connsiteY9" fmla="*/ 1426387 h 2073577"/>
              <a:gd name="connsiteX10" fmla="*/ 0 w 1864781"/>
              <a:gd name="connsiteY10" fmla="*/ 647191 h 2073577"/>
              <a:gd name="connsiteX11" fmla="*/ 128816 w 1864781"/>
              <a:gd name="connsiteY11" fmla="*/ 424107 h 2073577"/>
              <a:gd name="connsiteX12" fmla="*/ 803574 w 1864781"/>
              <a:gd name="connsiteY12" fmla="*/ 34509 h 2073577"/>
              <a:gd name="connsiteX13" fmla="*/ 932390 w 1864781"/>
              <a:gd name="connsiteY13" fmla="*/ 0 h 207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4781" h="2073577">
                <a:moveTo>
                  <a:pt x="932390" y="0"/>
                </a:moveTo>
                <a:cubicBezTo>
                  <a:pt x="976869" y="0"/>
                  <a:pt x="1021348" y="11503"/>
                  <a:pt x="1061206" y="34509"/>
                </a:cubicBezTo>
                <a:cubicBezTo>
                  <a:pt x="1239059" y="137213"/>
                  <a:pt x="1558112" y="321404"/>
                  <a:pt x="1735964" y="424107"/>
                </a:cubicBezTo>
                <a:cubicBezTo>
                  <a:pt x="1815681" y="470120"/>
                  <a:pt x="1864781" y="555159"/>
                  <a:pt x="1864781" y="647191"/>
                </a:cubicBezTo>
                <a:lnTo>
                  <a:pt x="1864781" y="1426387"/>
                </a:lnTo>
                <a:cubicBezTo>
                  <a:pt x="1864781" y="1518419"/>
                  <a:pt x="1815681" y="1603458"/>
                  <a:pt x="1735964" y="1649470"/>
                </a:cubicBezTo>
                <a:cubicBezTo>
                  <a:pt x="1558112" y="1752174"/>
                  <a:pt x="1239059" y="1936366"/>
                  <a:pt x="1061206" y="2039068"/>
                </a:cubicBezTo>
                <a:cubicBezTo>
                  <a:pt x="981490" y="2085081"/>
                  <a:pt x="883290" y="2085081"/>
                  <a:pt x="803574" y="2039068"/>
                </a:cubicBezTo>
                <a:cubicBezTo>
                  <a:pt x="625722" y="1936366"/>
                  <a:pt x="306669" y="1752174"/>
                  <a:pt x="128816" y="1649470"/>
                </a:cubicBezTo>
                <a:cubicBezTo>
                  <a:pt x="49100" y="1603458"/>
                  <a:pt x="0" y="1518419"/>
                  <a:pt x="0" y="1426387"/>
                </a:cubicBezTo>
                <a:lnTo>
                  <a:pt x="0" y="647191"/>
                </a:lnTo>
                <a:cubicBezTo>
                  <a:pt x="0" y="555159"/>
                  <a:pt x="49100" y="470120"/>
                  <a:pt x="128816" y="424107"/>
                </a:cubicBezTo>
                <a:cubicBezTo>
                  <a:pt x="306669" y="321404"/>
                  <a:pt x="625722" y="137213"/>
                  <a:pt x="803574" y="34509"/>
                </a:cubicBezTo>
                <a:cubicBezTo>
                  <a:pt x="843432" y="11503"/>
                  <a:pt x="887911" y="0"/>
                  <a:pt x="932390" y="0"/>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
        <p:nvSpPr>
          <p:cNvPr id="30" name="Text Placeholder 8"/>
          <p:cNvSpPr>
            <a:spLocks noGrp="1"/>
          </p:cNvSpPr>
          <p:nvPr>
            <p:ph type="body" sz="quarter" idx="33" hasCustomPrompt="1"/>
          </p:nvPr>
        </p:nvSpPr>
        <p:spPr>
          <a:xfrm>
            <a:off x="838200" y="4050271"/>
            <a:ext cx="2230461" cy="452432"/>
          </a:xfrm>
        </p:spPr>
        <p:txBody>
          <a:bodyPr lIns="0" tIns="0" rIns="0" bIns="0">
            <a:normAutofit/>
          </a:bodyPr>
          <a:lstStyle>
            <a:lvl1pPr algn="ctr">
              <a:defRPr sz="2600">
                <a:solidFill>
                  <a:schemeClr val="accent1"/>
                </a:solidFill>
                <a:latin typeface="Montserrat ExtraBold" panose="00000900000000000000" pitchFamily="2" charset="0"/>
              </a:defRPr>
            </a:lvl1pPr>
          </a:lstStyle>
          <a:p>
            <a:pPr lvl="0"/>
            <a:r>
              <a:rPr lang="fi-FI"/>
              <a:t>Sub Judul 1</a:t>
            </a:r>
            <a:endParaRPr lang="en-US"/>
          </a:p>
        </p:txBody>
      </p:sp>
      <p:sp>
        <p:nvSpPr>
          <p:cNvPr id="31" name="Text Placeholder 8"/>
          <p:cNvSpPr>
            <a:spLocks noGrp="1"/>
          </p:cNvSpPr>
          <p:nvPr>
            <p:ph type="body" sz="quarter" idx="34" hasCustomPrompt="1"/>
          </p:nvPr>
        </p:nvSpPr>
        <p:spPr>
          <a:xfrm>
            <a:off x="888939" y="4683156"/>
            <a:ext cx="2230461" cy="1731693"/>
          </a:xfrm>
        </p:spPr>
        <p:txBody>
          <a:bodyPr lIns="0" tIns="0" rIns="0" bIns="0">
            <a:normAutofit/>
          </a:bodyPr>
          <a:lstStyle>
            <a:lvl1pPr algn="ctr">
              <a:lnSpc>
                <a:spcPct val="120000"/>
              </a:lnSpc>
              <a:defRPr sz="2400">
                <a:solidFill>
                  <a:schemeClr val="bg1"/>
                </a:solidFill>
                <a:latin typeface="Segoe UI" panose="020B0502040204020203" pitchFamily="34" charset="0"/>
                <a:cs typeface="Segoe UI" panose="020B0502040204020203" pitchFamily="34" charset="0"/>
              </a:defRPr>
            </a:lvl1pPr>
          </a:lstStyle>
          <a:p>
            <a:pPr lvl="0"/>
            <a:r>
              <a:rPr lang="fi-FI"/>
              <a:t>Penjelesan singkat dari poin pertama. Gambar Square.</a:t>
            </a:r>
            <a:endParaRPr lang="en-US"/>
          </a:p>
        </p:txBody>
      </p:sp>
      <p:sp>
        <p:nvSpPr>
          <p:cNvPr id="33" name="Text Placeholder 8"/>
          <p:cNvSpPr>
            <a:spLocks noGrp="1"/>
          </p:cNvSpPr>
          <p:nvPr>
            <p:ph type="body" sz="quarter" idx="35" hasCustomPrompt="1"/>
          </p:nvPr>
        </p:nvSpPr>
        <p:spPr>
          <a:xfrm>
            <a:off x="3564471" y="4050271"/>
            <a:ext cx="2230461" cy="452432"/>
          </a:xfrm>
        </p:spPr>
        <p:txBody>
          <a:bodyPr lIns="0" tIns="0" rIns="0" bIns="0">
            <a:normAutofit/>
          </a:bodyPr>
          <a:lstStyle>
            <a:lvl1pPr algn="ctr">
              <a:defRPr sz="2600">
                <a:solidFill>
                  <a:schemeClr val="accent1"/>
                </a:solidFill>
                <a:latin typeface="Montserrat ExtraBold" panose="00000900000000000000" pitchFamily="2" charset="0"/>
              </a:defRPr>
            </a:lvl1pPr>
          </a:lstStyle>
          <a:p>
            <a:pPr lvl="0"/>
            <a:r>
              <a:rPr lang="fi-FI"/>
              <a:t>Sub Judul 2</a:t>
            </a:r>
            <a:endParaRPr lang="en-US"/>
          </a:p>
        </p:txBody>
      </p:sp>
      <p:sp>
        <p:nvSpPr>
          <p:cNvPr id="40" name="Text Placeholder 8"/>
          <p:cNvSpPr>
            <a:spLocks noGrp="1"/>
          </p:cNvSpPr>
          <p:nvPr>
            <p:ph type="body" sz="quarter" idx="36" hasCustomPrompt="1"/>
          </p:nvPr>
        </p:nvSpPr>
        <p:spPr>
          <a:xfrm>
            <a:off x="3615210" y="4683156"/>
            <a:ext cx="2230461" cy="1731693"/>
          </a:xfrm>
        </p:spPr>
        <p:txBody>
          <a:bodyPr lIns="0" tIns="0" rIns="0" bIns="0">
            <a:normAutofit/>
          </a:bodyPr>
          <a:lstStyle>
            <a:lvl1pPr algn="ctr">
              <a:lnSpc>
                <a:spcPct val="120000"/>
              </a:lnSpc>
              <a:defRPr sz="2400">
                <a:solidFill>
                  <a:schemeClr val="bg1"/>
                </a:solidFill>
                <a:latin typeface="Segoe UI" panose="020B0502040204020203" pitchFamily="34" charset="0"/>
                <a:cs typeface="Segoe UI" panose="020B0502040204020203" pitchFamily="34" charset="0"/>
              </a:defRPr>
            </a:lvl1pPr>
          </a:lstStyle>
          <a:p>
            <a:pPr lvl="0"/>
            <a:r>
              <a:rPr lang="fi-FI"/>
              <a:t>Penjelesan singkat dari poin ini. Gambar Square.</a:t>
            </a:r>
            <a:endParaRPr lang="en-US"/>
          </a:p>
        </p:txBody>
      </p:sp>
      <p:sp>
        <p:nvSpPr>
          <p:cNvPr id="41" name="Text Placeholder 8"/>
          <p:cNvSpPr>
            <a:spLocks noGrp="1"/>
          </p:cNvSpPr>
          <p:nvPr>
            <p:ph type="body" sz="quarter" idx="37" hasCustomPrompt="1"/>
          </p:nvPr>
        </p:nvSpPr>
        <p:spPr>
          <a:xfrm>
            <a:off x="6294414" y="4050271"/>
            <a:ext cx="2230461" cy="452432"/>
          </a:xfrm>
        </p:spPr>
        <p:txBody>
          <a:bodyPr lIns="0" tIns="0" rIns="0" bIns="0">
            <a:normAutofit/>
          </a:bodyPr>
          <a:lstStyle>
            <a:lvl1pPr algn="ctr">
              <a:defRPr sz="2600">
                <a:solidFill>
                  <a:schemeClr val="accent1"/>
                </a:solidFill>
                <a:latin typeface="Montserrat ExtraBold" panose="00000900000000000000" pitchFamily="2" charset="0"/>
              </a:defRPr>
            </a:lvl1pPr>
          </a:lstStyle>
          <a:p>
            <a:pPr lvl="0"/>
            <a:r>
              <a:rPr lang="fi-FI"/>
              <a:t>Sub Judul 3</a:t>
            </a:r>
            <a:endParaRPr lang="en-US"/>
          </a:p>
        </p:txBody>
      </p:sp>
      <p:sp>
        <p:nvSpPr>
          <p:cNvPr id="42" name="Text Placeholder 8"/>
          <p:cNvSpPr>
            <a:spLocks noGrp="1"/>
          </p:cNvSpPr>
          <p:nvPr>
            <p:ph type="body" sz="quarter" idx="38" hasCustomPrompt="1"/>
          </p:nvPr>
        </p:nvSpPr>
        <p:spPr>
          <a:xfrm>
            <a:off x="6345153" y="4683156"/>
            <a:ext cx="2230461" cy="1731693"/>
          </a:xfrm>
        </p:spPr>
        <p:txBody>
          <a:bodyPr lIns="0" tIns="0" rIns="0" bIns="0">
            <a:normAutofit/>
          </a:bodyPr>
          <a:lstStyle>
            <a:lvl1pPr algn="ctr">
              <a:lnSpc>
                <a:spcPct val="120000"/>
              </a:lnSpc>
              <a:defRPr sz="2400">
                <a:solidFill>
                  <a:schemeClr val="bg1"/>
                </a:solidFill>
                <a:latin typeface="Segoe UI" panose="020B0502040204020203" pitchFamily="34" charset="0"/>
                <a:cs typeface="Segoe UI" panose="020B0502040204020203" pitchFamily="34" charset="0"/>
              </a:defRPr>
            </a:lvl1pPr>
          </a:lstStyle>
          <a:p>
            <a:pPr lvl="0"/>
            <a:r>
              <a:rPr lang="fi-FI"/>
              <a:t>Penjelesan singkat dari poin ini. Gambar Square.</a:t>
            </a:r>
            <a:endParaRPr lang="en-US"/>
          </a:p>
        </p:txBody>
      </p:sp>
      <p:sp>
        <p:nvSpPr>
          <p:cNvPr id="43" name="Text Placeholder 8"/>
          <p:cNvSpPr>
            <a:spLocks noGrp="1"/>
          </p:cNvSpPr>
          <p:nvPr>
            <p:ph type="body" sz="quarter" idx="39" hasCustomPrompt="1"/>
          </p:nvPr>
        </p:nvSpPr>
        <p:spPr>
          <a:xfrm>
            <a:off x="9032632" y="4050271"/>
            <a:ext cx="2230461" cy="452432"/>
          </a:xfrm>
        </p:spPr>
        <p:txBody>
          <a:bodyPr lIns="0" tIns="0" rIns="0" bIns="0">
            <a:normAutofit/>
          </a:bodyPr>
          <a:lstStyle>
            <a:lvl1pPr algn="ctr">
              <a:defRPr sz="2600">
                <a:solidFill>
                  <a:schemeClr val="accent1"/>
                </a:solidFill>
                <a:latin typeface="Montserrat ExtraBold" panose="00000900000000000000" pitchFamily="2" charset="0"/>
              </a:defRPr>
            </a:lvl1pPr>
          </a:lstStyle>
          <a:p>
            <a:pPr lvl="0"/>
            <a:r>
              <a:rPr lang="fi-FI"/>
              <a:t>Sub Judul 4</a:t>
            </a:r>
            <a:endParaRPr lang="en-US"/>
          </a:p>
        </p:txBody>
      </p:sp>
      <p:sp>
        <p:nvSpPr>
          <p:cNvPr id="44" name="Text Placeholder 8"/>
          <p:cNvSpPr>
            <a:spLocks noGrp="1"/>
          </p:cNvSpPr>
          <p:nvPr>
            <p:ph type="body" sz="quarter" idx="40" hasCustomPrompt="1"/>
          </p:nvPr>
        </p:nvSpPr>
        <p:spPr>
          <a:xfrm>
            <a:off x="9083371" y="4683156"/>
            <a:ext cx="2230461" cy="1731693"/>
          </a:xfrm>
        </p:spPr>
        <p:txBody>
          <a:bodyPr lIns="0" tIns="0" rIns="0" bIns="0">
            <a:normAutofit/>
          </a:bodyPr>
          <a:lstStyle>
            <a:lvl1pPr algn="ctr">
              <a:lnSpc>
                <a:spcPct val="120000"/>
              </a:lnSpc>
              <a:defRPr sz="2400">
                <a:solidFill>
                  <a:schemeClr val="bg1"/>
                </a:solidFill>
                <a:latin typeface="Segoe UI" panose="020B0502040204020203" pitchFamily="34" charset="0"/>
                <a:cs typeface="Segoe UI" panose="020B0502040204020203" pitchFamily="34" charset="0"/>
              </a:defRPr>
            </a:lvl1pPr>
          </a:lstStyle>
          <a:p>
            <a:pPr lvl="0"/>
            <a:r>
              <a:rPr lang="fi-FI"/>
              <a:t>Penjelesan singkat dari poin ini. Gambar Square.</a:t>
            </a:r>
            <a:endParaRPr lang="en-US"/>
          </a:p>
        </p:txBody>
      </p:sp>
    </p:spTree>
    <p:extLst>
      <p:ext uri="{BB962C8B-B14F-4D97-AF65-F5344CB8AC3E}">
        <p14:creationId xmlns:p14="http://schemas.microsoft.com/office/powerpoint/2010/main" val="243074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75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1000"/>
                                  </p:stCondLst>
                                  <p:childTnLst>
                                    <p:set>
                                      <p:cBhvr>
                                        <p:cTn id="22" dur="1" fill="hold">
                                          <p:stCondLst>
                                            <p:cond delay="0"/>
                                          </p:stCondLst>
                                        </p:cTn>
                                        <p:tgtEl>
                                          <p:spTgt spid="78"/>
                                        </p:tgtEl>
                                        <p:attrNameLst>
                                          <p:attrName>style.visibility</p:attrName>
                                        </p:attrNameLst>
                                      </p:cBhvr>
                                      <p:to>
                                        <p:strVal val="visible"/>
                                      </p:to>
                                    </p:set>
                                    <p:animEffect transition="in" filter="fade">
                                      <p:cBhvr>
                                        <p:cTn id="23" dur="500"/>
                                        <p:tgtEl>
                                          <p:spTgt spid="78"/>
                                        </p:tgtEl>
                                      </p:cBhvr>
                                    </p:animEffect>
                                  </p:childTnLst>
                                </p:cTn>
                              </p:par>
                              <p:par>
                                <p:cTn id="24" presetID="2" presetClass="entr" presetSubtype="4" decel="100000" fill="hold" grpId="0" nodeType="withEffect">
                                  <p:stCondLst>
                                    <p:cond delay="1250"/>
                                  </p:stCondLst>
                                  <p:childTnLst>
                                    <p:set>
                                      <p:cBhvr>
                                        <p:cTn id="25" dur="1" fill="hold">
                                          <p:stCondLst>
                                            <p:cond delay="0"/>
                                          </p:stCondLst>
                                        </p:cTn>
                                        <p:tgtEl>
                                          <p:spTgt spid="22"/>
                                        </p:tgtEl>
                                        <p:attrNameLst>
                                          <p:attrName>style.visibility</p:attrName>
                                        </p:attrNameLst>
                                      </p:cBhvr>
                                      <p:to>
                                        <p:strVal val="visible"/>
                                      </p:to>
                                    </p:set>
                                    <p:anim calcmode="lin" valueType="num">
                                      <p:cBhvr additive="base">
                                        <p:cTn id="26" dur="500" fill="hold"/>
                                        <p:tgtEl>
                                          <p:spTgt spid="22"/>
                                        </p:tgtEl>
                                        <p:attrNameLst>
                                          <p:attrName>ppt_x</p:attrName>
                                        </p:attrNameLst>
                                      </p:cBhvr>
                                      <p:tavLst>
                                        <p:tav tm="0">
                                          <p:val>
                                            <p:strVal val="#ppt_x"/>
                                          </p:val>
                                        </p:tav>
                                        <p:tav tm="100000">
                                          <p:val>
                                            <p:strVal val="#ppt_x"/>
                                          </p:val>
                                        </p:tav>
                                      </p:tavLst>
                                    </p:anim>
                                    <p:anim calcmode="lin" valueType="num">
                                      <p:cBhvr additive="base">
                                        <p:cTn id="27" dur="500" fill="hold"/>
                                        <p:tgtEl>
                                          <p:spTgt spid="22"/>
                                        </p:tgtEl>
                                        <p:attrNameLst>
                                          <p:attrName>ppt_y</p:attrName>
                                        </p:attrNameLst>
                                      </p:cBhvr>
                                      <p:tavLst>
                                        <p:tav tm="0">
                                          <p:val>
                                            <p:strVal val="1+#ppt_h/2"/>
                                          </p:val>
                                        </p:tav>
                                        <p:tav tm="100000">
                                          <p:val>
                                            <p:strVal val="#ppt_y"/>
                                          </p:val>
                                        </p:tav>
                                      </p:tavLst>
                                    </p:anim>
                                  </p:childTnLst>
                                </p:cTn>
                              </p:par>
                              <p:par>
                                <p:cTn id="28" presetID="10" presetClass="entr" presetSubtype="0" fill="hold" grpId="0" nodeType="withEffect">
                                  <p:stCondLst>
                                    <p:cond delay="1250"/>
                                  </p:stCondLst>
                                  <p:childTnLst>
                                    <p:set>
                                      <p:cBhvr>
                                        <p:cTn id="29" dur="1" fill="hold">
                                          <p:stCondLst>
                                            <p:cond delay="0"/>
                                          </p:stCondLst>
                                        </p:cTn>
                                        <p:tgtEl>
                                          <p:spTgt spid="30">
                                            <p:txEl>
                                              <p:pRg st="0" end="0"/>
                                            </p:txEl>
                                          </p:spTgt>
                                        </p:tgtEl>
                                        <p:attrNameLst>
                                          <p:attrName>style.visibility</p:attrName>
                                        </p:attrNameLst>
                                      </p:cBhvr>
                                      <p:to>
                                        <p:strVal val="visible"/>
                                      </p:to>
                                    </p:set>
                                    <p:animEffect transition="in" filter="fade">
                                      <p:cBhvr>
                                        <p:cTn id="30" dur="500"/>
                                        <p:tgtEl>
                                          <p:spTgt spid="30">
                                            <p:txEl>
                                              <p:pRg st="0" end="0"/>
                                            </p:txEl>
                                          </p:spTgt>
                                        </p:tgtEl>
                                      </p:cBhvr>
                                    </p:animEffect>
                                  </p:childTnLst>
                                </p:cTn>
                              </p:par>
                              <p:par>
                                <p:cTn id="31" presetID="10" presetClass="entr" presetSubtype="0" fill="hold" grpId="0" nodeType="withEffect">
                                  <p:stCondLst>
                                    <p:cond delay="1250"/>
                                  </p:stCondLst>
                                  <p:childTnLst>
                                    <p:set>
                                      <p:cBhvr>
                                        <p:cTn id="32" dur="1" fill="hold">
                                          <p:stCondLst>
                                            <p:cond delay="0"/>
                                          </p:stCondLst>
                                        </p:cTn>
                                        <p:tgtEl>
                                          <p:spTgt spid="31">
                                            <p:txEl>
                                              <p:pRg st="0" end="0"/>
                                            </p:txEl>
                                          </p:spTgt>
                                        </p:tgtEl>
                                        <p:attrNameLst>
                                          <p:attrName>style.visibility</p:attrName>
                                        </p:attrNameLst>
                                      </p:cBhvr>
                                      <p:to>
                                        <p:strVal val="visible"/>
                                      </p:to>
                                    </p:set>
                                    <p:animEffect transition="in" filter="fade">
                                      <p:cBhvr>
                                        <p:cTn id="33" dur="500"/>
                                        <p:tgtEl>
                                          <p:spTgt spid="31">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decel="10000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500" fill="hold"/>
                                        <p:tgtEl>
                                          <p:spTgt spid="45"/>
                                        </p:tgtEl>
                                        <p:attrNameLst>
                                          <p:attrName>ppt_x</p:attrName>
                                        </p:attrNameLst>
                                      </p:cBhvr>
                                      <p:tavLst>
                                        <p:tav tm="0">
                                          <p:val>
                                            <p:strVal val="#ppt_x"/>
                                          </p:val>
                                        </p:tav>
                                        <p:tav tm="100000">
                                          <p:val>
                                            <p:strVal val="#ppt_x"/>
                                          </p:val>
                                        </p:tav>
                                      </p:tavLst>
                                    </p:anim>
                                    <p:anim calcmode="lin" valueType="num">
                                      <p:cBhvr additive="base">
                                        <p:cTn id="39" dur="500" fill="hold"/>
                                        <p:tgtEl>
                                          <p:spTgt spid="45"/>
                                        </p:tgtEl>
                                        <p:attrNameLst>
                                          <p:attrName>ppt_y</p:attrName>
                                        </p:attrNameLst>
                                      </p:cBhvr>
                                      <p:tavLst>
                                        <p:tav tm="0">
                                          <p:val>
                                            <p:strVal val="1+#ppt_h/2"/>
                                          </p:val>
                                        </p:tav>
                                        <p:tav tm="100000">
                                          <p:val>
                                            <p:strVal val="#ppt_y"/>
                                          </p:val>
                                        </p:tav>
                                      </p:tavLst>
                                    </p:anim>
                                  </p:childTnLst>
                                </p:cTn>
                              </p:par>
                              <p:par>
                                <p:cTn id="40" presetID="2" presetClass="entr" presetSubtype="4" decel="100000" fill="hold" grpId="0" nodeType="withEffect">
                                  <p:stCondLst>
                                    <p:cond delay="250"/>
                                  </p:stCondLst>
                                  <p:childTnLst>
                                    <p:set>
                                      <p:cBhvr>
                                        <p:cTn id="41" dur="1" fill="hold">
                                          <p:stCondLst>
                                            <p:cond delay="0"/>
                                          </p:stCondLst>
                                        </p:cTn>
                                        <p:tgtEl>
                                          <p:spTgt spid="46"/>
                                        </p:tgtEl>
                                        <p:attrNameLst>
                                          <p:attrName>style.visibility</p:attrName>
                                        </p:attrNameLst>
                                      </p:cBhvr>
                                      <p:to>
                                        <p:strVal val="visible"/>
                                      </p:to>
                                    </p:set>
                                    <p:anim calcmode="lin" valueType="num">
                                      <p:cBhvr additive="base">
                                        <p:cTn id="42" dur="500" fill="hold"/>
                                        <p:tgtEl>
                                          <p:spTgt spid="46"/>
                                        </p:tgtEl>
                                        <p:attrNameLst>
                                          <p:attrName>ppt_x</p:attrName>
                                        </p:attrNameLst>
                                      </p:cBhvr>
                                      <p:tavLst>
                                        <p:tav tm="0">
                                          <p:val>
                                            <p:strVal val="#ppt_x"/>
                                          </p:val>
                                        </p:tav>
                                        <p:tav tm="100000">
                                          <p:val>
                                            <p:strVal val="#ppt_x"/>
                                          </p:val>
                                        </p:tav>
                                      </p:tavLst>
                                    </p:anim>
                                    <p:anim calcmode="lin" valueType="num">
                                      <p:cBhvr additive="base">
                                        <p:cTn id="43" dur="500" fill="hold"/>
                                        <p:tgtEl>
                                          <p:spTgt spid="46"/>
                                        </p:tgtEl>
                                        <p:attrNameLst>
                                          <p:attrName>ppt_y</p:attrName>
                                        </p:attrNameLst>
                                      </p:cBhvr>
                                      <p:tavLst>
                                        <p:tav tm="0">
                                          <p:val>
                                            <p:strVal val="1+#ppt_h/2"/>
                                          </p:val>
                                        </p:tav>
                                        <p:tav tm="100000">
                                          <p:val>
                                            <p:strVal val="#ppt_y"/>
                                          </p:val>
                                        </p:tav>
                                      </p:tavLst>
                                    </p:anim>
                                  </p:childTnLst>
                                </p:cTn>
                              </p:par>
                              <p:par>
                                <p:cTn id="44" presetID="10" presetClass="entr" presetSubtype="0" fill="hold" grpId="0" nodeType="withEffect">
                                  <p:stCondLst>
                                    <p:cond delay="500"/>
                                  </p:stCondLst>
                                  <p:childTnLst>
                                    <p:set>
                                      <p:cBhvr>
                                        <p:cTn id="45" dur="1" fill="hold">
                                          <p:stCondLst>
                                            <p:cond delay="0"/>
                                          </p:stCondLst>
                                        </p:cTn>
                                        <p:tgtEl>
                                          <p:spTgt spid="80"/>
                                        </p:tgtEl>
                                        <p:attrNameLst>
                                          <p:attrName>style.visibility</p:attrName>
                                        </p:attrNameLst>
                                      </p:cBhvr>
                                      <p:to>
                                        <p:strVal val="visible"/>
                                      </p:to>
                                    </p:set>
                                    <p:animEffect transition="in" filter="fade">
                                      <p:cBhvr>
                                        <p:cTn id="46" dur="500"/>
                                        <p:tgtEl>
                                          <p:spTgt spid="80"/>
                                        </p:tgtEl>
                                      </p:cBhvr>
                                    </p:animEffect>
                                  </p:childTnLst>
                                </p:cTn>
                              </p:par>
                              <p:par>
                                <p:cTn id="47" presetID="2" presetClass="entr" presetSubtype="4" decel="100000" fill="hold" grpId="0" nodeType="withEffect">
                                  <p:stCondLst>
                                    <p:cond delay="750"/>
                                  </p:stCondLst>
                                  <p:childTnLst>
                                    <p:set>
                                      <p:cBhvr>
                                        <p:cTn id="48" dur="1" fill="hold">
                                          <p:stCondLst>
                                            <p:cond delay="0"/>
                                          </p:stCondLst>
                                        </p:cTn>
                                        <p:tgtEl>
                                          <p:spTgt spid="47"/>
                                        </p:tgtEl>
                                        <p:attrNameLst>
                                          <p:attrName>style.visibility</p:attrName>
                                        </p:attrNameLst>
                                      </p:cBhvr>
                                      <p:to>
                                        <p:strVal val="visible"/>
                                      </p:to>
                                    </p:set>
                                    <p:anim calcmode="lin" valueType="num">
                                      <p:cBhvr additive="base">
                                        <p:cTn id="49" dur="500" fill="hold"/>
                                        <p:tgtEl>
                                          <p:spTgt spid="47"/>
                                        </p:tgtEl>
                                        <p:attrNameLst>
                                          <p:attrName>ppt_x</p:attrName>
                                        </p:attrNameLst>
                                      </p:cBhvr>
                                      <p:tavLst>
                                        <p:tav tm="0">
                                          <p:val>
                                            <p:strVal val="#ppt_x"/>
                                          </p:val>
                                        </p:tav>
                                        <p:tav tm="100000">
                                          <p:val>
                                            <p:strVal val="#ppt_x"/>
                                          </p:val>
                                        </p:tav>
                                      </p:tavLst>
                                    </p:anim>
                                    <p:anim calcmode="lin" valueType="num">
                                      <p:cBhvr additive="base">
                                        <p:cTn id="50" dur="500" fill="hold"/>
                                        <p:tgtEl>
                                          <p:spTgt spid="47"/>
                                        </p:tgtEl>
                                        <p:attrNameLst>
                                          <p:attrName>ppt_y</p:attrName>
                                        </p:attrNameLst>
                                      </p:cBhvr>
                                      <p:tavLst>
                                        <p:tav tm="0">
                                          <p:val>
                                            <p:strVal val="1+#ppt_h/2"/>
                                          </p:val>
                                        </p:tav>
                                        <p:tav tm="100000">
                                          <p:val>
                                            <p:strVal val="#ppt_y"/>
                                          </p:val>
                                        </p:tav>
                                      </p:tavLst>
                                    </p:anim>
                                  </p:childTnLst>
                                </p:cTn>
                              </p:par>
                              <p:par>
                                <p:cTn id="51" presetID="10" presetClass="entr" presetSubtype="0" fill="hold" grpId="0" nodeType="withEffect">
                                  <p:stCondLst>
                                    <p:cond delay="750"/>
                                  </p:stCondLst>
                                  <p:childTnLst>
                                    <p:set>
                                      <p:cBhvr>
                                        <p:cTn id="52" dur="1" fill="hold">
                                          <p:stCondLst>
                                            <p:cond delay="0"/>
                                          </p:stCondLst>
                                        </p:cTn>
                                        <p:tgtEl>
                                          <p:spTgt spid="33">
                                            <p:txEl>
                                              <p:pRg st="0" end="0"/>
                                            </p:txEl>
                                          </p:spTgt>
                                        </p:tgtEl>
                                        <p:attrNameLst>
                                          <p:attrName>style.visibility</p:attrName>
                                        </p:attrNameLst>
                                      </p:cBhvr>
                                      <p:to>
                                        <p:strVal val="visible"/>
                                      </p:to>
                                    </p:set>
                                    <p:animEffect transition="in" filter="fade">
                                      <p:cBhvr>
                                        <p:cTn id="53" dur="500"/>
                                        <p:tgtEl>
                                          <p:spTgt spid="33">
                                            <p:txEl>
                                              <p:pRg st="0" end="0"/>
                                            </p:txEl>
                                          </p:spTgt>
                                        </p:tgtEl>
                                      </p:cBhvr>
                                    </p:animEffect>
                                  </p:childTnLst>
                                </p:cTn>
                              </p:par>
                              <p:par>
                                <p:cTn id="54" presetID="10" presetClass="entr" presetSubtype="0" fill="hold" grpId="0" nodeType="withEffect">
                                  <p:stCondLst>
                                    <p:cond delay="750"/>
                                  </p:stCondLst>
                                  <p:childTnLst>
                                    <p:set>
                                      <p:cBhvr>
                                        <p:cTn id="55" dur="1" fill="hold">
                                          <p:stCondLst>
                                            <p:cond delay="0"/>
                                          </p:stCondLst>
                                        </p:cTn>
                                        <p:tgtEl>
                                          <p:spTgt spid="40">
                                            <p:txEl>
                                              <p:pRg st="0" end="0"/>
                                            </p:txEl>
                                          </p:spTgt>
                                        </p:tgtEl>
                                        <p:attrNameLst>
                                          <p:attrName>style.visibility</p:attrName>
                                        </p:attrNameLst>
                                      </p:cBhvr>
                                      <p:to>
                                        <p:strVal val="visible"/>
                                      </p:to>
                                    </p:set>
                                    <p:animEffect transition="in" filter="fade">
                                      <p:cBhvr>
                                        <p:cTn id="56" dur="500"/>
                                        <p:tgtEl>
                                          <p:spTgt spid="40">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decel="100000" fill="hold" grpId="0" nodeType="clickEffect">
                                  <p:stCondLst>
                                    <p:cond delay="0"/>
                                  </p:stCondLst>
                                  <p:childTnLst>
                                    <p:set>
                                      <p:cBhvr>
                                        <p:cTn id="60" dur="1" fill="hold">
                                          <p:stCondLst>
                                            <p:cond delay="0"/>
                                          </p:stCondLst>
                                        </p:cTn>
                                        <p:tgtEl>
                                          <p:spTgt spid="50"/>
                                        </p:tgtEl>
                                        <p:attrNameLst>
                                          <p:attrName>style.visibility</p:attrName>
                                        </p:attrNameLst>
                                      </p:cBhvr>
                                      <p:to>
                                        <p:strVal val="visible"/>
                                      </p:to>
                                    </p:set>
                                    <p:anim calcmode="lin" valueType="num">
                                      <p:cBhvr additive="base">
                                        <p:cTn id="61" dur="500" fill="hold"/>
                                        <p:tgtEl>
                                          <p:spTgt spid="50"/>
                                        </p:tgtEl>
                                        <p:attrNameLst>
                                          <p:attrName>ppt_x</p:attrName>
                                        </p:attrNameLst>
                                      </p:cBhvr>
                                      <p:tavLst>
                                        <p:tav tm="0">
                                          <p:val>
                                            <p:strVal val="#ppt_x"/>
                                          </p:val>
                                        </p:tav>
                                        <p:tav tm="100000">
                                          <p:val>
                                            <p:strVal val="#ppt_x"/>
                                          </p:val>
                                        </p:tav>
                                      </p:tavLst>
                                    </p:anim>
                                    <p:anim calcmode="lin" valueType="num">
                                      <p:cBhvr additive="base">
                                        <p:cTn id="62" dur="500" fill="hold"/>
                                        <p:tgtEl>
                                          <p:spTgt spid="50"/>
                                        </p:tgtEl>
                                        <p:attrNameLst>
                                          <p:attrName>ppt_y</p:attrName>
                                        </p:attrNameLst>
                                      </p:cBhvr>
                                      <p:tavLst>
                                        <p:tav tm="0">
                                          <p:val>
                                            <p:strVal val="1+#ppt_h/2"/>
                                          </p:val>
                                        </p:tav>
                                        <p:tav tm="100000">
                                          <p:val>
                                            <p:strVal val="#ppt_y"/>
                                          </p:val>
                                        </p:tav>
                                      </p:tavLst>
                                    </p:anim>
                                  </p:childTnLst>
                                </p:cTn>
                              </p:par>
                              <p:par>
                                <p:cTn id="63" presetID="2" presetClass="entr" presetSubtype="4" decel="100000" fill="hold" grpId="0" nodeType="withEffect">
                                  <p:stCondLst>
                                    <p:cond delay="250"/>
                                  </p:stCondLst>
                                  <p:childTnLst>
                                    <p:set>
                                      <p:cBhvr>
                                        <p:cTn id="64" dur="1" fill="hold">
                                          <p:stCondLst>
                                            <p:cond delay="0"/>
                                          </p:stCondLst>
                                        </p:cTn>
                                        <p:tgtEl>
                                          <p:spTgt spid="51"/>
                                        </p:tgtEl>
                                        <p:attrNameLst>
                                          <p:attrName>style.visibility</p:attrName>
                                        </p:attrNameLst>
                                      </p:cBhvr>
                                      <p:to>
                                        <p:strVal val="visible"/>
                                      </p:to>
                                    </p:set>
                                    <p:anim calcmode="lin" valueType="num">
                                      <p:cBhvr additive="base">
                                        <p:cTn id="65" dur="500" fill="hold"/>
                                        <p:tgtEl>
                                          <p:spTgt spid="51"/>
                                        </p:tgtEl>
                                        <p:attrNameLst>
                                          <p:attrName>ppt_x</p:attrName>
                                        </p:attrNameLst>
                                      </p:cBhvr>
                                      <p:tavLst>
                                        <p:tav tm="0">
                                          <p:val>
                                            <p:strVal val="#ppt_x"/>
                                          </p:val>
                                        </p:tav>
                                        <p:tav tm="100000">
                                          <p:val>
                                            <p:strVal val="#ppt_x"/>
                                          </p:val>
                                        </p:tav>
                                      </p:tavLst>
                                    </p:anim>
                                    <p:anim calcmode="lin" valueType="num">
                                      <p:cBhvr additive="base">
                                        <p:cTn id="66" dur="500" fill="hold"/>
                                        <p:tgtEl>
                                          <p:spTgt spid="51"/>
                                        </p:tgtEl>
                                        <p:attrNameLst>
                                          <p:attrName>ppt_y</p:attrName>
                                        </p:attrNameLst>
                                      </p:cBhvr>
                                      <p:tavLst>
                                        <p:tav tm="0">
                                          <p:val>
                                            <p:strVal val="1+#ppt_h/2"/>
                                          </p:val>
                                        </p:tav>
                                        <p:tav tm="100000">
                                          <p:val>
                                            <p:strVal val="#ppt_y"/>
                                          </p:val>
                                        </p:tav>
                                      </p:tavLst>
                                    </p:anim>
                                  </p:childTnLst>
                                </p:cTn>
                              </p:par>
                              <p:par>
                                <p:cTn id="67" presetID="10" presetClass="entr" presetSubtype="0" fill="hold" grpId="0" nodeType="withEffect">
                                  <p:stCondLst>
                                    <p:cond delay="500"/>
                                  </p:stCondLst>
                                  <p:childTnLst>
                                    <p:set>
                                      <p:cBhvr>
                                        <p:cTn id="68" dur="1" fill="hold">
                                          <p:stCondLst>
                                            <p:cond delay="0"/>
                                          </p:stCondLst>
                                        </p:cTn>
                                        <p:tgtEl>
                                          <p:spTgt spid="81"/>
                                        </p:tgtEl>
                                        <p:attrNameLst>
                                          <p:attrName>style.visibility</p:attrName>
                                        </p:attrNameLst>
                                      </p:cBhvr>
                                      <p:to>
                                        <p:strVal val="visible"/>
                                      </p:to>
                                    </p:set>
                                    <p:animEffect transition="in" filter="fade">
                                      <p:cBhvr>
                                        <p:cTn id="69" dur="500"/>
                                        <p:tgtEl>
                                          <p:spTgt spid="81"/>
                                        </p:tgtEl>
                                      </p:cBhvr>
                                    </p:animEffect>
                                  </p:childTnLst>
                                </p:cTn>
                              </p:par>
                              <p:par>
                                <p:cTn id="70" presetID="2" presetClass="entr" presetSubtype="4" decel="100000" fill="hold" grpId="0" nodeType="withEffect">
                                  <p:stCondLst>
                                    <p:cond delay="750"/>
                                  </p:stCondLst>
                                  <p:childTnLst>
                                    <p:set>
                                      <p:cBhvr>
                                        <p:cTn id="71" dur="1" fill="hold">
                                          <p:stCondLst>
                                            <p:cond delay="0"/>
                                          </p:stCondLst>
                                        </p:cTn>
                                        <p:tgtEl>
                                          <p:spTgt spid="52"/>
                                        </p:tgtEl>
                                        <p:attrNameLst>
                                          <p:attrName>style.visibility</p:attrName>
                                        </p:attrNameLst>
                                      </p:cBhvr>
                                      <p:to>
                                        <p:strVal val="visible"/>
                                      </p:to>
                                    </p:set>
                                    <p:anim calcmode="lin" valueType="num">
                                      <p:cBhvr additive="base">
                                        <p:cTn id="72" dur="500" fill="hold"/>
                                        <p:tgtEl>
                                          <p:spTgt spid="52"/>
                                        </p:tgtEl>
                                        <p:attrNameLst>
                                          <p:attrName>ppt_x</p:attrName>
                                        </p:attrNameLst>
                                      </p:cBhvr>
                                      <p:tavLst>
                                        <p:tav tm="0">
                                          <p:val>
                                            <p:strVal val="#ppt_x"/>
                                          </p:val>
                                        </p:tav>
                                        <p:tav tm="100000">
                                          <p:val>
                                            <p:strVal val="#ppt_x"/>
                                          </p:val>
                                        </p:tav>
                                      </p:tavLst>
                                    </p:anim>
                                    <p:anim calcmode="lin" valueType="num">
                                      <p:cBhvr additive="base">
                                        <p:cTn id="73" dur="500" fill="hold"/>
                                        <p:tgtEl>
                                          <p:spTgt spid="52"/>
                                        </p:tgtEl>
                                        <p:attrNameLst>
                                          <p:attrName>ppt_y</p:attrName>
                                        </p:attrNameLst>
                                      </p:cBhvr>
                                      <p:tavLst>
                                        <p:tav tm="0">
                                          <p:val>
                                            <p:strVal val="1+#ppt_h/2"/>
                                          </p:val>
                                        </p:tav>
                                        <p:tav tm="100000">
                                          <p:val>
                                            <p:strVal val="#ppt_y"/>
                                          </p:val>
                                        </p:tav>
                                      </p:tavLst>
                                    </p:anim>
                                  </p:childTnLst>
                                </p:cTn>
                              </p:par>
                              <p:par>
                                <p:cTn id="74" presetID="10" presetClass="entr" presetSubtype="0" fill="hold" grpId="0" nodeType="withEffect">
                                  <p:stCondLst>
                                    <p:cond delay="750"/>
                                  </p:stCondLst>
                                  <p:childTnLst>
                                    <p:set>
                                      <p:cBhvr>
                                        <p:cTn id="75" dur="1" fill="hold">
                                          <p:stCondLst>
                                            <p:cond delay="0"/>
                                          </p:stCondLst>
                                        </p:cTn>
                                        <p:tgtEl>
                                          <p:spTgt spid="41">
                                            <p:txEl>
                                              <p:pRg st="0" end="0"/>
                                            </p:txEl>
                                          </p:spTgt>
                                        </p:tgtEl>
                                        <p:attrNameLst>
                                          <p:attrName>style.visibility</p:attrName>
                                        </p:attrNameLst>
                                      </p:cBhvr>
                                      <p:to>
                                        <p:strVal val="visible"/>
                                      </p:to>
                                    </p:set>
                                    <p:animEffect transition="in" filter="fade">
                                      <p:cBhvr>
                                        <p:cTn id="76" dur="500"/>
                                        <p:tgtEl>
                                          <p:spTgt spid="41">
                                            <p:txEl>
                                              <p:pRg st="0" end="0"/>
                                            </p:txEl>
                                          </p:spTgt>
                                        </p:tgtEl>
                                      </p:cBhvr>
                                    </p:animEffect>
                                  </p:childTnLst>
                                </p:cTn>
                              </p:par>
                              <p:par>
                                <p:cTn id="77" presetID="10" presetClass="entr" presetSubtype="0" fill="hold" grpId="0" nodeType="withEffect">
                                  <p:stCondLst>
                                    <p:cond delay="750"/>
                                  </p:stCondLst>
                                  <p:childTnLst>
                                    <p:set>
                                      <p:cBhvr>
                                        <p:cTn id="78" dur="1" fill="hold">
                                          <p:stCondLst>
                                            <p:cond delay="0"/>
                                          </p:stCondLst>
                                        </p:cTn>
                                        <p:tgtEl>
                                          <p:spTgt spid="42">
                                            <p:txEl>
                                              <p:pRg st="0" end="0"/>
                                            </p:txEl>
                                          </p:spTgt>
                                        </p:tgtEl>
                                        <p:attrNameLst>
                                          <p:attrName>style.visibility</p:attrName>
                                        </p:attrNameLst>
                                      </p:cBhvr>
                                      <p:to>
                                        <p:strVal val="visible"/>
                                      </p:to>
                                    </p:set>
                                    <p:animEffect transition="in" filter="fade">
                                      <p:cBhvr>
                                        <p:cTn id="79" dur="500"/>
                                        <p:tgtEl>
                                          <p:spTgt spid="42">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decel="100000" fill="hold" grpId="0" nodeType="clickEffect">
                                  <p:stCondLst>
                                    <p:cond delay="0"/>
                                  </p:stCondLst>
                                  <p:childTnLst>
                                    <p:set>
                                      <p:cBhvr>
                                        <p:cTn id="83" dur="1" fill="hold">
                                          <p:stCondLst>
                                            <p:cond delay="0"/>
                                          </p:stCondLst>
                                        </p:cTn>
                                        <p:tgtEl>
                                          <p:spTgt spid="55"/>
                                        </p:tgtEl>
                                        <p:attrNameLst>
                                          <p:attrName>style.visibility</p:attrName>
                                        </p:attrNameLst>
                                      </p:cBhvr>
                                      <p:to>
                                        <p:strVal val="visible"/>
                                      </p:to>
                                    </p:set>
                                    <p:anim calcmode="lin" valueType="num">
                                      <p:cBhvr additive="base">
                                        <p:cTn id="84" dur="500" fill="hold"/>
                                        <p:tgtEl>
                                          <p:spTgt spid="55"/>
                                        </p:tgtEl>
                                        <p:attrNameLst>
                                          <p:attrName>ppt_x</p:attrName>
                                        </p:attrNameLst>
                                      </p:cBhvr>
                                      <p:tavLst>
                                        <p:tav tm="0">
                                          <p:val>
                                            <p:strVal val="#ppt_x"/>
                                          </p:val>
                                        </p:tav>
                                        <p:tav tm="100000">
                                          <p:val>
                                            <p:strVal val="#ppt_x"/>
                                          </p:val>
                                        </p:tav>
                                      </p:tavLst>
                                    </p:anim>
                                    <p:anim calcmode="lin" valueType="num">
                                      <p:cBhvr additive="base">
                                        <p:cTn id="85" dur="500" fill="hold"/>
                                        <p:tgtEl>
                                          <p:spTgt spid="55"/>
                                        </p:tgtEl>
                                        <p:attrNameLst>
                                          <p:attrName>ppt_y</p:attrName>
                                        </p:attrNameLst>
                                      </p:cBhvr>
                                      <p:tavLst>
                                        <p:tav tm="0">
                                          <p:val>
                                            <p:strVal val="1+#ppt_h/2"/>
                                          </p:val>
                                        </p:tav>
                                        <p:tav tm="100000">
                                          <p:val>
                                            <p:strVal val="#ppt_y"/>
                                          </p:val>
                                        </p:tav>
                                      </p:tavLst>
                                    </p:anim>
                                  </p:childTnLst>
                                </p:cTn>
                              </p:par>
                              <p:par>
                                <p:cTn id="86" presetID="2" presetClass="entr" presetSubtype="4" decel="100000" fill="hold" grpId="0" nodeType="withEffect">
                                  <p:stCondLst>
                                    <p:cond delay="250"/>
                                  </p:stCondLst>
                                  <p:childTnLst>
                                    <p:set>
                                      <p:cBhvr>
                                        <p:cTn id="87" dur="1" fill="hold">
                                          <p:stCondLst>
                                            <p:cond delay="0"/>
                                          </p:stCondLst>
                                        </p:cTn>
                                        <p:tgtEl>
                                          <p:spTgt spid="56"/>
                                        </p:tgtEl>
                                        <p:attrNameLst>
                                          <p:attrName>style.visibility</p:attrName>
                                        </p:attrNameLst>
                                      </p:cBhvr>
                                      <p:to>
                                        <p:strVal val="visible"/>
                                      </p:to>
                                    </p:set>
                                    <p:anim calcmode="lin" valueType="num">
                                      <p:cBhvr additive="base">
                                        <p:cTn id="88" dur="500" fill="hold"/>
                                        <p:tgtEl>
                                          <p:spTgt spid="56"/>
                                        </p:tgtEl>
                                        <p:attrNameLst>
                                          <p:attrName>ppt_x</p:attrName>
                                        </p:attrNameLst>
                                      </p:cBhvr>
                                      <p:tavLst>
                                        <p:tav tm="0">
                                          <p:val>
                                            <p:strVal val="#ppt_x"/>
                                          </p:val>
                                        </p:tav>
                                        <p:tav tm="100000">
                                          <p:val>
                                            <p:strVal val="#ppt_x"/>
                                          </p:val>
                                        </p:tav>
                                      </p:tavLst>
                                    </p:anim>
                                    <p:anim calcmode="lin" valueType="num">
                                      <p:cBhvr additive="base">
                                        <p:cTn id="89" dur="500" fill="hold"/>
                                        <p:tgtEl>
                                          <p:spTgt spid="56"/>
                                        </p:tgtEl>
                                        <p:attrNameLst>
                                          <p:attrName>ppt_y</p:attrName>
                                        </p:attrNameLst>
                                      </p:cBhvr>
                                      <p:tavLst>
                                        <p:tav tm="0">
                                          <p:val>
                                            <p:strVal val="1+#ppt_h/2"/>
                                          </p:val>
                                        </p:tav>
                                        <p:tav tm="100000">
                                          <p:val>
                                            <p:strVal val="#ppt_y"/>
                                          </p:val>
                                        </p:tav>
                                      </p:tavLst>
                                    </p:anim>
                                  </p:childTnLst>
                                </p:cTn>
                              </p:par>
                              <p:par>
                                <p:cTn id="90" presetID="10" presetClass="entr" presetSubtype="0" fill="hold" grpId="0" nodeType="withEffect">
                                  <p:stCondLst>
                                    <p:cond delay="500"/>
                                  </p:stCondLst>
                                  <p:childTnLst>
                                    <p:set>
                                      <p:cBhvr>
                                        <p:cTn id="91" dur="1" fill="hold">
                                          <p:stCondLst>
                                            <p:cond delay="0"/>
                                          </p:stCondLst>
                                        </p:cTn>
                                        <p:tgtEl>
                                          <p:spTgt spid="82"/>
                                        </p:tgtEl>
                                        <p:attrNameLst>
                                          <p:attrName>style.visibility</p:attrName>
                                        </p:attrNameLst>
                                      </p:cBhvr>
                                      <p:to>
                                        <p:strVal val="visible"/>
                                      </p:to>
                                    </p:set>
                                    <p:animEffect transition="in" filter="fade">
                                      <p:cBhvr>
                                        <p:cTn id="92" dur="500"/>
                                        <p:tgtEl>
                                          <p:spTgt spid="82"/>
                                        </p:tgtEl>
                                      </p:cBhvr>
                                    </p:animEffect>
                                  </p:childTnLst>
                                </p:cTn>
                              </p:par>
                              <p:par>
                                <p:cTn id="93" presetID="2" presetClass="entr" presetSubtype="4" decel="100000" fill="hold" grpId="0" nodeType="withEffect">
                                  <p:stCondLst>
                                    <p:cond delay="750"/>
                                  </p:stCondLst>
                                  <p:childTnLst>
                                    <p:set>
                                      <p:cBhvr>
                                        <p:cTn id="94" dur="1" fill="hold">
                                          <p:stCondLst>
                                            <p:cond delay="0"/>
                                          </p:stCondLst>
                                        </p:cTn>
                                        <p:tgtEl>
                                          <p:spTgt spid="57"/>
                                        </p:tgtEl>
                                        <p:attrNameLst>
                                          <p:attrName>style.visibility</p:attrName>
                                        </p:attrNameLst>
                                      </p:cBhvr>
                                      <p:to>
                                        <p:strVal val="visible"/>
                                      </p:to>
                                    </p:set>
                                    <p:anim calcmode="lin" valueType="num">
                                      <p:cBhvr additive="base">
                                        <p:cTn id="95" dur="500" fill="hold"/>
                                        <p:tgtEl>
                                          <p:spTgt spid="57"/>
                                        </p:tgtEl>
                                        <p:attrNameLst>
                                          <p:attrName>ppt_x</p:attrName>
                                        </p:attrNameLst>
                                      </p:cBhvr>
                                      <p:tavLst>
                                        <p:tav tm="0">
                                          <p:val>
                                            <p:strVal val="#ppt_x"/>
                                          </p:val>
                                        </p:tav>
                                        <p:tav tm="100000">
                                          <p:val>
                                            <p:strVal val="#ppt_x"/>
                                          </p:val>
                                        </p:tav>
                                      </p:tavLst>
                                    </p:anim>
                                    <p:anim calcmode="lin" valueType="num">
                                      <p:cBhvr additive="base">
                                        <p:cTn id="96" dur="500" fill="hold"/>
                                        <p:tgtEl>
                                          <p:spTgt spid="57"/>
                                        </p:tgtEl>
                                        <p:attrNameLst>
                                          <p:attrName>ppt_y</p:attrName>
                                        </p:attrNameLst>
                                      </p:cBhvr>
                                      <p:tavLst>
                                        <p:tav tm="0">
                                          <p:val>
                                            <p:strVal val="1+#ppt_h/2"/>
                                          </p:val>
                                        </p:tav>
                                        <p:tav tm="100000">
                                          <p:val>
                                            <p:strVal val="#ppt_y"/>
                                          </p:val>
                                        </p:tav>
                                      </p:tavLst>
                                    </p:anim>
                                  </p:childTnLst>
                                </p:cTn>
                              </p:par>
                              <p:par>
                                <p:cTn id="97" presetID="10" presetClass="entr" presetSubtype="0" fill="hold" grpId="0" nodeType="withEffect">
                                  <p:stCondLst>
                                    <p:cond delay="750"/>
                                  </p:stCondLst>
                                  <p:childTnLst>
                                    <p:set>
                                      <p:cBhvr>
                                        <p:cTn id="98" dur="1" fill="hold">
                                          <p:stCondLst>
                                            <p:cond delay="0"/>
                                          </p:stCondLst>
                                        </p:cTn>
                                        <p:tgtEl>
                                          <p:spTgt spid="43">
                                            <p:txEl>
                                              <p:pRg st="0" end="0"/>
                                            </p:txEl>
                                          </p:spTgt>
                                        </p:tgtEl>
                                        <p:attrNameLst>
                                          <p:attrName>style.visibility</p:attrName>
                                        </p:attrNameLst>
                                      </p:cBhvr>
                                      <p:to>
                                        <p:strVal val="visible"/>
                                      </p:to>
                                    </p:set>
                                    <p:animEffect transition="in" filter="fade">
                                      <p:cBhvr>
                                        <p:cTn id="99" dur="500"/>
                                        <p:tgtEl>
                                          <p:spTgt spid="43">
                                            <p:txEl>
                                              <p:pRg st="0" end="0"/>
                                            </p:txEl>
                                          </p:spTgt>
                                        </p:tgtEl>
                                      </p:cBhvr>
                                    </p:animEffect>
                                  </p:childTnLst>
                                </p:cTn>
                              </p:par>
                              <p:par>
                                <p:cTn id="100" presetID="10" presetClass="entr" presetSubtype="0" fill="hold" grpId="0" nodeType="withEffect">
                                  <p:stCondLst>
                                    <p:cond delay="750"/>
                                  </p:stCondLst>
                                  <p:childTnLst>
                                    <p:set>
                                      <p:cBhvr>
                                        <p:cTn id="101" dur="1" fill="hold">
                                          <p:stCondLst>
                                            <p:cond delay="0"/>
                                          </p:stCondLst>
                                        </p:cTn>
                                        <p:tgtEl>
                                          <p:spTgt spid="44">
                                            <p:txEl>
                                              <p:pRg st="0" end="0"/>
                                            </p:txEl>
                                          </p:spTgt>
                                        </p:tgtEl>
                                        <p:attrNameLst>
                                          <p:attrName>style.visibility</p:attrName>
                                        </p:attrNameLst>
                                      </p:cBhvr>
                                      <p:to>
                                        <p:strVal val="visible"/>
                                      </p:to>
                                    </p:set>
                                    <p:animEffect transition="in" filter="fade">
                                      <p:cBhvr>
                                        <p:cTn id="102"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9" grpId="0" build="p">
        <p:tmplLst>
          <p:tmpl lvl="1">
            <p:tnLst>
              <p:par>
                <p:cTn presetID="2" presetClass="entr" presetSubtype="1" decel="10000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0-#ppt_h/2"/>
                          </p:val>
                        </p:tav>
                        <p:tav tm="100000">
                          <p:val>
                            <p:strVal val="#ppt_y"/>
                          </p:val>
                        </p:tav>
                      </p:tavLst>
                    </p:anim>
                  </p:childTnLst>
                </p:cTn>
              </p:par>
            </p:tnLst>
          </p:tmpl>
        </p:tmplLst>
      </p:bldP>
      <p:bldP spid="22" grpId="0" animBg="1"/>
      <p:bldP spid="45" grpId="0" animBg="1"/>
      <p:bldP spid="46" grpId="0" animBg="1"/>
      <p:bldP spid="47" grpId="0" animBg="1"/>
      <p:bldP spid="50" grpId="0" animBg="1"/>
      <p:bldP spid="51" grpId="0" animBg="1"/>
      <p:bldP spid="52" grpId="0" animBg="1"/>
      <p:bldP spid="55" grpId="0" animBg="1"/>
      <p:bldP spid="56" grpId="0" animBg="1"/>
      <p:bldP spid="57" grpId="0" animBg="1"/>
      <p:bldP spid="80" grpId="0" animBg="1"/>
      <p:bldP spid="81" grpId="0" animBg="1"/>
      <p:bldP spid="82" grpId="0" animBg="1"/>
      <p:bldP spid="2" grpId="0"/>
      <p:bldP spid="78" grpId="0" animBg="1"/>
      <p:bldP spid="30" grpId="0" build="p">
        <p:tmplLst>
          <p:tmpl lvl="1">
            <p:tnLst>
              <p:par>
                <p:cTn presetID="10" presetClass="entr" presetSubtype="0" fill="hold" nodeType="withEffect">
                  <p:stCondLst>
                    <p:cond delay="1250"/>
                  </p:stCondLst>
                  <p:childTnLst>
                    <p:set>
                      <p:cBhvr>
                        <p:cTn dur="1" fill="hold">
                          <p:stCondLst>
                            <p:cond delay="0"/>
                          </p:stCondLst>
                        </p:cTn>
                        <p:tgtEl>
                          <p:spTgt spid="30"/>
                        </p:tgtEl>
                        <p:attrNameLst>
                          <p:attrName>style.visibility</p:attrName>
                        </p:attrNameLst>
                      </p:cBhvr>
                      <p:to>
                        <p:strVal val="visible"/>
                      </p:to>
                    </p:set>
                    <p:animEffect transition="in" filter="fade">
                      <p:cBhvr>
                        <p:cTn dur="500"/>
                        <p:tgtEl>
                          <p:spTgt spid="30"/>
                        </p:tgtEl>
                      </p:cBhvr>
                    </p:animEffect>
                  </p:childTnLst>
                </p:cTn>
              </p:par>
            </p:tnLst>
          </p:tmpl>
        </p:tmplLst>
      </p:bldP>
      <p:bldP spid="31" grpId="0" build="p">
        <p:tmplLst>
          <p:tmpl lvl="1">
            <p:tnLst>
              <p:par>
                <p:cTn presetID="10" presetClass="entr" presetSubtype="0" fill="hold" nodeType="withEffect">
                  <p:stCondLst>
                    <p:cond delay="125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3" grpId="0" build="p">
        <p:tmplLst>
          <p:tmpl lvl="1">
            <p:tnLst>
              <p:par>
                <p:cTn presetID="10" presetClass="entr" presetSubtype="0" fill="hold" nodeType="withEffect">
                  <p:stCondLst>
                    <p:cond delay="75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40" grpId="0" build="p">
        <p:tmplLst>
          <p:tmpl lvl="1">
            <p:tnLst>
              <p:par>
                <p:cTn presetID="10" presetClass="entr" presetSubtype="0" fill="hold" nodeType="withEffect">
                  <p:stCondLst>
                    <p:cond delay="75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withEffect">
                  <p:stCondLst>
                    <p:cond delay="75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p:tmplLst>
          <p:tmpl lvl="1">
            <p:tnLst>
              <p:par>
                <p:cTn presetID="10" presetClass="entr" presetSubtype="0" fill="hold" nodeType="withEffect">
                  <p:stCondLst>
                    <p:cond delay="75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withEffect">
                  <p:stCondLst>
                    <p:cond delay="75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75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Gambar Besar 2">
    <p:spTree>
      <p:nvGrpSpPr>
        <p:cNvPr id="1" name=""/>
        <p:cNvGrpSpPr/>
        <p:nvPr/>
      </p:nvGrpSpPr>
      <p:grpSpPr>
        <a:xfrm>
          <a:off x="0" y="0"/>
          <a:ext cx="0" cy="0"/>
          <a:chOff x="0" y="0"/>
          <a:chExt cx="0" cy="0"/>
        </a:xfrm>
      </p:grpSpPr>
      <p:pic>
        <p:nvPicPr>
          <p:cNvPr id="48" name="Picture 47" descr="white and black checkered textile"/>
          <p:cNvPicPr>
            <a:picLocks noChangeAspect="1" noChangeArrowheads="1"/>
          </p:cNvPicPr>
          <p:nvPr userDrawn="1"/>
        </p:nvPicPr>
        <p:blipFill>
          <a:blip r:embed="rId2"/>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50" name="Graphic 3"/>
          <p:cNvSpPr/>
          <p:nvPr userDrawn="1"/>
        </p:nvSpPr>
        <p:spPr>
          <a:xfrm>
            <a:off x="0" y="0"/>
            <a:ext cx="12192000" cy="6858000"/>
          </a:xfrm>
          <a:custGeom>
            <a:avLst/>
            <a:gdLst>
              <a:gd name="connsiteX0" fmla="*/ -831 w 8902700"/>
              <a:gd name="connsiteY0" fmla="*/ -307 h 7630886"/>
              <a:gd name="connsiteX1" fmla="*/ 8901869 w 8902700"/>
              <a:gd name="connsiteY1" fmla="*/ -307 h 7630886"/>
              <a:gd name="connsiteX2" fmla="*/ 8901869 w 8902700"/>
              <a:gd name="connsiteY2" fmla="*/ 7630579 h 7630886"/>
              <a:gd name="connsiteX3" fmla="*/ -831 w 8902700"/>
              <a:gd name="connsiteY3" fmla="*/ 7630579 h 7630886"/>
            </a:gdLst>
            <a:ahLst/>
            <a:cxnLst>
              <a:cxn ang="0">
                <a:pos x="connsiteX0" y="connsiteY0"/>
              </a:cxn>
              <a:cxn ang="0">
                <a:pos x="connsiteX1" y="connsiteY1"/>
              </a:cxn>
              <a:cxn ang="0">
                <a:pos x="connsiteX2" y="connsiteY2"/>
              </a:cxn>
              <a:cxn ang="0">
                <a:pos x="connsiteX3" y="connsiteY3"/>
              </a:cxn>
            </a:cxnLst>
            <a:rect l="l" t="t" r="r" b="b"/>
            <a:pathLst>
              <a:path w="8902700" h="7630886">
                <a:moveTo>
                  <a:pt x="-831" y="-307"/>
                </a:moveTo>
                <a:lnTo>
                  <a:pt x="8901869" y="-307"/>
                </a:lnTo>
                <a:lnTo>
                  <a:pt x="8901869" y="7630579"/>
                </a:lnTo>
                <a:lnTo>
                  <a:pt x="-831" y="7630579"/>
                </a:lnTo>
                <a:close/>
              </a:path>
            </a:pathLst>
          </a:custGeom>
          <a:solidFill>
            <a:schemeClr val="bg2">
              <a:alpha val="92000"/>
            </a:schemeClr>
          </a:solidFill>
          <a:ln w="63545" cap="flat">
            <a:noFill/>
            <a:prstDash val="solid"/>
            <a:round/>
          </a:ln>
        </p:spPr>
        <p:txBody>
          <a:bodyPr rtlCol="0" anchor="ctr"/>
          <a:lstStyle/>
          <a:p>
            <a:pPr algn="l"/>
            <a:endParaRPr lang="en-US"/>
          </a:p>
        </p:txBody>
      </p:sp>
      <p:sp>
        <p:nvSpPr>
          <p:cNvPr id="36" name="Title 13"/>
          <p:cNvSpPr>
            <a:spLocks noGrp="1"/>
          </p:cNvSpPr>
          <p:nvPr>
            <p:ph type="title" hasCustomPrompt="1"/>
          </p:nvPr>
        </p:nvSpPr>
        <p:spPr>
          <a:xfrm>
            <a:off x="577864" y="1021519"/>
            <a:ext cx="5298102" cy="1846659"/>
          </a:xfrm>
        </p:spPr>
        <p:txBody>
          <a:bodyPr lIns="0" tIns="0" rIns="0" bIns="0" anchor="b" anchorCtr="0">
            <a:normAutofit/>
          </a:bodyPr>
          <a:lstStyle>
            <a:lvl1pPr algn="l">
              <a:lnSpc>
                <a:spcPct val="100000"/>
              </a:lnSpc>
              <a:defRPr sz="4000">
                <a:solidFill>
                  <a:schemeClr val="accent1"/>
                </a:solidFill>
              </a:defRPr>
            </a:lvl1pPr>
          </a:lstStyle>
          <a:p>
            <a:r>
              <a:rPr lang="en-US"/>
              <a:t>Simpan Kalimat Penting di bagian ini (3 baris)</a:t>
            </a:r>
          </a:p>
        </p:txBody>
      </p:sp>
      <p:sp>
        <p:nvSpPr>
          <p:cNvPr id="37" name="Text Placeholder 17"/>
          <p:cNvSpPr>
            <a:spLocks noGrp="1"/>
          </p:cNvSpPr>
          <p:nvPr>
            <p:ph type="body" sz="quarter" idx="17" hasCustomPrompt="1"/>
          </p:nvPr>
        </p:nvSpPr>
        <p:spPr>
          <a:xfrm>
            <a:off x="636814" y="3285374"/>
            <a:ext cx="4475126" cy="2742033"/>
          </a:xfrm>
        </p:spPr>
        <p:txBody>
          <a:bodyPr lIns="0" tIns="0" rIns="0" bIns="0">
            <a:normAutofit/>
          </a:bodyPr>
          <a:lstStyle>
            <a:lvl1pPr algn="l">
              <a:lnSpc>
                <a:spcPct val="130000"/>
              </a:lnSpc>
              <a:defRPr sz="2800"/>
            </a:lvl1pPr>
          </a:lstStyle>
          <a:p>
            <a:pPr lvl="0"/>
            <a:r>
              <a:rPr lang="nn-NO"/>
              <a:t>Klik untuk menambahkan deskripsi penjelasan dari bagian ini. Slide ini bisa digunakan untuk menekankan hal tertentu</a:t>
            </a:r>
          </a:p>
        </p:txBody>
      </p:sp>
      <p:sp>
        <p:nvSpPr>
          <p:cNvPr id="10" name="Freeform: Shape 9"/>
          <p:cNvSpPr/>
          <p:nvPr userDrawn="1"/>
        </p:nvSpPr>
        <p:spPr>
          <a:xfrm rot="11700000" flipH="1">
            <a:off x="4947868" y="-846095"/>
            <a:ext cx="6215352" cy="2451719"/>
          </a:xfrm>
          <a:custGeom>
            <a:avLst/>
            <a:gdLst>
              <a:gd name="connsiteX0" fmla="*/ 0 w 6215352"/>
              <a:gd name="connsiteY0" fmla="*/ 786320 h 2451719"/>
              <a:gd name="connsiteX1" fmla="*/ 6215352 w 6215352"/>
              <a:gd name="connsiteY1" fmla="*/ 2451719 h 2451719"/>
              <a:gd name="connsiteX2" fmla="*/ 6194798 w 6215352"/>
              <a:gd name="connsiteY2" fmla="*/ 2428198 h 2451719"/>
              <a:gd name="connsiteX3" fmla="*/ 5914339 w 6215352"/>
              <a:gd name="connsiteY3" fmla="*/ 2212596 h 2451719"/>
              <a:gd name="connsiteX4" fmla="*/ 2394091 w 6215352"/>
              <a:gd name="connsiteY4" fmla="*/ 180039 h 2451719"/>
              <a:gd name="connsiteX5" fmla="*/ 1050011 w 6215352"/>
              <a:gd name="connsiteY5" fmla="*/ 180039 h 2451719"/>
              <a:gd name="connsiteX6" fmla="*/ 239010 w 6215352"/>
              <a:gd name="connsiteY6" fmla="*/ 648322 h 245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5352" h="2451719">
                <a:moveTo>
                  <a:pt x="0" y="786320"/>
                </a:moveTo>
                <a:lnTo>
                  <a:pt x="6215352" y="2451719"/>
                </a:lnTo>
                <a:lnTo>
                  <a:pt x="6194798" y="2428198"/>
                </a:lnTo>
                <a:cubicBezTo>
                  <a:pt x="6112300" y="2345347"/>
                  <a:pt x="6018311" y="2272609"/>
                  <a:pt x="5914339" y="2212596"/>
                </a:cubicBezTo>
                <a:cubicBezTo>
                  <a:pt x="4986475" y="1676786"/>
                  <a:pt x="3321955" y="715849"/>
                  <a:pt x="2394091" y="180039"/>
                </a:cubicBezTo>
                <a:cubicBezTo>
                  <a:pt x="1978208" y="-60013"/>
                  <a:pt x="1465893" y="-60013"/>
                  <a:pt x="1050011" y="180039"/>
                </a:cubicBezTo>
                <a:cubicBezTo>
                  <a:pt x="818044" y="313991"/>
                  <a:pt x="540038" y="474514"/>
                  <a:pt x="239010" y="648322"/>
                </a:cubicBezTo>
                <a:close/>
              </a:path>
            </a:pathLst>
          </a:custGeom>
          <a:solidFill>
            <a:schemeClr val="accent1">
              <a:alpha val="5000"/>
            </a:schemeClr>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56" name="Picture Placeholder 55"/>
          <p:cNvSpPr>
            <a:spLocks noGrp="1"/>
          </p:cNvSpPr>
          <p:nvPr>
            <p:ph type="pic" sz="quarter" idx="18"/>
          </p:nvPr>
        </p:nvSpPr>
        <p:spPr>
          <a:xfrm>
            <a:off x="5043940" y="423202"/>
            <a:ext cx="7148061" cy="6434799"/>
          </a:xfrm>
          <a:custGeom>
            <a:avLst/>
            <a:gdLst>
              <a:gd name="connsiteX0" fmla="*/ 6325466 w 7148061"/>
              <a:gd name="connsiteY0" fmla="*/ 4 h 6434799"/>
              <a:gd name="connsiteX1" fmla="*/ 7066799 w 7148061"/>
              <a:gd name="connsiteY1" fmla="*/ 224855 h 6434799"/>
              <a:gd name="connsiteX2" fmla="*/ 7148061 w 7148061"/>
              <a:gd name="connsiteY2" fmla="*/ 284884 h 6434799"/>
              <a:gd name="connsiteX3" fmla="*/ 7148061 w 7148061"/>
              <a:gd name="connsiteY3" fmla="*/ 6434799 h 6434799"/>
              <a:gd name="connsiteX4" fmla="*/ 7369 w 7148061"/>
              <a:gd name="connsiteY4" fmla="*/ 6434799 h 6434799"/>
              <a:gd name="connsiteX5" fmla="*/ 4 w 7148061"/>
              <a:gd name="connsiteY5" fmla="*/ 6325581 h 6434799"/>
              <a:gd name="connsiteX6" fmla="*/ 45822 w 7148061"/>
              <a:gd name="connsiteY6" fmla="*/ 5974837 h 6434799"/>
              <a:gd name="connsiteX7" fmla="*/ 1097950 w 7148061"/>
              <a:gd name="connsiteY7" fmla="*/ 2048241 h 6434799"/>
              <a:gd name="connsiteX8" fmla="*/ 2048317 w 7148061"/>
              <a:gd name="connsiteY8" fmla="*/ 1097996 h 6434799"/>
              <a:gd name="connsiteX9" fmla="*/ 5974680 w 7148061"/>
              <a:gd name="connsiteY9" fmla="*/ 45803 h 6434799"/>
              <a:gd name="connsiteX10" fmla="*/ 6325466 w 7148061"/>
              <a:gd name="connsiteY10" fmla="*/ 4 h 643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48061" h="6434799">
                <a:moveTo>
                  <a:pt x="6325466" y="4"/>
                </a:moveTo>
                <a:cubicBezTo>
                  <a:pt x="6588551" y="602"/>
                  <a:pt x="6846714" y="78514"/>
                  <a:pt x="7066799" y="224855"/>
                </a:cubicBezTo>
                <a:lnTo>
                  <a:pt x="7148061" y="284884"/>
                </a:lnTo>
                <a:lnTo>
                  <a:pt x="7148061" y="6434799"/>
                </a:lnTo>
                <a:lnTo>
                  <a:pt x="7369" y="6434799"/>
                </a:lnTo>
                <a:lnTo>
                  <a:pt x="4" y="6325581"/>
                </a:lnTo>
                <a:cubicBezTo>
                  <a:pt x="-258" y="6208667"/>
                  <a:pt x="14755" y="6090782"/>
                  <a:pt x="45822" y="5974837"/>
                </a:cubicBezTo>
                <a:lnTo>
                  <a:pt x="1097950" y="2048241"/>
                </a:lnTo>
                <a:cubicBezTo>
                  <a:pt x="1222219" y="1584464"/>
                  <a:pt x="1584472" y="1222226"/>
                  <a:pt x="2048317" y="1097996"/>
                </a:cubicBezTo>
                <a:cubicBezTo>
                  <a:pt x="3083242" y="820593"/>
                  <a:pt x="4939755" y="323204"/>
                  <a:pt x="5974680" y="45803"/>
                </a:cubicBezTo>
                <a:cubicBezTo>
                  <a:pt x="6090640" y="14745"/>
                  <a:pt x="6208539" y="-261"/>
                  <a:pt x="6325466" y="4"/>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385793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
                                  </p:stCondLst>
                                  <p:childTnLst>
                                    <p:set>
                                      <p:cBhvr>
                                        <p:cTn id="10" dur="1" fill="hold">
                                          <p:stCondLst>
                                            <p:cond delay="0"/>
                                          </p:stCondLst>
                                        </p:cTn>
                                        <p:tgtEl>
                                          <p:spTgt spid="37">
                                            <p:txEl>
                                              <p:pRg st="0" end="0"/>
                                            </p:txEl>
                                          </p:spTgt>
                                        </p:tgtEl>
                                        <p:attrNameLst>
                                          <p:attrName>style.visibility</p:attrName>
                                        </p:attrNameLst>
                                      </p:cBhvr>
                                      <p:to>
                                        <p:strVal val="visible"/>
                                      </p:to>
                                    </p:set>
                                    <p:anim calcmode="lin" valueType="num">
                                      <p:cBhvr additive="base">
                                        <p:cTn id="11" dur="5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7">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56"/>
                                        </p:tgtEl>
                                        <p:attrNameLst>
                                          <p:attrName>style.visibility</p:attrName>
                                        </p:attrNameLst>
                                      </p:cBhvr>
                                      <p:to>
                                        <p:strVal val="visible"/>
                                      </p:to>
                                    </p:set>
                                    <p:anim calcmode="lin" valueType="num">
                                      <p:cBhvr additive="base">
                                        <p:cTn id="15" dur="500" fill="hold"/>
                                        <p:tgtEl>
                                          <p:spTgt spid="56"/>
                                        </p:tgtEl>
                                        <p:attrNameLst>
                                          <p:attrName>ppt_x</p:attrName>
                                        </p:attrNameLst>
                                      </p:cBhvr>
                                      <p:tavLst>
                                        <p:tav tm="0">
                                          <p:val>
                                            <p:strVal val="#ppt_x"/>
                                          </p:val>
                                        </p:tav>
                                        <p:tav tm="100000">
                                          <p:val>
                                            <p:strVal val="#ppt_x"/>
                                          </p:val>
                                        </p:tav>
                                      </p:tavLst>
                                    </p:anim>
                                    <p:anim calcmode="lin" valueType="num">
                                      <p:cBhvr additive="base">
                                        <p:cTn id="16" dur="500" fill="hold"/>
                                        <p:tgtEl>
                                          <p:spTgt spid="56"/>
                                        </p:tgtEl>
                                        <p:attrNameLst>
                                          <p:attrName>ppt_y</p:attrName>
                                        </p:attrNameLst>
                                      </p:cBhvr>
                                      <p:tavLst>
                                        <p:tav tm="0">
                                          <p:val>
                                            <p:strVal val="1+#ppt_h/2"/>
                                          </p:val>
                                        </p:tav>
                                        <p:tav tm="100000">
                                          <p:val>
                                            <p:strVal val="#ppt_y"/>
                                          </p:val>
                                        </p:tav>
                                      </p:tavLst>
                                    </p:anim>
                                  </p:childTnLst>
                                </p:cTn>
                              </p:par>
                              <p:par>
                                <p:cTn id="17" presetID="2" presetClass="entr" presetSubtype="1" decel="100000" fill="hold" grpId="0" nodeType="withEffect">
                                  <p:stCondLst>
                                    <p:cond delay="30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build="p">
        <p:tmplLst>
          <p:tmpl lvl="1">
            <p:tnLst>
              <p:par>
                <p:cTn presetID="2" presetClass="entr" presetSubtype="8" decel="100000" fill="hold" nodeType="withEffect">
                  <p:stCondLst>
                    <p:cond delay="10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10" grpId="0" animBg="1"/>
      <p:bldP spid="56"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Gambar Besar 3">
    <p:spTree>
      <p:nvGrpSpPr>
        <p:cNvPr id="1" name=""/>
        <p:cNvGrpSpPr/>
        <p:nvPr/>
      </p:nvGrpSpPr>
      <p:grpSpPr>
        <a:xfrm>
          <a:off x="0" y="0"/>
          <a:ext cx="0" cy="0"/>
          <a:chOff x="0" y="0"/>
          <a:chExt cx="0" cy="0"/>
        </a:xfrm>
      </p:grpSpPr>
      <p:pic>
        <p:nvPicPr>
          <p:cNvPr id="52" name="Picture 51" descr="white and black checkered textile"/>
          <p:cNvPicPr>
            <a:picLocks noChangeAspect="1" noChangeArrowheads="1"/>
          </p:cNvPicPr>
          <p:nvPr userDrawn="1"/>
        </p:nvPicPr>
        <p:blipFill>
          <a:blip r:embed="rId2"/>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54" name="Graphic 3"/>
          <p:cNvSpPr/>
          <p:nvPr userDrawn="1"/>
        </p:nvSpPr>
        <p:spPr>
          <a:xfrm>
            <a:off x="0" y="0"/>
            <a:ext cx="12192000" cy="6858000"/>
          </a:xfrm>
          <a:custGeom>
            <a:avLst/>
            <a:gdLst>
              <a:gd name="connsiteX0" fmla="*/ -831 w 8902700"/>
              <a:gd name="connsiteY0" fmla="*/ -307 h 7630886"/>
              <a:gd name="connsiteX1" fmla="*/ 8901869 w 8902700"/>
              <a:gd name="connsiteY1" fmla="*/ -307 h 7630886"/>
              <a:gd name="connsiteX2" fmla="*/ 8901869 w 8902700"/>
              <a:gd name="connsiteY2" fmla="*/ 7630579 h 7630886"/>
              <a:gd name="connsiteX3" fmla="*/ -831 w 8902700"/>
              <a:gd name="connsiteY3" fmla="*/ 7630579 h 7630886"/>
            </a:gdLst>
            <a:ahLst/>
            <a:cxnLst>
              <a:cxn ang="0">
                <a:pos x="connsiteX0" y="connsiteY0"/>
              </a:cxn>
              <a:cxn ang="0">
                <a:pos x="connsiteX1" y="connsiteY1"/>
              </a:cxn>
              <a:cxn ang="0">
                <a:pos x="connsiteX2" y="connsiteY2"/>
              </a:cxn>
              <a:cxn ang="0">
                <a:pos x="connsiteX3" y="connsiteY3"/>
              </a:cxn>
            </a:cxnLst>
            <a:rect l="l" t="t" r="r" b="b"/>
            <a:pathLst>
              <a:path w="8902700" h="7630886">
                <a:moveTo>
                  <a:pt x="-831" y="-307"/>
                </a:moveTo>
                <a:lnTo>
                  <a:pt x="8901869" y="-307"/>
                </a:lnTo>
                <a:lnTo>
                  <a:pt x="8901869" y="7630579"/>
                </a:lnTo>
                <a:lnTo>
                  <a:pt x="-831" y="7630579"/>
                </a:lnTo>
                <a:close/>
              </a:path>
            </a:pathLst>
          </a:custGeom>
          <a:solidFill>
            <a:schemeClr val="bg2">
              <a:alpha val="92000"/>
            </a:schemeClr>
          </a:solidFill>
          <a:ln w="63545" cap="flat">
            <a:noFill/>
            <a:prstDash val="solid"/>
            <a:round/>
          </a:ln>
        </p:spPr>
        <p:txBody>
          <a:bodyPr rtlCol="0" anchor="ctr"/>
          <a:lstStyle/>
          <a:p>
            <a:pPr algn="l"/>
            <a:endParaRPr lang="en-US"/>
          </a:p>
        </p:txBody>
      </p:sp>
      <p:sp>
        <p:nvSpPr>
          <p:cNvPr id="44" name="Picture Placeholder 43"/>
          <p:cNvSpPr>
            <a:spLocks noGrp="1"/>
          </p:cNvSpPr>
          <p:nvPr>
            <p:ph type="pic" sz="quarter" idx="13"/>
          </p:nvPr>
        </p:nvSpPr>
        <p:spPr>
          <a:xfrm>
            <a:off x="440466" y="360068"/>
            <a:ext cx="6257266" cy="6137865"/>
          </a:xfrm>
          <a:custGeom>
            <a:avLst/>
            <a:gdLst>
              <a:gd name="connsiteX0" fmla="*/ 4405100 w 6257266"/>
              <a:gd name="connsiteY0" fmla="*/ 2018766 h 6137865"/>
              <a:gd name="connsiteX1" fmla="*/ 4660989 w 6257266"/>
              <a:gd name="connsiteY1" fmla="*/ 2087318 h 6137865"/>
              <a:gd name="connsiteX2" fmla="*/ 5147199 w 6257266"/>
              <a:gd name="connsiteY2" fmla="*/ 2368055 h 6137865"/>
              <a:gd name="connsiteX3" fmla="*/ 5181598 w 6257266"/>
              <a:gd name="connsiteY3" fmla="*/ 2387915 h 6137865"/>
              <a:gd name="connsiteX4" fmla="*/ 5331183 w 6257266"/>
              <a:gd name="connsiteY4" fmla="*/ 2474280 h 6137865"/>
              <a:gd name="connsiteX5" fmla="*/ 6001376 w 6257266"/>
              <a:gd name="connsiteY5" fmla="*/ 2861243 h 6137865"/>
              <a:gd name="connsiteX6" fmla="*/ 6257266 w 6257266"/>
              <a:gd name="connsiteY6" fmla="*/ 3304391 h 6137865"/>
              <a:gd name="connsiteX7" fmla="*/ 6257266 w 6257266"/>
              <a:gd name="connsiteY7" fmla="*/ 4852240 h 6137865"/>
              <a:gd name="connsiteX8" fmla="*/ 6001376 w 6257266"/>
              <a:gd name="connsiteY8" fmla="*/ 5295388 h 6137865"/>
              <a:gd name="connsiteX9" fmla="*/ 4660989 w 6257266"/>
              <a:gd name="connsiteY9" fmla="*/ 6069313 h 6137865"/>
              <a:gd name="connsiteX10" fmla="*/ 4149210 w 6257266"/>
              <a:gd name="connsiteY10" fmla="*/ 6069313 h 6137865"/>
              <a:gd name="connsiteX11" fmla="*/ 3295033 w 6257266"/>
              <a:gd name="connsiteY11" fmla="*/ 5576125 h 6137865"/>
              <a:gd name="connsiteX12" fmla="*/ 3199602 w 6257266"/>
              <a:gd name="connsiteY12" fmla="*/ 5521025 h 6137865"/>
              <a:gd name="connsiteX13" fmla="*/ 3117624 w 6257266"/>
              <a:gd name="connsiteY13" fmla="*/ 5473693 h 6137865"/>
              <a:gd name="connsiteX14" fmla="*/ 2808823 w 6257266"/>
              <a:gd name="connsiteY14" fmla="*/ 5295388 h 6137865"/>
              <a:gd name="connsiteX15" fmla="*/ 2552933 w 6257266"/>
              <a:gd name="connsiteY15" fmla="*/ 4852240 h 6137865"/>
              <a:gd name="connsiteX16" fmla="*/ 2552933 w 6257266"/>
              <a:gd name="connsiteY16" fmla="*/ 3304391 h 6137865"/>
              <a:gd name="connsiteX17" fmla="*/ 2808823 w 6257266"/>
              <a:gd name="connsiteY17" fmla="*/ 2861243 h 6137865"/>
              <a:gd name="connsiteX18" fmla="*/ 4149210 w 6257266"/>
              <a:gd name="connsiteY18" fmla="*/ 2087318 h 6137865"/>
              <a:gd name="connsiteX19" fmla="*/ 4405100 w 6257266"/>
              <a:gd name="connsiteY19" fmla="*/ 2018766 h 6137865"/>
              <a:gd name="connsiteX20" fmla="*/ 2590800 w 6257266"/>
              <a:gd name="connsiteY20" fmla="*/ 1 h 6137865"/>
              <a:gd name="connsiteX21" fmla="*/ 2948736 w 6257266"/>
              <a:gd name="connsiteY21" fmla="*/ 95891 h 6137865"/>
              <a:gd name="connsiteX22" fmla="*/ 4823662 w 6257266"/>
              <a:gd name="connsiteY22" fmla="*/ 1178453 h 6137865"/>
              <a:gd name="connsiteX23" fmla="*/ 5181599 w 6257266"/>
              <a:gd name="connsiteY23" fmla="*/ 1798326 h 6137865"/>
              <a:gd name="connsiteX24" fmla="*/ 5181599 w 6257266"/>
              <a:gd name="connsiteY24" fmla="*/ 2299413 h 6137865"/>
              <a:gd name="connsiteX25" fmla="*/ 5159456 w 6257266"/>
              <a:gd name="connsiteY25" fmla="*/ 2286629 h 6137865"/>
              <a:gd name="connsiteX26" fmla="*/ 4649375 w 6257266"/>
              <a:gd name="connsiteY26" fmla="*/ 1992109 h 6137865"/>
              <a:gd name="connsiteX27" fmla="*/ 4380923 w 6257266"/>
              <a:gd name="connsiteY27" fmla="*/ 1920192 h 6137865"/>
              <a:gd name="connsiteX28" fmla="*/ 4112470 w 6257266"/>
              <a:gd name="connsiteY28" fmla="*/ 1992109 h 6137865"/>
              <a:gd name="connsiteX29" fmla="*/ 2706275 w 6257266"/>
              <a:gd name="connsiteY29" fmla="*/ 2804031 h 6137865"/>
              <a:gd name="connsiteX30" fmla="*/ 2437822 w 6257266"/>
              <a:gd name="connsiteY30" fmla="*/ 3268936 h 6137865"/>
              <a:gd name="connsiteX31" fmla="*/ 2437822 w 6257266"/>
              <a:gd name="connsiteY31" fmla="*/ 4892778 h 6137865"/>
              <a:gd name="connsiteX32" fmla="*/ 2706275 w 6257266"/>
              <a:gd name="connsiteY32" fmla="*/ 5357683 h 6137865"/>
              <a:gd name="connsiteX33" fmla="*/ 3030237 w 6257266"/>
              <a:gd name="connsiteY33" fmla="*/ 5544742 h 6137865"/>
              <a:gd name="connsiteX34" fmla="*/ 3094385 w 6257266"/>
              <a:gd name="connsiteY34" fmla="*/ 5581779 h 6137865"/>
              <a:gd name="connsiteX35" fmla="*/ 3045803 w 6257266"/>
              <a:gd name="connsiteY35" fmla="*/ 5609832 h 6137865"/>
              <a:gd name="connsiteX36" fmla="*/ 2948736 w 6257266"/>
              <a:gd name="connsiteY36" fmla="*/ 5665883 h 6137865"/>
              <a:gd name="connsiteX37" fmla="*/ 2232863 w 6257266"/>
              <a:gd name="connsiteY37" fmla="*/ 5665883 h 6137865"/>
              <a:gd name="connsiteX38" fmla="*/ 357937 w 6257266"/>
              <a:gd name="connsiteY38" fmla="*/ 4583321 h 6137865"/>
              <a:gd name="connsiteX39" fmla="*/ 0 w 6257266"/>
              <a:gd name="connsiteY39" fmla="*/ 3963448 h 6137865"/>
              <a:gd name="connsiteX40" fmla="*/ 0 w 6257266"/>
              <a:gd name="connsiteY40" fmla="*/ 1798326 h 6137865"/>
              <a:gd name="connsiteX41" fmla="*/ 357937 w 6257266"/>
              <a:gd name="connsiteY41" fmla="*/ 1178453 h 6137865"/>
              <a:gd name="connsiteX42" fmla="*/ 560118 w 6257266"/>
              <a:gd name="connsiteY42" fmla="*/ 1061707 h 6137865"/>
              <a:gd name="connsiteX43" fmla="*/ 723306 w 6257266"/>
              <a:gd name="connsiteY43" fmla="*/ 967483 h 6137865"/>
              <a:gd name="connsiteX44" fmla="*/ 800082 w 6257266"/>
              <a:gd name="connsiteY44" fmla="*/ 1011811 h 6137865"/>
              <a:gd name="connsiteX45" fmla="*/ 956255 w 6257266"/>
              <a:gd name="connsiteY45" fmla="*/ 1101984 h 6137865"/>
              <a:gd name="connsiteX46" fmla="*/ 1075513 w 6257266"/>
              <a:gd name="connsiteY46" fmla="*/ 1101984 h 6137865"/>
              <a:gd name="connsiteX47" fmla="*/ 1387858 w 6257266"/>
              <a:gd name="connsiteY47" fmla="*/ 921639 h 6137865"/>
              <a:gd name="connsiteX48" fmla="*/ 1447487 w 6257266"/>
              <a:gd name="connsiteY48" fmla="*/ 818374 h 6137865"/>
              <a:gd name="connsiteX49" fmla="*/ 1447487 w 6257266"/>
              <a:gd name="connsiteY49" fmla="*/ 549362 h 6137865"/>
              <a:gd name="connsiteX50" fmla="*/ 1552755 w 6257266"/>
              <a:gd name="connsiteY50" fmla="*/ 488584 h 6137865"/>
              <a:gd name="connsiteX51" fmla="*/ 2232863 w 6257266"/>
              <a:gd name="connsiteY51" fmla="*/ 95891 h 6137865"/>
              <a:gd name="connsiteX52" fmla="*/ 2590800 w 6257266"/>
              <a:gd name="connsiteY52" fmla="*/ 1 h 613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257266" h="6137865">
                <a:moveTo>
                  <a:pt x="4405100" y="2018766"/>
                </a:moveTo>
                <a:cubicBezTo>
                  <a:pt x="4493456" y="2018766"/>
                  <a:pt x="4581812" y="2041616"/>
                  <a:pt x="4660989" y="2087318"/>
                </a:cubicBezTo>
                <a:cubicBezTo>
                  <a:pt x="4793476" y="2163824"/>
                  <a:pt x="4965407" y="2263094"/>
                  <a:pt x="5147199" y="2368055"/>
                </a:cubicBezTo>
                <a:lnTo>
                  <a:pt x="5181598" y="2387915"/>
                </a:lnTo>
                <a:lnTo>
                  <a:pt x="5331183" y="2474280"/>
                </a:lnTo>
                <a:cubicBezTo>
                  <a:pt x="5577955" y="2616757"/>
                  <a:pt x="5824727" y="2759234"/>
                  <a:pt x="6001376" y="2861243"/>
                </a:cubicBezTo>
                <a:cubicBezTo>
                  <a:pt x="6159731" y="2952645"/>
                  <a:pt x="6257266" y="3121572"/>
                  <a:pt x="6257266" y="3304391"/>
                </a:cubicBezTo>
                <a:lnTo>
                  <a:pt x="6257266" y="4852240"/>
                </a:lnTo>
                <a:cubicBezTo>
                  <a:pt x="6257266" y="5035059"/>
                  <a:pt x="6159731" y="5203985"/>
                  <a:pt x="6001376" y="5295388"/>
                </a:cubicBezTo>
                <a:cubicBezTo>
                  <a:pt x="5648078" y="5499405"/>
                  <a:pt x="5014287" y="5865295"/>
                  <a:pt x="4660989" y="6069313"/>
                </a:cubicBezTo>
                <a:cubicBezTo>
                  <a:pt x="4502635" y="6160716"/>
                  <a:pt x="4307564" y="6160716"/>
                  <a:pt x="4149210" y="6069313"/>
                </a:cubicBezTo>
                <a:cubicBezTo>
                  <a:pt x="3928399" y="5941802"/>
                  <a:pt x="3598020" y="5751059"/>
                  <a:pt x="3295033" y="5576125"/>
                </a:cubicBezTo>
                <a:lnTo>
                  <a:pt x="3199602" y="5521025"/>
                </a:lnTo>
                <a:lnTo>
                  <a:pt x="3117624" y="5473693"/>
                </a:lnTo>
                <a:cubicBezTo>
                  <a:pt x="3003003" y="5407513"/>
                  <a:pt x="2897148" y="5346392"/>
                  <a:pt x="2808823" y="5295388"/>
                </a:cubicBezTo>
                <a:cubicBezTo>
                  <a:pt x="2650468" y="5203985"/>
                  <a:pt x="2552933" y="5035059"/>
                  <a:pt x="2552933" y="4852240"/>
                </a:cubicBezTo>
                <a:lnTo>
                  <a:pt x="2552933" y="3304391"/>
                </a:lnTo>
                <a:cubicBezTo>
                  <a:pt x="2552933" y="3121572"/>
                  <a:pt x="2650468" y="2952645"/>
                  <a:pt x="2808823" y="2861243"/>
                </a:cubicBezTo>
                <a:cubicBezTo>
                  <a:pt x="3162121" y="2657226"/>
                  <a:pt x="3795912" y="2291334"/>
                  <a:pt x="4149210" y="2087318"/>
                </a:cubicBezTo>
                <a:cubicBezTo>
                  <a:pt x="4228387" y="2041616"/>
                  <a:pt x="4316743" y="2018766"/>
                  <a:pt x="4405100" y="2018766"/>
                </a:cubicBezTo>
                <a:close/>
                <a:moveTo>
                  <a:pt x="2590800" y="1"/>
                </a:moveTo>
                <a:cubicBezTo>
                  <a:pt x="2714392" y="0"/>
                  <a:pt x="2837984" y="31964"/>
                  <a:pt x="2948736" y="95891"/>
                </a:cubicBezTo>
                <a:cubicBezTo>
                  <a:pt x="3442928" y="381267"/>
                  <a:pt x="4329470" y="893075"/>
                  <a:pt x="4823662" y="1178453"/>
                </a:cubicBezTo>
                <a:cubicBezTo>
                  <a:pt x="5045168" y="1306305"/>
                  <a:pt x="5181599" y="1542600"/>
                  <a:pt x="5181599" y="1798326"/>
                </a:cubicBezTo>
                <a:lnTo>
                  <a:pt x="5181599" y="2299413"/>
                </a:lnTo>
                <a:lnTo>
                  <a:pt x="5159456" y="2286629"/>
                </a:lnTo>
                <a:cubicBezTo>
                  <a:pt x="4968739" y="2176515"/>
                  <a:pt x="4788367" y="2072371"/>
                  <a:pt x="4649375" y="1992109"/>
                </a:cubicBezTo>
                <a:cubicBezTo>
                  <a:pt x="4566311" y="1944164"/>
                  <a:pt x="4473617" y="1920191"/>
                  <a:pt x="4380923" y="1920192"/>
                </a:cubicBezTo>
                <a:cubicBezTo>
                  <a:pt x="4288228" y="1920191"/>
                  <a:pt x="4195534" y="1944164"/>
                  <a:pt x="4112470" y="1992109"/>
                </a:cubicBezTo>
                <a:cubicBezTo>
                  <a:pt x="3741826" y="2206142"/>
                  <a:pt x="3076919" y="2589997"/>
                  <a:pt x="2706275" y="2804031"/>
                </a:cubicBezTo>
                <a:cubicBezTo>
                  <a:pt x="2540146" y="2899920"/>
                  <a:pt x="2437822" y="3077141"/>
                  <a:pt x="2437822" y="3268936"/>
                </a:cubicBezTo>
                <a:lnTo>
                  <a:pt x="2437822" y="4892778"/>
                </a:lnTo>
                <a:cubicBezTo>
                  <a:pt x="2437822" y="5084573"/>
                  <a:pt x="2540146" y="5261792"/>
                  <a:pt x="2706275" y="5357683"/>
                </a:cubicBezTo>
                <a:cubicBezTo>
                  <a:pt x="2798936" y="5411191"/>
                  <a:pt x="2909988" y="5475313"/>
                  <a:pt x="3030237" y="5544742"/>
                </a:cubicBezTo>
                <a:lnTo>
                  <a:pt x="3094385" y="5581779"/>
                </a:lnTo>
                <a:lnTo>
                  <a:pt x="3045803" y="5609832"/>
                </a:lnTo>
                <a:cubicBezTo>
                  <a:pt x="3012042" y="5629326"/>
                  <a:pt x="2979623" y="5648047"/>
                  <a:pt x="2948736" y="5665883"/>
                </a:cubicBezTo>
                <a:cubicBezTo>
                  <a:pt x="2727232" y="5793737"/>
                  <a:pt x="2454367" y="5793737"/>
                  <a:pt x="2232863" y="5665883"/>
                </a:cubicBezTo>
                <a:cubicBezTo>
                  <a:pt x="1738671" y="5380505"/>
                  <a:pt x="852129" y="4868699"/>
                  <a:pt x="357937" y="4583321"/>
                </a:cubicBezTo>
                <a:cubicBezTo>
                  <a:pt x="136431" y="4455467"/>
                  <a:pt x="0" y="4219175"/>
                  <a:pt x="0" y="3963448"/>
                </a:cubicBezTo>
                <a:lnTo>
                  <a:pt x="0" y="1798326"/>
                </a:lnTo>
                <a:cubicBezTo>
                  <a:pt x="0" y="1542600"/>
                  <a:pt x="136431" y="1306305"/>
                  <a:pt x="357937" y="1178453"/>
                </a:cubicBezTo>
                <a:cubicBezTo>
                  <a:pt x="419711" y="1142781"/>
                  <a:pt x="487616" y="1103571"/>
                  <a:pt x="560118" y="1061707"/>
                </a:cubicBezTo>
                <a:lnTo>
                  <a:pt x="723306" y="967483"/>
                </a:lnTo>
                <a:lnTo>
                  <a:pt x="800082" y="1011811"/>
                </a:lnTo>
                <a:cubicBezTo>
                  <a:pt x="857587" y="1045012"/>
                  <a:pt x="915091" y="1078213"/>
                  <a:pt x="956255" y="1101984"/>
                </a:cubicBezTo>
                <a:cubicBezTo>
                  <a:pt x="993155" y="1123283"/>
                  <a:pt x="1038612" y="1123283"/>
                  <a:pt x="1075513" y="1101984"/>
                </a:cubicBezTo>
                <a:cubicBezTo>
                  <a:pt x="1157840" y="1054442"/>
                  <a:pt x="1305530" y="969180"/>
                  <a:pt x="1387858" y="921639"/>
                </a:cubicBezTo>
                <a:cubicBezTo>
                  <a:pt x="1424759" y="900340"/>
                  <a:pt x="1447487" y="860975"/>
                  <a:pt x="1447487" y="818374"/>
                </a:cubicBezTo>
                <a:lnTo>
                  <a:pt x="1447487" y="549362"/>
                </a:lnTo>
                <a:lnTo>
                  <a:pt x="1552755" y="488584"/>
                </a:lnTo>
                <a:cubicBezTo>
                  <a:pt x="1807045" y="341765"/>
                  <a:pt x="2047541" y="202907"/>
                  <a:pt x="2232863" y="95891"/>
                </a:cubicBezTo>
                <a:cubicBezTo>
                  <a:pt x="2343615" y="31964"/>
                  <a:pt x="2467207" y="0"/>
                  <a:pt x="2590800" y="1"/>
                </a:cubicBezTo>
                <a:close/>
              </a:path>
            </a:pathLst>
          </a:custGeom>
          <a:pattFill prst="pct5">
            <a:fgClr>
              <a:schemeClr val="accent1"/>
            </a:fgClr>
            <a:bgClr>
              <a:schemeClr val="bg1"/>
            </a:bgClr>
          </a:pattFill>
          <a:effectLst>
            <a:outerShdw blurRad="762000" dist="38100" dir="8100000" algn="ctr" rotWithShape="0">
              <a:schemeClr val="accent1">
                <a:alpha val="40000"/>
              </a:schemeClr>
            </a:outerShdw>
          </a:effectLst>
        </p:spPr>
        <p:txBody>
          <a:bodyPr wrap="square" anchor="ctr">
            <a:noAutofit/>
          </a:bodyPr>
          <a:lstStyle>
            <a:lvl1pPr algn="ctr">
              <a:defRPr/>
            </a:lvl1pPr>
          </a:lstStyle>
          <a:p>
            <a:endParaRPr lang="en-US"/>
          </a:p>
        </p:txBody>
      </p:sp>
      <p:sp>
        <p:nvSpPr>
          <p:cNvPr id="3" name="Date Placeholder 2"/>
          <p:cNvSpPr>
            <a:spLocks noGrp="1"/>
          </p:cNvSpPr>
          <p:nvPr>
            <p:ph type="dt" sz="half" idx="10"/>
          </p:nvPr>
        </p:nvSpPr>
        <p:spPr/>
        <p:txBody>
          <a:bodyPr/>
          <a:lstStyle/>
          <a:p>
            <a:fld id="{02CE0157-C8E1-4B84-93C2-1CCF3958FDA0}" type="datetimeFigureOut">
              <a:rPr lang="en-US" smtClean="0"/>
              <a:t>8/14/2022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2E9C34-7C98-46D8-9CA1-1DAC0DBFA9E1}" type="slidenum">
              <a:rPr lang="en-US" smtClean="0"/>
              <a:t>‹#›</a:t>
            </a:fld>
            <a:endParaRPr lang="en-US"/>
          </a:p>
        </p:txBody>
      </p:sp>
      <p:sp>
        <p:nvSpPr>
          <p:cNvPr id="40" name="Graphic 7"/>
          <p:cNvSpPr/>
          <p:nvPr userDrawn="1"/>
        </p:nvSpPr>
        <p:spPr>
          <a:xfrm rot="10800000">
            <a:off x="1024361" y="523934"/>
            <a:ext cx="863206" cy="959858"/>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accent1"/>
          </a:solidFill>
          <a:ln w="9525" cap="flat">
            <a:noFill/>
            <a:prstDash val="solid"/>
            <a:round/>
          </a:ln>
          <a:effectLst>
            <a:outerShdw blurRad="762000" dist="38100" dir="8100000" algn="ctr" rotWithShape="0">
              <a:srgbClr val="2B9BE3">
                <a:alpha val="40000"/>
              </a:srgbClr>
            </a:outerShdw>
          </a:effectLst>
        </p:spPr>
        <p:txBody>
          <a:bodyPr rtlCol="0" anchor="ctr"/>
          <a:lstStyle/>
          <a:p>
            <a:endParaRPr lang="en-US"/>
          </a:p>
        </p:txBody>
      </p:sp>
      <p:sp>
        <p:nvSpPr>
          <p:cNvPr id="47" name="Title 13"/>
          <p:cNvSpPr>
            <a:spLocks noGrp="1"/>
          </p:cNvSpPr>
          <p:nvPr>
            <p:ph type="title" hasCustomPrompt="1"/>
          </p:nvPr>
        </p:nvSpPr>
        <p:spPr>
          <a:xfrm>
            <a:off x="6037906" y="774265"/>
            <a:ext cx="5586285" cy="1846659"/>
          </a:xfrm>
        </p:spPr>
        <p:txBody>
          <a:bodyPr lIns="0" tIns="0" rIns="0" bIns="0" anchor="b" anchorCtr="0">
            <a:normAutofit/>
          </a:bodyPr>
          <a:lstStyle>
            <a:lvl1pPr algn="l">
              <a:lnSpc>
                <a:spcPct val="100000"/>
              </a:lnSpc>
              <a:defRPr sz="4000">
                <a:solidFill>
                  <a:schemeClr val="accent1"/>
                </a:solidFill>
              </a:defRPr>
            </a:lvl1pPr>
          </a:lstStyle>
          <a:p>
            <a:r>
              <a:rPr lang="en-US"/>
              <a:t>Simpan Kalimat Penting di bagian ini (3 baris)</a:t>
            </a:r>
          </a:p>
        </p:txBody>
      </p:sp>
      <p:sp>
        <p:nvSpPr>
          <p:cNvPr id="48" name="Text Placeholder 17"/>
          <p:cNvSpPr>
            <a:spLocks noGrp="1"/>
          </p:cNvSpPr>
          <p:nvPr>
            <p:ph type="body" sz="quarter" idx="17" hasCustomPrompt="1"/>
          </p:nvPr>
        </p:nvSpPr>
        <p:spPr>
          <a:xfrm>
            <a:off x="7138197" y="3035121"/>
            <a:ext cx="4485993" cy="3184704"/>
          </a:xfrm>
        </p:spPr>
        <p:txBody>
          <a:bodyPr lIns="0" tIns="0" rIns="0" bIns="0">
            <a:normAutofit/>
          </a:bodyPr>
          <a:lstStyle>
            <a:lvl1pPr algn="l">
              <a:lnSpc>
                <a:spcPct val="130000"/>
              </a:lnSpc>
              <a:defRPr sz="2800"/>
            </a:lvl1pPr>
          </a:lstStyle>
          <a:p>
            <a:pPr lvl="0"/>
            <a:r>
              <a:rPr lang="nn-NO"/>
              <a:t>Klik untuk menambahkan deskripsi penjelasan dari bagian ini. Slide ini bisa digunakan untuk menekankan hal tertentu</a:t>
            </a:r>
          </a:p>
        </p:txBody>
      </p:sp>
      <p:sp>
        <p:nvSpPr>
          <p:cNvPr id="14" name="Freeform: Shape 13"/>
          <p:cNvSpPr/>
          <p:nvPr userDrawn="1"/>
        </p:nvSpPr>
        <p:spPr>
          <a:xfrm rot="20485402" flipV="1">
            <a:off x="8574247" y="4019267"/>
            <a:ext cx="3954711" cy="3299368"/>
          </a:xfrm>
          <a:custGeom>
            <a:avLst/>
            <a:gdLst>
              <a:gd name="connsiteX0" fmla="*/ 2362467 w 3954711"/>
              <a:gd name="connsiteY0" fmla="*/ 3278957 h 3299368"/>
              <a:gd name="connsiteX1" fmla="*/ 2510753 w 3954711"/>
              <a:gd name="connsiteY1" fmla="*/ 3217721 h 3299368"/>
              <a:gd name="connsiteX2" fmla="*/ 3935040 w 3954711"/>
              <a:gd name="connsiteY2" fmla="*/ 2395362 h 3299368"/>
              <a:gd name="connsiteX3" fmla="*/ 3954711 w 3954711"/>
              <a:gd name="connsiteY3" fmla="*/ 2384003 h 3299368"/>
              <a:gd name="connsiteX4" fmla="*/ 3153488 w 3954711"/>
              <a:gd name="connsiteY4" fmla="*/ 0 h 3299368"/>
              <a:gd name="connsiteX5" fmla="*/ 0 w 3954711"/>
              <a:gd name="connsiteY5" fmla="*/ 1059834 h 3299368"/>
              <a:gd name="connsiteX6" fmla="*/ 1 w 3954711"/>
              <a:gd name="connsiteY6" fmla="*/ 1768154 h 3299368"/>
              <a:gd name="connsiteX7" fmla="*/ 304773 w 3954711"/>
              <a:gd name="connsiteY7" fmla="*/ 2295956 h 3299368"/>
              <a:gd name="connsiteX8" fmla="*/ 1901210 w 3954711"/>
              <a:gd name="connsiteY8" fmla="*/ 3217721 h 3299368"/>
              <a:gd name="connsiteX9" fmla="*/ 2362467 w 3954711"/>
              <a:gd name="connsiteY9" fmla="*/ 3278957 h 3299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54711" h="3299368">
                <a:moveTo>
                  <a:pt x="2362467" y="3278957"/>
                </a:moveTo>
                <a:cubicBezTo>
                  <a:pt x="2413719" y="3265349"/>
                  <a:pt x="2463602" y="3244937"/>
                  <a:pt x="2510753" y="3217721"/>
                </a:cubicBezTo>
                <a:cubicBezTo>
                  <a:pt x="2878942" y="3005106"/>
                  <a:pt x="3502907" y="2644880"/>
                  <a:pt x="3935040" y="2395362"/>
                </a:cubicBezTo>
                <a:lnTo>
                  <a:pt x="3954711" y="2384003"/>
                </a:lnTo>
                <a:lnTo>
                  <a:pt x="3153488" y="0"/>
                </a:lnTo>
                <a:lnTo>
                  <a:pt x="0" y="1059834"/>
                </a:lnTo>
                <a:lnTo>
                  <a:pt x="1" y="1768154"/>
                </a:lnTo>
                <a:cubicBezTo>
                  <a:pt x="1" y="1985897"/>
                  <a:pt x="116168" y="2187094"/>
                  <a:pt x="304773" y="2295956"/>
                </a:cubicBezTo>
                <a:cubicBezTo>
                  <a:pt x="725561" y="2538946"/>
                  <a:pt x="1480422" y="2974733"/>
                  <a:pt x="1901210" y="3217721"/>
                </a:cubicBezTo>
                <a:cubicBezTo>
                  <a:pt x="2042663" y="3299369"/>
                  <a:pt x="2208715" y="3319780"/>
                  <a:pt x="2362467" y="3278957"/>
                </a:cubicBezTo>
                <a:close/>
              </a:path>
            </a:pathLst>
          </a:custGeom>
          <a:solidFill>
            <a:schemeClr val="accent1">
              <a:alpha val="10000"/>
            </a:schemeClr>
          </a:solidFill>
          <a:ln w="9525" cap="flat">
            <a:noFill/>
            <a:prstDash val="solid"/>
            <a:round/>
          </a:ln>
        </p:spPr>
        <p:txBody>
          <a:bodyPr wrap="square" rtlCol="0" anchor="ctr">
            <a:noAutofit/>
          </a:bodyPr>
          <a:lstStyle/>
          <a:p>
            <a:endParaRPr lang="en-US"/>
          </a:p>
        </p:txBody>
      </p:sp>
    </p:spTree>
    <p:extLst>
      <p:ext uri="{BB962C8B-B14F-4D97-AF65-F5344CB8AC3E}">
        <p14:creationId xmlns:p14="http://schemas.microsoft.com/office/powerpoint/2010/main" val="190649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0-#ppt_w/2"/>
                                          </p:val>
                                        </p:tav>
                                        <p:tav tm="100000">
                                          <p:val>
                                            <p:strVal val="#ppt_x"/>
                                          </p:val>
                                        </p:tav>
                                      </p:tavLst>
                                    </p:anim>
                                    <p:anim calcmode="lin" valueType="num">
                                      <p:cBhvr additive="base">
                                        <p:cTn id="8" dur="500" fill="hold"/>
                                        <p:tgtEl>
                                          <p:spTgt spid="4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8" presetClass="entr" presetSubtype="6"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strips(downRight)">
                                      <p:cBhvr>
                                        <p:cTn id="12" dur="500"/>
                                        <p:tgtEl>
                                          <p:spTgt spid="44"/>
                                        </p:tgtEl>
                                      </p:cBhvr>
                                    </p:animEffect>
                                  </p:childTnLst>
                                </p:cTn>
                              </p:par>
                              <p:par>
                                <p:cTn id="13" presetID="2" presetClass="entr" presetSubtype="2" decel="100000" fill="hold" grpId="0" nodeType="withEffect">
                                  <p:stCondLst>
                                    <p:cond delay="20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1+#ppt_w/2"/>
                                          </p:val>
                                        </p:tav>
                                        <p:tav tm="100000">
                                          <p:val>
                                            <p:strVal val="#ppt_x"/>
                                          </p:val>
                                        </p:tav>
                                      </p:tavLst>
                                    </p:anim>
                                    <p:anim calcmode="lin" valueType="num">
                                      <p:cBhvr additive="base">
                                        <p:cTn id="16" dur="500" fill="hold"/>
                                        <p:tgtEl>
                                          <p:spTgt spid="4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300"/>
                                  </p:stCondLst>
                                  <p:childTnLst>
                                    <p:set>
                                      <p:cBhvr>
                                        <p:cTn id="18" dur="1" fill="hold">
                                          <p:stCondLst>
                                            <p:cond delay="0"/>
                                          </p:stCondLst>
                                        </p:cTn>
                                        <p:tgtEl>
                                          <p:spTgt spid="48">
                                            <p:txEl>
                                              <p:pRg st="0" end="0"/>
                                            </p:txEl>
                                          </p:spTgt>
                                        </p:tgtEl>
                                        <p:attrNameLst>
                                          <p:attrName>style.visibility</p:attrName>
                                        </p:attrNameLst>
                                      </p:cBhvr>
                                      <p:to>
                                        <p:strVal val="visible"/>
                                      </p:to>
                                    </p:set>
                                    <p:anim calcmode="lin" valueType="num">
                                      <p:cBhvr additive="base">
                                        <p:cTn id="19" dur="500" fill="hold"/>
                                        <p:tgtEl>
                                          <p:spTgt spid="4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8">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0" grpId="0" animBg="1"/>
      <p:bldP spid="47" grpId="0"/>
      <p:bldP spid="48" grpId="0" build="p">
        <p:tmplLst>
          <p:tmpl lvl="1">
            <p:tnLst>
              <p:par>
                <p:cTn presetID="2" presetClass="entr" presetSubtype="2" decel="100000" fill="hold" nodeType="withEffect">
                  <p:stCondLst>
                    <p:cond delay="30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14" grpId="0" animBg="1"/>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Gambar Besar 1">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0" y="0"/>
            <a:ext cx="7372971" cy="6858000"/>
          </a:xfrm>
          <a:custGeom>
            <a:avLst/>
            <a:gdLst>
              <a:gd name="connsiteX0" fmla="*/ 0 w 7372971"/>
              <a:gd name="connsiteY0" fmla="*/ 0 h 6858000"/>
              <a:gd name="connsiteX1" fmla="*/ 6579455 w 7372971"/>
              <a:gd name="connsiteY1" fmla="*/ 0 h 6858000"/>
              <a:gd name="connsiteX2" fmla="*/ 6351996 w 7372971"/>
              <a:gd name="connsiteY2" fmla="*/ 393961 h 6858000"/>
              <a:gd name="connsiteX3" fmla="*/ 5369047 w 7372971"/>
              <a:gd name="connsiteY3" fmla="*/ 2096367 h 6858000"/>
              <a:gd name="connsiteX4" fmla="*/ 5369047 w 7372971"/>
              <a:gd name="connsiteY4" fmla="*/ 3396373 h 6858000"/>
              <a:gd name="connsiteX5" fmla="*/ 7334948 w 7372971"/>
              <a:gd name="connsiteY5" fmla="*/ 6801184 h 6858000"/>
              <a:gd name="connsiteX6" fmla="*/ 7372971 w 7372971"/>
              <a:gd name="connsiteY6" fmla="*/ 6858000 h 6858000"/>
              <a:gd name="connsiteX7" fmla="*/ 0 w 737297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72971" h="6858000">
                <a:moveTo>
                  <a:pt x="0" y="0"/>
                </a:moveTo>
                <a:lnTo>
                  <a:pt x="6579455" y="0"/>
                </a:lnTo>
                <a:lnTo>
                  <a:pt x="6351996" y="393961"/>
                </a:lnTo>
                <a:cubicBezTo>
                  <a:pt x="5990080" y="1020804"/>
                  <a:pt x="5628164" y="1647648"/>
                  <a:pt x="5369047" y="2096367"/>
                </a:cubicBezTo>
                <a:cubicBezTo>
                  <a:pt x="5136866" y="2498612"/>
                  <a:pt x="5136866" y="2994127"/>
                  <a:pt x="5369047" y="3396373"/>
                </a:cubicBezTo>
                <a:cubicBezTo>
                  <a:pt x="5887282" y="4293810"/>
                  <a:pt x="6816710" y="5903747"/>
                  <a:pt x="7334948" y="6801184"/>
                </a:cubicBezTo>
                <a:lnTo>
                  <a:pt x="7372971" y="6858000"/>
                </a:lnTo>
                <a:lnTo>
                  <a:pt x="0" y="6858000"/>
                </a:lnTo>
                <a:close/>
              </a:path>
            </a:pathLst>
          </a:custGeom>
          <a:pattFill prst="pct5">
            <a:fgClr>
              <a:schemeClr val="accent1"/>
            </a:fgClr>
            <a:bgClr>
              <a:schemeClr val="bg1"/>
            </a:bgClr>
          </a:pattFill>
          <a:effectLst>
            <a:innerShdw blurRad="762000" dist="38100" dir="8100000">
              <a:schemeClr val="accent1">
                <a:alpha val="40000"/>
              </a:schemeClr>
            </a:innerShdw>
          </a:effectLst>
        </p:spPr>
        <p:txBody>
          <a:bodyPr wrap="square" anchor="ctr">
            <a:noAutofit/>
          </a:bodyPr>
          <a:lstStyle>
            <a:lvl1pPr algn="ctr">
              <a:defRPr/>
            </a:lvl1pPr>
          </a:lstStyle>
          <a:p>
            <a:endParaRPr lang="en-US"/>
          </a:p>
        </p:txBody>
      </p:sp>
      <p:sp>
        <p:nvSpPr>
          <p:cNvPr id="3" name="Date Placeholder 2"/>
          <p:cNvSpPr>
            <a:spLocks noGrp="1"/>
          </p:cNvSpPr>
          <p:nvPr>
            <p:ph type="dt" sz="half" idx="10"/>
          </p:nvPr>
        </p:nvSpPr>
        <p:spPr/>
        <p:txBody>
          <a:bodyPr/>
          <a:lstStyle/>
          <a:p>
            <a:fld id="{02CE0157-C8E1-4B84-93C2-1CCF3958FDA0}" type="datetimeFigureOut">
              <a:rPr lang="en-US" smtClean="0"/>
              <a:t>8/14/2022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2E9C34-7C98-46D8-9CA1-1DAC0DBFA9E1}" type="slidenum">
              <a:rPr lang="en-US" smtClean="0"/>
              <a:t>‹#›</a:t>
            </a:fld>
            <a:endParaRPr lang="en-US"/>
          </a:p>
        </p:txBody>
      </p:sp>
      <p:sp>
        <p:nvSpPr>
          <p:cNvPr id="12" name="Freeform: Shape 11"/>
          <p:cNvSpPr/>
          <p:nvPr userDrawn="1"/>
        </p:nvSpPr>
        <p:spPr>
          <a:xfrm rot="5400000">
            <a:off x="5264455" y="-69544"/>
            <a:ext cx="6858000" cy="6997089"/>
          </a:xfrm>
          <a:custGeom>
            <a:avLst/>
            <a:gdLst>
              <a:gd name="connsiteX0" fmla="*/ 0 w 6858000"/>
              <a:gd name="connsiteY0" fmla="*/ 5612546 h 6997089"/>
              <a:gd name="connsiteX1" fmla="*/ 0 w 6858000"/>
              <a:gd name="connsiteY1" fmla="*/ 0 h 6997089"/>
              <a:gd name="connsiteX2" fmla="*/ 6858000 w 6858000"/>
              <a:gd name="connsiteY2" fmla="*/ 0 h 6997089"/>
              <a:gd name="connsiteX3" fmla="*/ 6858000 w 6858000"/>
              <a:gd name="connsiteY3" fmla="*/ 4819029 h 6997089"/>
              <a:gd name="connsiteX4" fmla="*/ 6801184 w 6858000"/>
              <a:gd name="connsiteY4" fmla="*/ 4857052 h 6997089"/>
              <a:gd name="connsiteX5" fmla="*/ 3396373 w 6858000"/>
              <a:gd name="connsiteY5" fmla="*/ 6822954 h 6997089"/>
              <a:gd name="connsiteX6" fmla="*/ 2096367 w 6858000"/>
              <a:gd name="connsiteY6" fmla="*/ 6822954 h 6997089"/>
              <a:gd name="connsiteX7" fmla="*/ 393961 w 6858000"/>
              <a:gd name="connsiteY7" fmla="*/ 5840005 h 699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6997089">
                <a:moveTo>
                  <a:pt x="0" y="5612546"/>
                </a:moveTo>
                <a:lnTo>
                  <a:pt x="0" y="0"/>
                </a:lnTo>
                <a:lnTo>
                  <a:pt x="6858000" y="0"/>
                </a:lnTo>
                <a:lnTo>
                  <a:pt x="6858000" y="4819029"/>
                </a:lnTo>
                <a:lnTo>
                  <a:pt x="6801184" y="4857052"/>
                </a:lnTo>
                <a:cubicBezTo>
                  <a:pt x="5903747" y="5375291"/>
                  <a:pt x="4293810" y="6304719"/>
                  <a:pt x="3396373" y="6822954"/>
                </a:cubicBezTo>
                <a:cubicBezTo>
                  <a:pt x="2994127" y="7055134"/>
                  <a:pt x="2498612" y="7055134"/>
                  <a:pt x="2096367" y="6822954"/>
                </a:cubicBezTo>
                <a:cubicBezTo>
                  <a:pt x="1647648" y="6563836"/>
                  <a:pt x="1020804" y="6201921"/>
                  <a:pt x="393961" y="5840005"/>
                </a:cubicBezTo>
                <a:close/>
              </a:path>
            </a:pathLst>
          </a:custGeom>
          <a:solidFill>
            <a:schemeClr val="accent1"/>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14" name="Title 13"/>
          <p:cNvSpPr>
            <a:spLocks noGrp="1"/>
          </p:cNvSpPr>
          <p:nvPr>
            <p:ph type="title" hasCustomPrompt="1"/>
          </p:nvPr>
        </p:nvSpPr>
        <p:spPr>
          <a:xfrm>
            <a:off x="6336123" y="1121967"/>
            <a:ext cx="5298102" cy="1846659"/>
          </a:xfrm>
        </p:spPr>
        <p:txBody>
          <a:bodyPr lIns="0" tIns="0" rIns="0" bIns="0" anchor="b" anchorCtr="0">
            <a:normAutofit/>
          </a:bodyPr>
          <a:lstStyle>
            <a:lvl1pPr algn="r">
              <a:lnSpc>
                <a:spcPct val="100000"/>
              </a:lnSpc>
              <a:defRPr sz="4000">
                <a:solidFill>
                  <a:schemeClr val="bg1"/>
                </a:solidFill>
              </a:defRPr>
            </a:lvl1pPr>
          </a:lstStyle>
          <a:p>
            <a:r>
              <a:rPr lang="en-US"/>
              <a:t>Simpan Kalimat Penting di bagian ini (3 baris)</a:t>
            </a:r>
          </a:p>
        </p:txBody>
      </p:sp>
      <p:sp>
        <p:nvSpPr>
          <p:cNvPr id="15" name="Text Placeholder 17"/>
          <p:cNvSpPr>
            <a:spLocks noGrp="1"/>
          </p:cNvSpPr>
          <p:nvPr>
            <p:ph type="body" sz="quarter" idx="17" hasCustomPrompt="1"/>
          </p:nvPr>
        </p:nvSpPr>
        <p:spPr>
          <a:xfrm>
            <a:off x="7159099" y="3287292"/>
            <a:ext cx="4475126" cy="2742033"/>
          </a:xfrm>
        </p:spPr>
        <p:txBody>
          <a:bodyPr lIns="0" tIns="0" rIns="0" bIns="0">
            <a:normAutofit/>
          </a:bodyPr>
          <a:lstStyle>
            <a:lvl1pPr algn="r">
              <a:lnSpc>
                <a:spcPct val="130000"/>
              </a:lnSpc>
              <a:defRPr sz="2800">
                <a:solidFill>
                  <a:schemeClr val="bg1"/>
                </a:solidFill>
              </a:defRPr>
            </a:lvl1pPr>
          </a:lstStyle>
          <a:p>
            <a:pPr lvl="0"/>
            <a:r>
              <a:rPr lang="nn-NO"/>
              <a:t>Klik untuk menambahkan deskripsi penjelasan dari bagian ini. Slide ini bisa digunakan untuk menekankan hal tertentu</a:t>
            </a:r>
          </a:p>
        </p:txBody>
      </p:sp>
    </p:spTree>
    <p:extLst>
      <p:ext uri="{BB962C8B-B14F-4D97-AF65-F5344CB8AC3E}">
        <p14:creationId xmlns:p14="http://schemas.microsoft.com/office/powerpoint/2010/main" val="160877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1+#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300"/>
                                  </p:stCondLst>
                                  <p:childTnLst>
                                    <p:set>
                                      <p:cBhvr>
                                        <p:cTn id="18" dur="1" fill="hold">
                                          <p:stCondLst>
                                            <p:cond delay="0"/>
                                          </p:stCondLst>
                                        </p:cTn>
                                        <p:tgtEl>
                                          <p:spTgt spid="15">
                                            <p:txEl>
                                              <p:pRg st="0" end="0"/>
                                            </p:txEl>
                                          </p:spTgt>
                                        </p:tgtEl>
                                        <p:attrNameLst>
                                          <p:attrName>style.visibility</p:attrName>
                                        </p:attrNameLst>
                                      </p:cBhvr>
                                      <p:to>
                                        <p:strVal val="visible"/>
                                      </p:to>
                                    </p:set>
                                    <p:anim calcmode="lin" valueType="num">
                                      <p:cBhvr additive="base">
                                        <p:cTn id="19"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p:bldP spid="15" grpId="0" build="p">
        <p:tmplLst>
          <p:tmpl lvl="1">
            <p:tnLst>
              <p:par>
                <p:cTn presetID="2" presetClass="entr" presetSubtype="2" decel="100000" fill="hold" nodeType="withEffect">
                  <p:stCondLst>
                    <p:cond delay="3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Gambar Deskripsi 2">
    <p:spTree>
      <p:nvGrpSpPr>
        <p:cNvPr id="1" name=""/>
        <p:cNvGrpSpPr/>
        <p:nvPr/>
      </p:nvGrpSpPr>
      <p:grpSpPr>
        <a:xfrm>
          <a:off x="0" y="0"/>
          <a:ext cx="0" cy="0"/>
          <a:chOff x="0" y="0"/>
          <a:chExt cx="0" cy="0"/>
        </a:xfrm>
      </p:grpSpPr>
      <p:pic>
        <p:nvPicPr>
          <p:cNvPr id="21" name="Picture 20" descr="white and black checkered textile"/>
          <p:cNvPicPr>
            <a:picLocks noChangeAspect="1" noChangeArrowheads="1"/>
          </p:cNvPicPr>
          <p:nvPr userDrawn="1"/>
        </p:nvPicPr>
        <p:blipFill>
          <a:blip r:embed="rId2"/>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3" name="Graphic 3"/>
          <p:cNvSpPr/>
          <p:nvPr userDrawn="1"/>
        </p:nvSpPr>
        <p:spPr>
          <a:xfrm>
            <a:off x="0" y="0"/>
            <a:ext cx="12192000" cy="6858000"/>
          </a:xfrm>
          <a:custGeom>
            <a:avLst/>
            <a:gdLst>
              <a:gd name="connsiteX0" fmla="*/ -831 w 8902700"/>
              <a:gd name="connsiteY0" fmla="*/ -307 h 7630886"/>
              <a:gd name="connsiteX1" fmla="*/ 8901869 w 8902700"/>
              <a:gd name="connsiteY1" fmla="*/ -307 h 7630886"/>
              <a:gd name="connsiteX2" fmla="*/ 8901869 w 8902700"/>
              <a:gd name="connsiteY2" fmla="*/ 7630579 h 7630886"/>
              <a:gd name="connsiteX3" fmla="*/ -831 w 8902700"/>
              <a:gd name="connsiteY3" fmla="*/ 7630579 h 7630886"/>
            </a:gdLst>
            <a:ahLst/>
            <a:cxnLst>
              <a:cxn ang="0">
                <a:pos x="connsiteX0" y="connsiteY0"/>
              </a:cxn>
              <a:cxn ang="0">
                <a:pos x="connsiteX1" y="connsiteY1"/>
              </a:cxn>
              <a:cxn ang="0">
                <a:pos x="connsiteX2" y="connsiteY2"/>
              </a:cxn>
              <a:cxn ang="0">
                <a:pos x="connsiteX3" y="connsiteY3"/>
              </a:cxn>
            </a:cxnLst>
            <a:rect l="l" t="t" r="r" b="b"/>
            <a:pathLst>
              <a:path w="8902700" h="7630886">
                <a:moveTo>
                  <a:pt x="-831" y="-307"/>
                </a:moveTo>
                <a:lnTo>
                  <a:pt x="8901869" y="-307"/>
                </a:lnTo>
                <a:lnTo>
                  <a:pt x="8901869" y="7630579"/>
                </a:lnTo>
                <a:lnTo>
                  <a:pt x="-831" y="7630579"/>
                </a:lnTo>
                <a:close/>
              </a:path>
            </a:pathLst>
          </a:custGeom>
          <a:solidFill>
            <a:schemeClr val="bg2">
              <a:alpha val="92000"/>
            </a:schemeClr>
          </a:solidFill>
          <a:ln w="63545" cap="flat">
            <a:noFill/>
            <a:prstDash val="solid"/>
            <a:round/>
          </a:ln>
        </p:spPr>
        <p:txBody>
          <a:bodyPr rtlCol="0" anchor="ctr"/>
          <a:lstStyle/>
          <a:p>
            <a:endParaRPr lang="en-US"/>
          </a:p>
        </p:txBody>
      </p:sp>
      <p:sp>
        <p:nvSpPr>
          <p:cNvPr id="7" name="Graphic 7"/>
          <p:cNvSpPr/>
          <p:nvPr userDrawn="1"/>
        </p:nvSpPr>
        <p:spPr>
          <a:xfrm rot="20700000" flipV="1">
            <a:off x="502369" y="962841"/>
            <a:ext cx="4645814" cy="5165996"/>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accent1">
              <a:alpha val="15000"/>
            </a:schemeClr>
          </a:solidFill>
          <a:ln w="9525" cap="flat">
            <a:noFill/>
            <a:prstDash val="solid"/>
            <a:round/>
          </a:ln>
        </p:spPr>
        <p:txBody>
          <a:bodyPr rtlCol="0" anchor="ctr"/>
          <a:lstStyle/>
          <a:p>
            <a:endParaRPr lang="en-US"/>
          </a:p>
        </p:txBody>
      </p:sp>
      <p:sp>
        <p:nvSpPr>
          <p:cNvPr id="9" name="Graphic 7"/>
          <p:cNvSpPr/>
          <p:nvPr userDrawn="1"/>
        </p:nvSpPr>
        <p:spPr>
          <a:xfrm flipV="1">
            <a:off x="498214" y="962841"/>
            <a:ext cx="4645814" cy="5165996"/>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chemeClr val="accent1"/>
          </a:solidFill>
          <a:ln w="9525" cap="flat">
            <a:noFill/>
            <a:prstDash val="solid"/>
            <a:round/>
          </a:ln>
          <a:effectLst>
            <a:outerShdw blurRad="762000" dist="38100" dir="8100000" sx="120000" sy="120000" algn="ctr" rotWithShape="0">
              <a:schemeClr val="accent1">
                <a:alpha val="40000"/>
              </a:schemeClr>
            </a:outerShdw>
          </a:effectLst>
        </p:spPr>
        <p:txBody>
          <a:bodyPr rtlCol="0" anchor="ctr"/>
          <a:lstStyle/>
          <a:p>
            <a:endParaRPr lang="en-US"/>
          </a:p>
        </p:txBody>
      </p:sp>
      <p:sp>
        <p:nvSpPr>
          <p:cNvPr id="17" name="Freeform: Shape 16"/>
          <p:cNvSpPr/>
          <p:nvPr userDrawn="1"/>
        </p:nvSpPr>
        <p:spPr>
          <a:xfrm rot="20485402" flipV="1">
            <a:off x="9169032" y="-432381"/>
            <a:ext cx="3423701" cy="3809418"/>
          </a:xfrm>
          <a:custGeom>
            <a:avLst/>
            <a:gdLst>
              <a:gd name="connsiteX0" fmla="*/ 666117 w 3423701"/>
              <a:gd name="connsiteY0" fmla="*/ 3809418 h 3809418"/>
              <a:gd name="connsiteX1" fmla="*/ 3423701 w 3423701"/>
              <a:gd name="connsiteY1" fmla="*/ 2882640 h 3809418"/>
              <a:gd name="connsiteX2" fmla="*/ 2521691 w 3423701"/>
              <a:gd name="connsiteY2" fmla="*/ 198751 h 3809418"/>
              <a:gd name="connsiteX3" fmla="*/ 2465646 w 3423701"/>
              <a:gd name="connsiteY3" fmla="*/ 166391 h 3809418"/>
              <a:gd name="connsiteX4" fmla="*/ 2307437 w 3423701"/>
              <a:gd name="connsiteY4" fmla="*/ 75035 h 3809418"/>
              <a:gd name="connsiteX5" fmla="*/ 1747253 w 3423701"/>
              <a:gd name="connsiteY5" fmla="*/ 75036 h 3809418"/>
              <a:gd name="connsiteX6" fmla="*/ 280093 w 3423701"/>
              <a:gd name="connsiteY6" fmla="*/ 922158 h 3809418"/>
              <a:gd name="connsiteX7" fmla="*/ 0 w 3423701"/>
              <a:gd name="connsiteY7" fmla="*/ 1407219 h 3809418"/>
              <a:gd name="connsiteX8" fmla="*/ 1 w 3423701"/>
              <a:gd name="connsiteY8" fmla="*/ 3101462 h 3809418"/>
              <a:gd name="connsiteX9" fmla="*/ 280093 w 3423701"/>
              <a:gd name="connsiteY9" fmla="*/ 3586524 h 3809418"/>
              <a:gd name="connsiteX10" fmla="*/ 618100 w 3423701"/>
              <a:gd name="connsiteY10" fmla="*/ 3781694 h 380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23701" h="3809418">
                <a:moveTo>
                  <a:pt x="666117" y="3809418"/>
                </a:moveTo>
                <a:lnTo>
                  <a:pt x="3423701" y="2882640"/>
                </a:lnTo>
                <a:lnTo>
                  <a:pt x="2521691" y="198751"/>
                </a:lnTo>
                <a:lnTo>
                  <a:pt x="2465646" y="166391"/>
                </a:lnTo>
                <a:cubicBezTo>
                  <a:pt x="2408912" y="133632"/>
                  <a:pt x="2355776" y="102950"/>
                  <a:pt x="2307437" y="75035"/>
                </a:cubicBezTo>
                <a:cubicBezTo>
                  <a:pt x="2134106" y="-25013"/>
                  <a:pt x="1920585" y="-25012"/>
                  <a:pt x="1747253" y="75036"/>
                </a:cubicBezTo>
                <a:cubicBezTo>
                  <a:pt x="1360541" y="298349"/>
                  <a:pt x="666806" y="698845"/>
                  <a:pt x="280093" y="922158"/>
                </a:cubicBezTo>
                <a:cubicBezTo>
                  <a:pt x="106761" y="1022206"/>
                  <a:pt x="0" y="1207109"/>
                  <a:pt x="0" y="1407219"/>
                </a:cubicBezTo>
                <a:lnTo>
                  <a:pt x="1" y="3101462"/>
                </a:lnTo>
                <a:cubicBezTo>
                  <a:pt x="1" y="3301573"/>
                  <a:pt x="106760" y="3486477"/>
                  <a:pt x="280093" y="3586524"/>
                </a:cubicBezTo>
                <a:cubicBezTo>
                  <a:pt x="376771" y="3642352"/>
                  <a:pt x="492638" y="3709254"/>
                  <a:pt x="618100" y="3781694"/>
                </a:cubicBezTo>
                <a:close/>
              </a:path>
            </a:pathLst>
          </a:custGeom>
          <a:solidFill>
            <a:schemeClr val="accent1">
              <a:alpha val="10000"/>
            </a:schemeClr>
          </a:solidFill>
          <a:ln w="9525" cap="flat">
            <a:noFill/>
            <a:prstDash val="solid"/>
            <a:round/>
          </a:ln>
        </p:spPr>
        <p:txBody>
          <a:bodyPr wrap="square" rtlCol="0" anchor="ctr">
            <a:noAutofit/>
          </a:bodyPr>
          <a:lstStyle/>
          <a:p>
            <a:endParaRPr lang="en-US"/>
          </a:p>
        </p:txBody>
      </p:sp>
      <p:sp>
        <p:nvSpPr>
          <p:cNvPr id="14" name="Title 1"/>
          <p:cNvSpPr>
            <a:spLocks noGrp="1"/>
          </p:cNvSpPr>
          <p:nvPr>
            <p:ph type="title" hasCustomPrompt="1"/>
          </p:nvPr>
        </p:nvSpPr>
        <p:spPr>
          <a:xfrm>
            <a:off x="5647993" y="727851"/>
            <a:ext cx="5705807" cy="1231106"/>
          </a:xfrm>
        </p:spPr>
        <p:txBody>
          <a:bodyPr lIns="0" tIns="0" rIns="0" bIns="0" anchor="b" anchorCtr="0">
            <a:normAutofit/>
          </a:bodyPr>
          <a:lstStyle>
            <a:lvl1pPr>
              <a:lnSpc>
                <a:spcPct val="100000"/>
              </a:lnSpc>
              <a:defRPr sz="4000" b="0">
                <a:solidFill>
                  <a:schemeClr val="accent1"/>
                </a:solidFill>
              </a:defRPr>
            </a:lvl1pPr>
          </a:lstStyle>
          <a:p>
            <a:r>
              <a:rPr lang="en-US"/>
              <a:t>Batasan/ Rumusan Masalah Penelitian</a:t>
            </a:r>
          </a:p>
        </p:txBody>
      </p:sp>
      <p:sp>
        <p:nvSpPr>
          <p:cNvPr id="15" name="Text Placeholder 17"/>
          <p:cNvSpPr>
            <a:spLocks noGrp="1"/>
          </p:cNvSpPr>
          <p:nvPr>
            <p:ph type="body" sz="quarter" idx="14" hasCustomPrompt="1"/>
          </p:nvPr>
        </p:nvSpPr>
        <p:spPr>
          <a:xfrm>
            <a:off x="5651168" y="1962243"/>
            <a:ext cx="5702808" cy="360099"/>
          </a:xfrm>
        </p:spPr>
        <p:txBody>
          <a:bodyPr lIns="0" tIns="0" rIns="0" bIns="0">
            <a:normAutofit/>
          </a:bodyPr>
          <a:lstStyle>
            <a:lvl1pPr>
              <a:defRPr sz="2600"/>
            </a:lvl1pPr>
          </a:lstStyle>
          <a:p>
            <a:pPr lvl="0"/>
            <a:r>
              <a:rPr lang="en-US"/>
              <a:t>Batasan Masalah Penelitian</a:t>
            </a:r>
          </a:p>
        </p:txBody>
      </p:sp>
      <p:sp>
        <p:nvSpPr>
          <p:cNvPr id="16" name="Text Placeholder 17"/>
          <p:cNvSpPr>
            <a:spLocks noGrp="1"/>
          </p:cNvSpPr>
          <p:nvPr>
            <p:ph type="body" sz="quarter" idx="17" hasCustomPrompt="1"/>
          </p:nvPr>
        </p:nvSpPr>
        <p:spPr>
          <a:xfrm>
            <a:off x="5651168" y="2556676"/>
            <a:ext cx="5702808" cy="3790718"/>
          </a:xfrm>
        </p:spPr>
        <p:txBody>
          <a:bodyPr lIns="0" tIns="0" rIns="0" bIns="0">
            <a:normAutofit/>
          </a:bodyPr>
          <a:lstStyle>
            <a:lvl1pPr>
              <a:lnSpc>
                <a:spcPct val="130000"/>
              </a:lnSpc>
              <a:defRPr sz="2400"/>
            </a:lvl1pPr>
          </a:lstStyle>
          <a:p>
            <a:pPr lvl="0"/>
            <a:r>
              <a:rPr lang="en-US"/>
              <a:t>Tambahkan deskripsi pada bagian ini. Slide ini bisa digunakan untuk menjelaskan suatu bagian seperti latar belakang, hipotesa, tujuan penelitian, manfaat penelitian, tempat dan waktu penelitian atau apapun. Gunakan gambar berorientasi portrait atau square untuk hasil terbaik.</a:t>
            </a:r>
          </a:p>
        </p:txBody>
      </p:sp>
      <p:sp>
        <p:nvSpPr>
          <p:cNvPr id="19" name="Picture Placeholder 18"/>
          <p:cNvSpPr>
            <a:spLocks noGrp="1"/>
          </p:cNvSpPr>
          <p:nvPr>
            <p:ph type="pic" sz="quarter" idx="18"/>
          </p:nvPr>
        </p:nvSpPr>
        <p:spPr>
          <a:xfrm>
            <a:off x="638220" y="1120939"/>
            <a:ext cx="4362412" cy="4850860"/>
          </a:xfrm>
          <a:custGeom>
            <a:avLst/>
            <a:gdLst>
              <a:gd name="connsiteX0" fmla="*/ 2237170 w 4474338"/>
              <a:gd name="connsiteY0" fmla="*/ 0 h 4975319"/>
              <a:gd name="connsiteX1" fmla="*/ 2546249 w 4474338"/>
              <a:gd name="connsiteY1" fmla="*/ 82802 h 4975319"/>
              <a:gd name="connsiteX2" fmla="*/ 4165257 w 4474338"/>
              <a:gd name="connsiteY2" fmla="*/ 1017600 h 4975319"/>
              <a:gd name="connsiteX3" fmla="*/ 4474338 w 4474338"/>
              <a:gd name="connsiteY3" fmla="*/ 1552863 h 4975319"/>
              <a:gd name="connsiteX4" fmla="*/ 4474338 w 4474338"/>
              <a:gd name="connsiteY4" fmla="*/ 3422457 h 4975319"/>
              <a:gd name="connsiteX5" fmla="*/ 4165257 w 4474338"/>
              <a:gd name="connsiteY5" fmla="*/ 3957719 h 4975319"/>
              <a:gd name="connsiteX6" fmla="*/ 2546249 w 4474338"/>
              <a:gd name="connsiteY6" fmla="*/ 4892517 h 4975319"/>
              <a:gd name="connsiteX7" fmla="*/ 1928090 w 4474338"/>
              <a:gd name="connsiteY7" fmla="*/ 4892517 h 4975319"/>
              <a:gd name="connsiteX8" fmla="*/ 309081 w 4474338"/>
              <a:gd name="connsiteY8" fmla="*/ 3957719 h 4975319"/>
              <a:gd name="connsiteX9" fmla="*/ 0 w 4474338"/>
              <a:gd name="connsiteY9" fmla="*/ 3422457 h 4975319"/>
              <a:gd name="connsiteX10" fmla="*/ 0 w 4474338"/>
              <a:gd name="connsiteY10" fmla="*/ 1552863 h 4975319"/>
              <a:gd name="connsiteX11" fmla="*/ 309081 w 4474338"/>
              <a:gd name="connsiteY11" fmla="*/ 1017600 h 4975319"/>
              <a:gd name="connsiteX12" fmla="*/ 1928090 w 4474338"/>
              <a:gd name="connsiteY12" fmla="*/ 82802 h 4975319"/>
              <a:gd name="connsiteX13" fmla="*/ 2237170 w 4474338"/>
              <a:gd name="connsiteY13" fmla="*/ 0 h 497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74338" h="4975319">
                <a:moveTo>
                  <a:pt x="2237170" y="0"/>
                </a:moveTo>
                <a:cubicBezTo>
                  <a:pt x="2343892" y="0"/>
                  <a:pt x="2450615" y="27602"/>
                  <a:pt x="2546249" y="82802"/>
                </a:cubicBezTo>
                <a:cubicBezTo>
                  <a:pt x="2972987" y="329227"/>
                  <a:pt x="3738521" y="771175"/>
                  <a:pt x="4165257" y="1017600"/>
                </a:cubicBezTo>
                <a:cubicBezTo>
                  <a:pt x="4356530" y="1128001"/>
                  <a:pt x="4474338" y="1332042"/>
                  <a:pt x="4474338" y="1552863"/>
                </a:cubicBezTo>
                <a:lnTo>
                  <a:pt x="4474338" y="3422457"/>
                </a:lnTo>
                <a:cubicBezTo>
                  <a:pt x="4474338" y="3643277"/>
                  <a:pt x="4356530" y="3847316"/>
                  <a:pt x="4165257" y="3957719"/>
                </a:cubicBezTo>
                <a:cubicBezTo>
                  <a:pt x="3738521" y="4204145"/>
                  <a:pt x="2972987" y="4646092"/>
                  <a:pt x="2546249" y="4892517"/>
                </a:cubicBezTo>
                <a:cubicBezTo>
                  <a:pt x="2354980" y="5002920"/>
                  <a:pt x="2119360" y="5002920"/>
                  <a:pt x="1928090" y="4892517"/>
                </a:cubicBezTo>
                <a:cubicBezTo>
                  <a:pt x="1501353" y="4646092"/>
                  <a:pt x="735818" y="4204145"/>
                  <a:pt x="309081" y="3957719"/>
                </a:cubicBezTo>
                <a:cubicBezTo>
                  <a:pt x="117810" y="3847316"/>
                  <a:pt x="0" y="3643277"/>
                  <a:pt x="0" y="3422457"/>
                </a:cubicBezTo>
                <a:lnTo>
                  <a:pt x="0" y="1552863"/>
                </a:lnTo>
                <a:cubicBezTo>
                  <a:pt x="0" y="1332042"/>
                  <a:pt x="117810" y="1128001"/>
                  <a:pt x="309081" y="1017600"/>
                </a:cubicBezTo>
                <a:cubicBezTo>
                  <a:pt x="735818" y="771175"/>
                  <a:pt x="1501353" y="329227"/>
                  <a:pt x="1928090" y="82802"/>
                </a:cubicBezTo>
                <a:cubicBezTo>
                  <a:pt x="2023724" y="27602"/>
                  <a:pt x="2130448" y="0"/>
                  <a:pt x="2237170" y="0"/>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77061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 calcmode="lin" valueType="num">
                                      <p:cBhvr>
                                        <p:cTn id="9" dur="500" fill="hold"/>
                                        <p:tgtEl>
                                          <p:spTgt spid="19"/>
                                        </p:tgtEl>
                                        <p:attrNameLst>
                                          <p:attrName>style.rotation</p:attrName>
                                        </p:attrNameLst>
                                      </p:cBhvr>
                                      <p:tavLst>
                                        <p:tav tm="0">
                                          <p:val>
                                            <p:fltVal val="360"/>
                                          </p:val>
                                        </p:tav>
                                        <p:tav tm="100000">
                                          <p:val>
                                            <p:fltVal val="0"/>
                                          </p:val>
                                        </p:tav>
                                      </p:tavLst>
                                    </p:anim>
                                    <p:animEffect transition="in" filter="fade">
                                      <p:cBhvr>
                                        <p:cTn id="10" dur="500"/>
                                        <p:tgtEl>
                                          <p:spTgt spid="19"/>
                                        </p:tgtEl>
                                      </p:cBhvr>
                                    </p:animEffect>
                                  </p:childTnLst>
                                </p:cTn>
                              </p:par>
                              <p:par>
                                <p:cTn id="11" presetID="49" presetClass="entr" presetSubtype="0" decel="100000" fill="hold" grpId="0" nodeType="withEffect">
                                  <p:stCondLst>
                                    <p:cond delay="10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 calcmode="lin" valueType="num">
                                      <p:cBhvr>
                                        <p:cTn id="15" dur="500" fill="hold"/>
                                        <p:tgtEl>
                                          <p:spTgt spid="9"/>
                                        </p:tgtEl>
                                        <p:attrNameLst>
                                          <p:attrName>style.rotation</p:attrName>
                                        </p:attrNameLst>
                                      </p:cBhvr>
                                      <p:tavLst>
                                        <p:tav tm="0">
                                          <p:val>
                                            <p:fltVal val="360"/>
                                          </p:val>
                                        </p:tav>
                                        <p:tav tm="100000">
                                          <p:val>
                                            <p:fltVal val="0"/>
                                          </p:val>
                                        </p:tav>
                                      </p:tavLst>
                                    </p:anim>
                                    <p:animEffect transition="in" filter="fade">
                                      <p:cBhvr>
                                        <p:cTn id="16" dur="500"/>
                                        <p:tgtEl>
                                          <p:spTgt spid="9"/>
                                        </p:tgtEl>
                                      </p:cBhvr>
                                    </p:animEffect>
                                  </p:childTnLst>
                                </p:cTn>
                              </p:par>
                              <p:par>
                                <p:cTn id="17" presetID="49" presetClass="entr" presetSubtype="0" decel="10000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 calcmode="lin" valueType="num">
                                      <p:cBhvr>
                                        <p:cTn id="21" dur="500" fill="hold"/>
                                        <p:tgtEl>
                                          <p:spTgt spid="7"/>
                                        </p:tgtEl>
                                        <p:attrNameLst>
                                          <p:attrName>style.rotation</p:attrName>
                                        </p:attrNameLst>
                                      </p:cBhvr>
                                      <p:tavLst>
                                        <p:tav tm="0">
                                          <p:val>
                                            <p:fltVal val="360"/>
                                          </p:val>
                                        </p:tav>
                                        <p:tav tm="100000">
                                          <p:val>
                                            <p:fltVal val="0"/>
                                          </p:val>
                                        </p:tav>
                                      </p:tavLst>
                                    </p:anim>
                                    <p:animEffect transition="in" filter="fade">
                                      <p:cBhvr>
                                        <p:cTn id="22" dur="500"/>
                                        <p:tgtEl>
                                          <p:spTgt spid="7"/>
                                        </p:tgtEl>
                                      </p:cBhvr>
                                    </p:animEffect>
                                  </p:childTnLst>
                                </p:cTn>
                              </p:par>
                              <p:par>
                                <p:cTn id="23" presetID="2" presetClass="entr" presetSubtype="2" decel="100000" fill="hold" grpId="0" nodeType="withEffect">
                                  <p:stCondLst>
                                    <p:cond delay="30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1+#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par>
                                <p:cTn id="27" presetID="2" presetClass="entr" presetSubtype="2" decel="100000" fill="hold" grpId="0" nodeType="withEffect">
                                  <p:stCondLst>
                                    <p:cond delay="400"/>
                                  </p:stCondLst>
                                  <p:childTnLst>
                                    <p:set>
                                      <p:cBhvr>
                                        <p:cTn id="28" dur="1" fill="hold">
                                          <p:stCondLst>
                                            <p:cond delay="0"/>
                                          </p:stCondLst>
                                        </p:cTn>
                                        <p:tgtEl>
                                          <p:spTgt spid="15">
                                            <p:txEl>
                                              <p:pRg st="0" end="0"/>
                                            </p:txEl>
                                          </p:spTgt>
                                        </p:tgtEl>
                                        <p:attrNameLst>
                                          <p:attrName>style.visibility</p:attrName>
                                        </p:attrNameLst>
                                      </p:cBhvr>
                                      <p:to>
                                        <p:strVal val="visible"/>
                                      </p:to>
                                    </p:set>
                                    <p:anim calcmode="lin" valueType="num">
                                      <p:cBhvr additive="base">
                                        <p:cTn id="29"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5">
                                            <p:txEl>
                                              <p:pRg st="0" end="0"/>
                                            </p:txEl>
                                          </p:spTgt>
                                        </p:tgtEl>
                                        <p:attrNameLst>
                                          <p:attrName>ppt_y</p:attrName>
                                        </p:attrNameLst>
                                      </p:cBhvr>
                                      <p:tavLst>
                                        <p:tav tm="0">
                                          <p:val>
                                            <p:strVal val="#ppt_y"/>
                                          </p:val>
                                        </p:tav>
                                        <p:tav tm="100000">
                                          <p:val>
                                            <p:strVal val="#ppt_y"/>
                                          </p:val>
                                        </p:tav>
                                      </p:tavLst>
                                    </p:anim>
                                  </p:childTnLst>
                                </p:cTn>
                              </p:par>
                              <p:par>
                                <p:cTn id="31" presetID="2" presetClass="entr" presetSubtype="2" decel="100000" fill="hold" grpId="0" nodeType="withEffect">
                                  <p:stCondLst>
                                    <p:cond delay="500"/>
                                  </p:stCondLst>
                                  <p:childTnLst>
                                    <p:set>
                                      <p:cBhvr>
                                        <p:cTn id="32" dur="1" fill="hold">
                                          <p:stCondLst>
                                            <p:cond delay="0"/>
                                          </p:stCondLst>
                                        </p:cTn>
                                        <p:tgtEl>
                                          <p:spTgt spid="16">
                                            <p:txEl>
                                              <p:pRg st="0" end="0"/>
                                            </p:txEl>
                                          </p:spTgt>
                                        </p:tgtEl>
                                        <p:attrNameLst>
                                          <p:attrName>style.visibility</p:attrName>
                                        </p:attrNameLst>
                                      </p:cBhvr>
                                      <p:to>
                                        <p:strVal val="visible"/>
                                      </p:to>
                                    </p:set>
                                    <p:anim calcmode="lin" valueType="num">
                                      <p:cBhvr additive="base">
                                        <p:cTn id="33"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6">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60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1+#ppt_w/2"/>
                                          </p:val>
                                        </p:tav>
                                        <p:tav tm="100000">
                                          <p:val>
                                            <p:strVal val="#ppt_x"/>
                                          </p:val>
                                        </p:tav>
                                      </p:tavLst>
                                    </p:anim>
                                    <p:anim calcmode="lin" valueType="num">
                                      <p:cBhvr additive="base">
                                        <p:cTn id="3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7" grpId="0" animBg="1"/>
      <p:bldP spid="14" grpId="0"/>
      <p:bldP spid="15" grpId="0" build="p">
        <p:tmplLst>
          <p:tmpl lvl="1">
            <p:tnLst>
              <p:par>
                <p:cTn presetID="2" presetClass="entr" presetSubtype="2" decel="100000" fill="hold" nodeType="withEffect">
                  <p:stCondLst>
                    <p:cond delay="4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 presetClass="entr" presetSubtype="2" decel="100000" fill="hold" nodeType="withEffect">
                  <p:stCondLst>
                    <p:cond delay="50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9" grpId="0" animBg="1"/>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 Gambar Deskripsi">
    <p:spTree>
      <p:nvGrpSpPr>
        <p:cNvPr id="1" name=""/>
        <p:cNvGrpSpPr/>
        <p:nvPr/>
      </p:nvGrpSpPr>
      <p:grpSpPr>
        <a:xfrm>
          <a:off x="0" y="0"/>
          <a:ext cx="0" cy="0"/>
          <a:chOff x="0" y="0"/>
          <a:chExt cx="0" cy="0"/>
        </a:xfrm>
      </p:grpSpPr>
      <p:pic>
        <p:nvPicPr>
          <p:cNvPr id="42" name="Picture 41" descr="white and black checkered textile"/>
          <p:cNvPicPr>
            <a:picLocks noChangeAspect="1" noChangeArrowheads="1"/>
          </p:cNvPicPr>
          <p:nvPr userDrawn="1"/>
        </p:nvPicPr>
        <p:blipFill>
          <a:blip r:embed="rId2"/>
          <a:srcRect/>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44" name="Graphic 3"/>
          <p:cNvSpPr/>
          <p:nvPr userDrawn="1"/>
        </p:nvSpPr>
        <p:spPr>
          <a:xfrm>
            <a:off x="0" y="0"/>
            <a:ext cx="12192000" cy="6858000"/>
          </a:xfrm>
          <a:custGeom>
            <a:avLst/>
            <a:gdLst>
              <a:gd name="connsiteX0" fmla="*/ -831 w 8902700"/>
              <a:gd name="connsiteY0" fmla="*/ -307 h 7630886"/>
              <a:gd name="connsiteX1" fmla="*/ 8901869 w 8902700"/>
              <a:gd name="connsiteY1" fmla="*/ -307 h 7630886"/>
              <a:gd name="connsiteX2" fmla="*/ 8901869 w 8902700"/>
              <a:gd name="connsiteY2" fmla="*/ 7630579 h 7630886"/>
              <a:gd name="connsiteX3" fmla="*/ -831 w 8902700"/>
              <a:gd name="connsiteY3" fmla="*/ 7630579 h 7630886"/>
            </a:gdLst>
            <a:ahLst/>
            <a:cxnLst>
              <a:cxn ang="0">
                <a:pos x="connsiteX0" y="connsiteY0"/>
              </a:cxn>
              <a:cxn ang="0">
                <a:pos x="connsiteX1" y="connsiteY1"/>
              </a:cxn>
              <a:cxn ang="0">
                <a:pos x="connsiteX2" y="connsiteY2"/>
              </a:cxn>
              <a:cxn ang="0">
                <a:pos x="connsiteX3" y="connsiteY3"/>
              </a:cxn>
            </a:cxnLst>
            <a:rect l="l" t="t" r="r" b="b"/>
            <a:pathLst>
              <a:path w="8902700" h="7630886">
                <a:moveTo>
                  <a:pt x="-831" y="-307"/>
                </a:moveTo>
                <a:lnTo>
                  <a:pt x="8901869" y="-307"/>
                </a:lnTo>
                <a:lnTo>
                  <a:pt x="8901869" y="7630579"/>
                </a:lnTo>
                <a:lnTo>
                  <a:pt x="-831" y="7630579"/>
                </a:lnTo>
                <a:close/>
              </a:path>
            </a:pathLst>
          </a:custGeom>
          <a:solidFill>
            <a:schemeClr val="bg2">
              <a:alpha val="92000"/>
            </a:schemeClr>
          </a:solidFill>
          <a:ln w="63545" cap="flat">
            <a:noFill/>
            <a:prstDash val="solid"/>
            <a:round/>
          </a:ln>
        </p:spPr>
        <p:txBody>
          <a:bodyPr rtlCol="0" anchor="ctr"/>
          <a:lstStyle/>
          <a:p>
            <a:endParaRPr lang="en-US"/>
          </a:p>
        </p:txBody>
      </p:sp>
      <p:sp>
        <p:nvSpPr>
          <p:cNvPr id="45" name="Graphic 7"/>
          <p:cNvSpPr/>
          <p:nvPr userDrawn="1"/>
        </p:nvSpPr>
        <p:spPr>
          <a:xfrm rot="10800000">
            <a:off x="-778401" y="2700075"/>
            <a:ext cx="5744386" cy="6387574"/>
          </a:xfrm>
          <a:custGeom>
            <a:avLst/>
            <a:gdLst>
              <a:gd name="connsiteX0" fmla="*/ 1203758 w 2796350"/>
              <a:gd name="connsiteY0" fmla="*/ 51360 h 3109455"/>
              <a:gd name="connsiteX1" fmla="*/ 1590093 w 2796350"/>
              <a:gd name="connsiteY1" fmla="*/ 51360 h 3109455"/>
              <a:gd name="connsiteX2" fmla="*/ 2601933 w 2796350"/>
              <a:gd name="connsiteY2" fmla="*/ 635586 h 3109455"/>
              <a:gd name="connsiteX3" fmla="*/ 2795101 w 2796350"/>
              <a:gd name="connsiteY3" fmla="*/ 970113 h 3109455"/>
              <a:gd name="connsiteX4" fmla="*/ 2795101 w 2796350"/>
              <a:gd name="connsiteY4" fmla="*/ 2138564 h 3109455"/>
              <a:gd name="connsiteX5" fmla="*/ 2601933 w 2796350"/>
              <a:gd name="connsiteY5" fmla="*/ 2473091 h 3109455"/>
              <a:gd name="connsiteX6" fmla="*/ 1590093 w 2796350"/>
              <a:gd name="connsiteY6" fmla="*/ 3057317 h 3109455"/>
              <a:gd name="connsiteX7" fmla="*/ 1203758 w 2796350"/>
              <a:gd name="connsiteY7" fmla="*/ 3057317 h 3109455"/>
              <a:gd name="connsiteX8" fmla="*/ 191918 w 2796350"/>
              <a:gd name="connsiteY8" fmla="*/ 2473091 h 3109455"/>
              <a:gd name="connsiteX9" fmla="*/ -1250 w 2796350"/>
              <a:gd name="connsiteY9" fmla="*/ 2138564 h 3109455"/>
              <a:gd name="connsiteX10" fmla="*/ -1250 w 2796350"/>
              <a:gd name="connsiteY10" fmla="*/ 970113 h 3109455"/>
              <a:gd name="connsiteX11" fmla="*/ 191918 w 2796350"/>
              <a:gd name="connsiteY11" fmla="*/ 635586 h 3109455"/>
              <a:gd name="connsiteX12" fmla="*/ 1203758 w 2796350"/>
              <a:gd name="connsiteY12" fmla="*/ 51360 h 310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6350" h="3109455">
                <a:moveTo>
                  <a:pt x="1203758" y="51360"/>
                </a:moveTo>
                <a:cubicBezTo>
                  <a:pt x="1323297" y="-17639"/>
                  <a:pt x="1470554" y="-17639"/>
                  <a:pt x="1590093" y="51360"/>
                </a:cubicBezTo>
                <a:cubicBezTo>
                  <a:pt x="1856793" y="205370"/>
                  <a:pt x="2335233" y="481576"/>
                  <a:pt x="2601933" y="635586"/>
                </a:cubicBezTo>
                <a:cubicBezTo>
                  <a:pt x="2721473" y="704585"/>
                  <a:pt x="2795101" y="832105"/>
                  <a:pt x="2795101" y="970113"/>
                </a:cubicBezTo>
                <a:lnTo>
                  <a:pt x="2795101" y="2138564"/>
                </a:lnTo>
                <a:cubicBezTo>
                  <a:pt x="2795101" y="2276572"/>
                  <a:pt x="2721473" y="2404093"/>
                  <a:pt x="2601933" y="2473091"/>
                </a:cubicBezTo>
                <a:cubicBezTo>
                  <a:pt x="2335233" y="2627101"/>
                  <a:pt x="1856793" y="2903308"/>
                  <a:pt x="1590093" y="3057317"/>
                </a:cubicBezTo>
                <a:cubicBezTo>
                  <a:pt x="1470554" y="3126316"/>
                  <a:pt x="1323297" y="3126316"/>
                  <a:pt x="1203758" y="3057317"/>
                </a:cubicBezTo>
                <a:cubicBezTo>
                  <a:pt x="937058" y="2903308"/>
                  <a:pt x="458618" y="2627101"/>
                  <a:pt x="191918" y="2473091"/>
                </a:cubicBezTo>
                <a:cubicBezTo>
                  <a:pt x="72378" y="2404093"/>
                  <a:pt x="-1250" y="2276572"/>
                  <a:pt x="-1250" y="2138564"/>
                </a:cubicBezTo>
                <a:lnTo>
                  <a:pt x="-1250" y="970113"/>
                </a:lnTo>
                <a:cubicBezTo>
                  <a:pt x="-1250" y="832105"/>
                  <a:pt x="72378" y="704585"/>
                  <a:pt x="191918" y="635586"/>
                </a:cubicBezTo>
                <a:cubicBezTo>
                  <a:pt x="458618" y="481576"/>
                  <a:pt x="937058" y="205370"/>
                  <a:pt x="1203758" y="51360"/>
                </a:cubicBezTo>
                <a:close/>
              </a:path>
            </a:pathLst>
          </a:custGeom>
          <a:solidFill>
            <a:srgbClr val="2B9BE3">
              <a:alpha val="3000"/>
            </a:srgbClr>
          </a:solidFill>
          <a:ln w="9525" cap="flat">
            <a:noFill/>
            <a:prstDash val="solid"/>
            <a:round/>
          </a:ln>
          <a:effectLst>
            <a:outerShdw blurRad="762000" dist="38100" dir="8100000" algn="ctr" rotWithShape="0">
              <a:srgbClr val="2B9BE3">
                <a:alpha val="40000"/>
              </a:srgbClr>
            </a:outerShdw>
          </a:effectLst>
        </p:spPr>
        <p:txBody>
          <a:bodyPr rtlCol="0" anchor="ctr"/>
          <a:lstStyle/>
          <a:p>
            <a:endParaRPr lang="en-US"/>
          </a:p>
        </p:txBody>
      </p:sp>
      <p:sp>
        <p:nvSpPr>
          <p:cNvPr id="3" name="Date Placeholder 2"/>
          <p:cNvSpPr>
            <a:spLocks noGrp="1"/>
          </p:cNvSpPr>
          <p:nvPr>
            <p:ph type="dt" sz="half" idx="10"/>
          </p:nvPr>
        </p:nvSpPr>
        <p:spPr/>
        <p:txBody>
          <a:bodyPr/>
          <a:lstStyle/>
          <a:p>
            <a:fld id="{02CE0157-C8E1-4B84-93C2-1CCF3958FDA0}" type="datetimeFigureOut">
              <a:rPr lang="en-US" smtClean="0"/>
              <a:t>8/14/2022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2E9C34-7C98-46D8-9CA1-1DAC0DBFA9E1}" type="slidenum">
              <a:rPr lang="en-US" smtClean="0"/>
              <a:t>‹#›</a:t>
            </a:fld>
            <a:endParaRPr lang="en-US"/>
          </a:p>
        </p:txBody>
      </p:sp>
      <p:sp>
        <p:nvSpPr>
          <p:cNvPr id="18" name="Freeform: Shape 17"/>
          <p:cNvSpPr/>
          <p:nvPr userDrawn="1"/>
        </p:nvSpPr>
        <p:spPr>
          <a:xfrm rot="10800000">
            <a:off x="2235772" y="0"/>
            <a:ext cx="5744388" cy="3734599"/>
          </a:xfrm>
          <a:custGeom>
            <a:avLst/>
            <a:gdLst>
              <a:gd name="connsiteX0" fmla="*/ 5744388 w 5744388"/>
              <a:gd name="connsiteY0" fmla="*/ 3734599 h 3734599"/>
              <a:gd name="connsiteX1" fmla="*/ 0 w 5744388"/>
              <a:gd name="connsiteY1" fmla="*/ 3734599 h 3734599"/>
              <a:gd name="connsiteX2" fmla="*/ 0 w 5744388"/>
              <a:gd name="connsiteY2" fmla="*/ 1993646 h 3734599"/>
              <a:gd name="connsiteX3" fmla="*/ 396815 w 5744388"/>
              <a:gd name="connsiteY3" fmla="*/ 1306447 h 3734599"/>
              <a:gd name="connsiteX4" fmla="*/ 2475381 w 5744388"/>
              <a:gd name="connsiteY4" fmla="*/ 106305 h 3734599"/>
              <a:gd name="connsiteX5" fmla="*/ 3269008 w 5744388"/>
              <a:gd name="connsiteY5" fmla="*/ 106305 h 3734599"/>
              <a:gd name="connsiteX6" fmla="*/ 5347574 w 5744388"/>
              <a:gd name="connsiteY6" fmla="*/ 1306447 h 3734599"/>
              <a:gd name="connsiteX7" fmla="*/ 5744388 w 5744388"/>
              <a:gd name="connsiteY7" fmla="*/ 1993646 h 3734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4388" h="3734599">
                <a:moveTo>
                  <a:pt x="5744388" y="3734599"/>
                </a:moveTo>
                <a:lnTo>
                  <a:pt x="0" y="3734599"/>
                </a:lnTo>
                <a:lnTo>
                  <a:pt x="0" y="1993646"/>
                </a:lnTo>
                <a:cubicBezTo>
                  <a:pt x="0" y="1710144"/>
                  <a:pt x="151250" y="1448187"/>
                  <a:pt x="396815" y="1306447"/>
                </a:cubicBezTo>
                <a:cubicBezTo>
                  <a:pt x="944682" y="990073"/>
                  <a:pt x="1927514" y="422679"/>
                  <a:pt x="2475381" y="106305"/>
                </a:cubicBezTo>
                <a:cubicBezTo>
                  <a:pt x="2720943" y="-35436"/>
                  <a:pt x="3023445" y="-35436"/>
                  <a:pt x="3269008" y="106305"/>
                </a:cubicBezTo>
                <a:cubicBezTo>
                  <a:pt x="3816874" y="422679"/>
                  <a:pt x="4799707" y="990073"/>
                  <a:pt x="5347574" y="1306447"/>
                </a:cubicBezTo>
                <a:cubicBezTo>
                  <a:pt x="5593138" y="1448188"/>
                  <a:pt x="5744388" y="1710144"/>
                  <a:pt x="5744388" y="1993646"/>
                </a:cubicBezTo>
                <a:close/>
              </a:path>
            </a:pathLst>
          </a:custGeom>
          <a:solidFill>
            <a:schemeClr val="accent1">
              <a:alpha val="10000"/>
            </a:schemeClr>
          </a:solidFill>
          <a:ln w="9525" cap="flat">
            <a:noFill/>
            <a:prstDash val="solid"/>
            <a:round/>
          </a:ln>
          <a:effectLst>
            <a:outerShdw blurRad="762000" dist="38100" dir="8100000" algn="ctr" rotWithShape="0">
              <a:srgbClr val="2B9BE3">
                <a:alpha val="40000"/>
              </a:srgbClr>
            </a:outerShdw>
          </a:effectLst>
        </p:spPr>
        <p:txBody>
          <a:bodyPr wrap="square" rtlCol="0" anchor="ctr">
            <a:noAutofit/>
          </a:bodyPr>
          <a:lstStyle/>
          <a:p>
            <a:endParaRPr lang="en-US"/>
          </a:p>
        </p:txBody>
      </p:sp>
      <p:sp>
        <p:nvSpPr>
          <p:cNvPr id="28" name="Freeform: Shape 27"/>
          <p:cNvSpPr/>
          <p:nvPr userDrawn="1"/>
        </p:nvSpPr>
        <p:spPr>
          <a:xfrm rot="10800000">
            <a:off x="5321872" y="2700075"/>
            <a:ext cx="5744388" cy="4166117"/>
          </a:xfrm>
          <a:custGeom>
            <a:avLst/>
            <a:gdLst>
              <a:gd name="connsiteX0" fmla="*/ 2872194 w 5744388"/>
              <a:gd name="connsiteY0" fmla="*/ 4166117 h 4166117"/>
              <a:gd name="connsiteX1" fmla="*/ 2475381 w 5744388"/>
              <a:gd name="connsiteY1" fmla="*/ 4059812 h 4166117"/>
              <a:gd name="connsiteX2" fmla="*/ 396814 w 5744388"/>
              <a:gd name="connsiteY2" fmla="*/ 2859670 h 4166117"/>
              <a:gd name="connsiteX3" fmla="*/ 0 w 5744388"/>
              <a:gd name="connsiteY3" fmla="*/ 2172471 h 4166117"/>
              <a:gd name="connsiteX4" fmla="*/ 0 w 5744388"/>
              <a:gd name="connsiteY4" fmla="*/ 0 h 4166117"/>
              <a:gd name="connsiteX5" fmla="*/ 5744388 w 5744388"/>
              <a:gd name="connsiteY5" fmla="*/ 0 h 4166117"/>
              <a:gd name="connsiteX6" fmla="*/ 5744388 w 5744388"/>
              <a:gd name="connsiteY6" fmla="*/ 2172471 h 4166117"/>
              <a:gd name="connsiteX7" fmla="*/ 5347574 w 5744388"/>
              <a:gd name="connsiteY7" fmla="*/ 2859670 h 4166117"/>
              <a:gd name="connsiteX8" fmla="*/ 3269007 w 5744388"/>
              <a:gd name="connsiteY8" fmla="*/ 4059812 h 4166117"/>
              <a:gd name="connsiteX9" fmla="*/ 2872194 w 5744388"/>
              <a:gd name="connsiteY9" fmla="*/ 4166117 h 416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44388" h="4166117">
                <a:moveTo>
                  <a:pt x="2872194" y="4166117"/>
                </a:moveTo>
                <a:cubicBezTo>
                  <a:pt x="2735178" y="4166117"/>
                  <a:pt x="2598162" y="4130682"/>
                  <a:pt x="2475381" y="4059812"/>
                </a:cubicBezTo>
                <a:cubicBezTo>
                  <a:pt x="1927514" y="3743440"/>
                  <a:pt x="944681" y="3176044"/>
                  <a:pt x="396814" y="2859670"/>
                </a:cubicBezTo>
                <a:cubicBezTo>
                  <a:pt x="151250" y="2717932"/>
                  <a:pt x="0" y="2455973"/>
                  <a:pt x="0" y="2172471"/>
                </a:cubicBezTo>
                <a:lnTo>
                  <a:pt x="0" y="0"/>
                </a:lnTo>
                <a:lnTo>
                  <a:pt x="5744388" y="0"/>
                </a:lnTo>
                <a:lnTo>
                  <a:pt x="5744388" y="2172471"/>
                </a:lnTo>
                <a:cubicBezTo>
                  <a:pt x="5744388" y="2455973"/>
                  <a:pt x="5593138" y="2717932"/>
                  <a:pt x="5347574" y="2859670"/>
                </a:cubicBezTo>
                <a:cubicBezTo>
                  <a:pt x="4799707" y="3176044"/>
                  <a:pt x="3816874" y="3743440"/>
                  <a:pt x="3269007" y="4059812"/>
                </a:cubicBezTo>
                <a:cubicBezTo>
                  <a:pt x="3146226" y="4130682"/>
                  <a:pt x="3009210" y="4166117"/>
                  <a:pt x="2872194" y="4166117"/>
                </a:cubicBezTo>
                <a:close/>
              </a:path>
            </a:pathLst>
          </a:custGeom>
          <a:solidFill>
            <a:schemeClr val="bg2"/>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37" name="Freeform: Shape 36"/>
          <p:cNvSpPr/>
          <p:nvPr userDrawn="1"/>
        </p:nvSpPr>
        <p:spPr>
          <a:xfrm rot="10800000">
            <a:off x="8407972" y="0"/>
            <a:ext cx="3784028" cy="3734599"/>
          </a:xfrm>
          <a:custGeom>
            <a:avLst/>
            <a:gdLst>
              <a:gd name="connsiteX0" fmla="*/ 3784028 w 3784028"/>
              <a:gd name="connsiteY0" fmla="*/ 3734599 h 3734599"/>
              <a:gd name="connsiteX1" fmla="*/ 0 w 3784028"/>
              <a:gd name="connsiteY1" fmla="*/ 3734599 h 3734599"/>
              <a:gd name="connsiteX2" fmla="*/ 0 w 3784028"/>
              <a:gd name="connsiteY2" fmla="*/ 403684 h 3734599"/>
              <a:gd name="connsiteX3" fmla="*/ 36157 w 3784028"/>
              <a:gd name="connsiteY3" fmla="*/ 382807 h 3734599"/>
              <a:gd name="connsiteX4" fmla="*/ 515021 w 3784028"/>
              <a:gd name="connsiteY4" fmla="*/ 106305 h 3734599"/>
              <a:gd name="connsiteX5" fmla="*/ 1308648 w 3784028"/>
              <a:gd name="connsiteY5" fmla="*/ 106305 h 3734599"/>
              <a:gd name="connsiteX6" fmla="*/ 3387214 w 3784028"/>
              <a:gd name="connsiteY6" fmla="*/ 1306447 h 3734599"/>
              <a:gd name="connsiteX7" fmla="*/ 3784028 w 3784028"/>
              <a:gd name="connsiteY7" fmla="*/ 1993646 h 3734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4028" h="3734599">
                <a:moveTo>
                  <a:pt x="3784028" y="3734599"/>
                </a:moveTo>
                <a:lnTo>
                  <a:pt x="0" y="3734599"/>
                </a:lnTo>
                <a:lnTo>
                  <a:pt x="0" y="403684"/>
                </a:lnTo>
                <a:lnTo>
                  <a:pt x="36157" y="382807"/>
                </a:lnTo>
                <a:cubicBezTo>
                  <a:pt x="213902" y="280181"/>
                  <a:pt x="378054" y="185399"/>
                  <a:pt x="515021" y="106305"/>
                </a:cubicBezTo>
                <a:cubicBezTo>
                  <a:pt x="760583" y="-35436"/>
                  <a:pt x="1063085" y="-35436"/>
                  <a:pt x="1308648" y="106305"/>
                </a:cubicBezTo>
                <a:cubicBezTo>
                  <a:pt x="1856514" y="422679"/>
                  <a:pt x="2839347" y="990073"/>
                  <a:pt x="3387214" y="1306447"/>
                </a:cubicBezTo>
                <a:cubicBezTo>
                  <a:pt x="3632778" y="1448188"/>
                  <a:pt x="3784028" y="1710144"/>
                  <a:pt x="3784028" y="1993646"/>
                </a:cubicBezTo>
                <a:close/>
              </a:path>
            </a:pathLst>
          </a:custGeom>
          <a:solidFill>
            <a:schemeClr val="bg2"/>
          </a:solidFill>
          <a:ln w="9525" cap="flat">
            <a:noFill/>
            <a:prstDash val="solid"/>
            <a:round/>
          </a:ln>
          <a:effectLst>
            <a:outerShdw blurRad="762000" dist="38100" dir="8100000" algn="ctr" rotWithShape="0">
              <a:schemeClr val="accent1">
                <a:alpha val="40000"/>
              </a:schemeClr>
            </a:outerShdw>
          </a:effectLst>
        </p:spPr>
        <p:txBody>
          <a:bodyPr wrap="square" rtlCol="0" anchor="ctr">
            <a:noAutofit/>
          </a:bodyPr>
          <a:lstStyle/>
          <a:p>
            <a:endParaRPr lang="en-US"/>
          </a:p>
        </p:txBody>
      </p:sp>
      <p:sp>
        <p:nvSpPr>
          <p:cNvPr id="34" name="Freeform: Shape 33"/>
          <p:cNvSpPr/>
          <p:nvPr userDrawn="1"/>
        </p:nvSpPr>
        <p:spPr>
          <a:xfrm rot="10800000">
            <a:off x="11494071" y="3832650"/>
            <a:ext cx="697929" cy="3033542"/>
          </a:xfrm>
          <a:custGeom>
            <a:avLst/>
            <a:gdLst>
              <a:gd name="connsiteX0" fmla="*/ 0 w 697929"/>
              <a:gd name="connsiteY0" fmla="*/ 3033542 h 3033542"/>
              <a:gd name="connsiteX1" fmla="*/ 0 w 697929"/>
              <a:gd name="connsiteY1" fmla="*/ 0 h 3033542"/>
              <a:gd name="connsiteX2" fmla="*/ 697929 w 697929"/>
              <a:gd name="connsiteY2" fmla="*/ 0 h 3033542"/>
              <a:gd name="connsiteX3" fmla="*/ 697929 w 697929"/>
              <a:gd name="connsiteY3" fmla="*/ 2172472 h 3033542"/>
              <a:gd name="connsiteX4" fmla="*/ 301115 w 697929"/>
              <a:gd name="connsiteY4" fmla="*/ 2859671 h 3033542"/>
              <a:gd name="connsiteX5" fmla="*/ 76975 w 697929"/>
              <a:gd name="connsiteY5" fmla="*/ 2989097 h 303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929" h="3033542">
                <a:moveTo>
                  <a:pt x="0" y="3033542"/>
                </a:moveTo>
                <a:lnTo>
                  <a:pt x="0" y="0"/>
                </a:lnTo>
                <a:lnTo>
                  <a:pt x="697929" y="0"/>
                </a:lnTo>
                <a:lnTo>
                  <a:pt x="697929" y="2172472"/>
                </a:lnTo>
                <a:cubicBezTo>
                  <a:pt x="697929" y="2455974"/>
                  <a:pt x="546680" y="2717933"/>
                  <a:pt x="301115" y="2859671"/>
                </a:cubicBezTo>
                <a:cubicBezTo>
                  <a:pt x="232632" y="2899218"/>
                  <a:pt x="157352" y="2942687"/>
                  <a:pt x="76975" y="2989097"/>
                </a:cubicBezTo>
                <a:close/>
              </a:path>
            </a:pathLst>
          </a:custGeom>
          <a:solidFill>
            <a:schemeClr val="accent1"/>
          </a:solidFill>
          <a:ln w="9525" cap="flat">
            <a:noFill/>
            <a:prstDash val="solid"/>
            <a:round/>
          </a:ln>
          <a:effectLst>
            <a:outerShdw blurRad="762000" dist="38100" dir="8100000" algn="ctr" rotWithShape="0">
              <a:srgbClr val="2B9BE3">
                <a:alpha val="40000"/>
              </a:srgbClr>
            </a:outerShdw>
          </a:effectLst>
        </p:spPr>
        <p:txBody>
          <a:bodyPr wrap="square" rtlCol="0" anchor="ctr">
            <a:noAutofit/>
          </a:bodyPr>
          <a:lstStyle/>
          <a:p>
            <a:endParaRPr lang="en-US"/>
          </a:p>
        </p:txBody>
      </p:sp>
      <p:sp>
        <p:nvSpPr>
          <p:cNvPr id="31" name="Picture Placeholder 30"/>
          <p:cNvSpPr>
            <a:spLocks noGrp="1"/>
          </p:cNvSpPr>
          <p:nvPr>
            <p:ph type="pic" sz="quarter" idx="13"/>
          </p:nvPr>
        </p:nvSpPr>
        <p:spPr>
          <a:xfrm>
            <a:off x="5603016" y="3012898"/>
            <a:ext cx="5181599" cy="3853295"/>
          </a:xfrm>
          <a:custGeom>
            <a:avLst/>
            <a:gdLst>
              <a:gd name="connsiteX0" fmla="*/ 2590800 w 5181599"/>
              <a:gd name="connsiteY0" fmla="*/ 0 h 3853295"/>
              <a:gd name="connsiteX1" fmla="*/ 2948736 w 5181599"/>
              <a:gd name="connsiteY1" fmla="*/ 95890 h 3853295"/>
              <a:gd name="connsiteX2" fmla="*/ 4823662 w 5181599"/>
              <a:gd name="connsiteY2" fmla="*/ 1178452 h 3853295"/>
              <a:gd name="connsiteX3" fmla="*/ 5181599 w 5181599"/>
              <a:gd name="connsiteY3" fmla="*/ 1798325 h 3853295"/>
              <a:gd name="connsiteX4" fmla="*/ 5181599 w 5181599"/>
              <a:gd name="connsiteY4" fmla="*/ 3853295 h 3853295"/>
              <a:gd name="connsiteX5" fmla="*/ 0 w 5181599"/>
              <a:gd name="connsiteY5" fmla="*/ 3853295 h 3853295"/>
              <a:gd name="connsiteX6" fmla="*/ 0 w 5181599"/>
              <a:gd name="connsiteY6" fmla="*/ 1798325 h 3853295"/>
              <a:gd name="connsiteX7" fmla="*/ 357937 w 5181599"/>
              <a:gd name="connsiteY7" fmla="*/ 1178452 h 3853295"/>
              <a:gd name="connsiteX8" fmla="*/ 2232863 w 5181599"/>
              <a:gd name="connsiteY8" fmla="*/ 95890 h 3853295"/>
              <a:gd name="connsiteX9" fmla="*/ 2590800 w 5181599"/>
              <a:gd name="connsiteY9" fmla="*/ 0 h 385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1599" h="3853295">
                <a:moveTo>
                  <a:pt x="2590800" y="0"/>
                </a:moveTo>
                <a:cubicBezTo>
                  <a:pt x="2714392" y="0"/>
                  <a:pt x="2837984" y="31963"/>
                  <a:pt x="2948736" y="95890"/>
                </a:cubicBezTo>
                <a:cubicBezTo>
                  <a:pt x="3442927" y="381266"/>
                  <a:pt x="4329470" y="893074"/>
                  <a:pt x="4823662" y="1178452"/>
                </a:cubicBezTo>
                <a:cubicBezTo>
                  <a:pt x="5045168" y="1306304"/>
                  <a:pt x="5181599" y="1542599"/>
                  <a:pt x="5181599" y="1798325"/>
                </a:cubicBezTo>
                <a:lnTo>
                  <a:pt x="5181599" y="3853295"/>
                </a:lnTo>
                <a:lnTo>
                  <a:pt x="0" y="3853295"/>
                </a:lnTo>
                <a:lnTo>
                  <a:pt x="0" y="1798325"/>
                </a:lnTo>
                <a:cubicBezTo>
                  <a:pt x="0" y="1542599"/>
                  <a:pt x="136431" y="1306304"/>
                  <a:pt x="357937" y="1178452"/>
                </a:cubicBezTo>
                <a:cubicBezTo>
                  <a:pt x="852129" y="893074"/>
                  <a:pt x="1738671" y="381266"/>
                  <a:pt x="2232863" y="95890"/>
                </a:cubicBezTo>
                <a:cubicBezTo>
                  <a:pt x="2343615" y="31963"/>
                  <a:pt x="2467207" y="0"/>
                  <a:pt x="2590800" y="0"/>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
        <p:nvSpPr>
          <p:cNvPr id="40" name="Picture Placeholder 39"/>
          <p:cNvSpPr>
            <a:spLocks noGrp="1"/>
          </p:cNvSpPr>
          <p:nvPr>
            <p:ph type="pic" sz="quarter" idx="14"/>
          </p:nvPr>
        </p:nvSpPr>
        <p:spPr>
          <a:xfrm>
            <a:off x="8686800" y="1"/>
            <a:ext cx="3505200" cy="3420899"/>
          </a:xfrm>
          <a:custGeom>
            <a:avLst/>
            <a:gdLst>
              <a:gd name="connsiteX0" fmla="*/ 0 w 3505200"/>
              <a:gd name="connsiteY0" fmla="*/ 0 h 3420899"/>
              <a:gd name="connsiteX1" fmla="*/ 3505200 w 3505200"/>
              <a:gd name="connsiteY1" fmla="*/ 0 h 3420899"/>
              <a:gd name="connsiteX2" fmla="*/ 3505200 w 3505200"/>
              <a:gd name="connsiteY2" fmla="*/ 3003704 h 3420899"/>
              <a:gd name="connsiteX3" fmla="*/ 3380684 w 3505200"/>
              <a:gd name="connsiteY3" fmla="*/ 3075596 h 3420899"/>
              <a:gd name="connsiteX4" fmla="*/ 2948736 w 3505200"/>
              <a:gd name="connsiteY4" fmla="*/ 3325009 h 3420899"/>
              <a:gd name="connsiteX5" fmla="*/ 2232863 w 3505200"/>
              <a:gd name="connsiteY5" fmla="*/ 3325009 h 3420899"/>
              <a:gd name="connsiteX6" fmla="*/ 357937 w 3505200"/>
              <a:gd name="connsiteY6" fmla="*/ 2242447 h 3420899"/>
              <a:gd name="connsiteX7" fmla="*/ 0 w 3505200"/>
              <a:gd name="connsiteY7" fmla="*/ 1622574 h 3420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05200" h="3420899">
                <a:moveTo>
                  <a:pt x="0" y="0"/>
                </a:moveTo>
                <a:lnTo>
                  <a:pt x="3505200" y="0"/>
                </a:lnTo>
                <a:lnTo>
                  <a:pt x="3505200" y="3003704"/>
                </a:lnTo>
                <a:lnTo>
                  <a:pt x="3380684" y="3075596"/>
                </a:lnTo>
                <a:cubicBezTo>
                  <a:pt x="3220354" y="3168168"/>
                  <a:pt x="3072284" y="3253665"/>
                  <a:pt x="2948736" y="3325009"/>
                </a:cubicBezTo>
                <a:cubicBezTo>
                  <a:pt x="2727232" y="3452863"/>
                  <a:pt x="2454367" y="3452863"/>
                  <a:pt x="2232863" y="3325009"/>
                </a:cubicBezTo>
                <a:cubicBezTo>
                  <a:pt x="1738671" y="3039631"/>
                  <a:pt x="852129" y="2527825"/>
                  <a:pt x="357937" y="2242447"/>
                </a:cubicBezTo>
                <a:cubicBezTo>
                  <a:pt x="136431" y="2114593"/>
                  <a:pt x="0" y="1878301"/>
                  <a:pt x="0" y="1622574"/>
                </a:cubicBezTo>
                <a:close/>
              </a:path>
            </a:pathLst>
          </a:custGeom>
          <a:pattFill prst="pct5">
            <a:fgClr>
              <a:schemeClr val="accent1"/>
            </a:fgClr>
            <a:bgClr>
              <a:schemeClr val="bg1"/>
            </a:bgClr>
          </a:pattFill>
        </p:spPr>
        <p:txBody>
          <a:bodyPr wrap="square" anchor="ctr">
            <a:noAutofit/>
          </a:bodyPr>
          <a:lstStyle>
            <a:lvl1pPr algn="ctr">
              <a:defRPr/>
            </a:lvl1pPr>
          </a:lstStyle>
          <a:p>
            <a:endParaRPr lang="en-US"/>
          </a:p>
        </p:txBody>
      </p:sp>
      <p:sp>
        <p:nvSpPr>
          <p:cNvPr id="22" name="Title 13"/>
          <p:cNvSpPr>
            <a:spLocks noGrp="1"/>
          </p:cNvSpPr>
          <p:nvPr>
            <p:ph type="title" hasCustomPrompt="1"/>
          </p:nvPr>
        </p:nvSpPr>
        <p:spPr>
          <a:xfrm>
            <a:off x="832638" y="791518"/>
            <a:ext cx="5744387" cy="1846659"/>
          </a:xfrm>
        </p:spPr>
        <p:txBody>
          <a:bodyPr lIns="0" tIns="0" rIns="0" bIns="0" anchor="b" anchorCtr="0">
            <a:normAutofit/>
          </a:bodyPr>
          <a:lstStyle>
            <a:lvl1pPr algn="l">
              <a:lnSpc>
                <a:spcPct val="100000"/>
              </a:lnSpc>
              <a:defRPr sz="4000">
                <a:solidFill>
                  <a:schemeClr val="accent1"/>
                </a:solidFill>
              </a:defRPr>
            </a:lvl1pPr>
          </a:lstStyle>
          <a:p>
            <a:r>
              <a:rPr lang="en-US"/>
              <a:t>Simpan Kalimat Penting di bagian ini (3 baris)</a:t>
            </a:r>
          </a:p>
        </p:txBody>
      </p:sp>
      <p:sp>
        <p:nvSpPr>
          <p:cNvPr id="23" name="Text Placeholder 17"/>
          <p:cNvSpPr>
            <a:spLocks noGrp="1"/>
          </p:cNvSpPr>
          <p:nvPr>
            <p:ph type="body" sz="quarter" idx="17" hasCustomPrompt="1"/>
          </p:nvPr>
        </p:nvSpPr>
        <p:spPr>
          <a:xfrm>
            <a:off x="832639" y="3013850"/>
            <a:ext cx="4342564" cy="3052631"/>
          </a:xfrm>
        </p:spPr>
        <p:txBody>
          <a:bodyPr lIns="0" tIns="0" rIns="0" bIns="0">
            <a:normAutofit/>
          </a:bodyPr>
          <a:lstStyle>
            <a:lvl1pPr algn="l">
              <a:lnSpc>
                <a:spcPct val="130000"/>
              </a:lnSpc>
              <a:defRPr sz="2800"/>
            </a:lvl1pPr>
          </a:lstStyle>
          <a:p>
            <a:pPr lvl="0"/>
            <a:r>
              <a:rPr lang="nn-NO"/>
              <a:t>Klik untuk menambahkan deskripsi penjelasan dari kedua gambar ini. </a:t>
            </a:r>
          </a:p>
        </p:txBody>
      </p:sp>
    </p:spTree>
    <p:extLst>
      <p:ext uri="{BB962C8B-B14F-4D97-AF65-F5344CB8AC3E}">
        <p14:creationId xmlns:p14="http://schemas.microsoft.com/office/powerpoint/2010/main" val="333379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1" decel="100000" fill="hold" grpId="0" nodeType="withEffect">
                                  <p:stCondLst>
                                    <p:cond delay="10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20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0-#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par>
                                <p:cTn id="25" presetID="2" presetClass="entr" presetSubtype="1" decel="100000" fill="hold" grpId="0" nodeType="withEffect">
                                  <p:stCondLst>
                                    <p:cond delay="50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0-#ppt_h/2"/>
                                          </p:val>
                                        </p:tav>
                                        <p:tav tm="100000">
                                          <p:val>
                                            <p:strVal val="#ppt_y"/>
                                          </p:val>
                                        </p:tav>
                                      </p:tavLst>
                                    </p:anim>
                                  </p:childTnLst>
                                </p:cTn>
                              </p:par>
                              <p:par>
                                <p:cTn id="29" presetID="2" presetClass="entr" presetSubtype="4" decel="100000" fill="hold" grpId="0" nodeType="withEffect">
                                  <p:stCondLst>
                                    <p:cond delay="60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ppt_x"/>
                                          </p:val>
                                        </p:tav>
                                        <p:tav tm="100000">
                                          <p:val>
                                            <p:strVal val="#ppt_x"/>
                                          </p:val>
                                        </p:tav>
                                      </p:tavLst>
                                    </p:anim>
                                    <p:anim calcmode="lin" valueType="num">
                                      <p:cBhvr additive="base">
                                        <p:cTn id="32" dur="500" fill="hold"/>
                                        <p:tgtEl>
                                          <p:spTgt spid="45"/>
                                        </p:tgtEl>
                                        <p:attrNameLst>
                                          <p:attrName>ppt_y</p:attrName>
                                        </p:attrNameLst>
                                      </p:cBhvr>
                                      <p:tavLst>
                                        <p:tav tm="0">
                                          <p:val>
                                            <p:strVal val="1+#ppt_h/2"/>
                                          </p:val>
                                        </p:tav>
                                        <p:tav tm="100000">
                                          <p:val>
                                            <p:strVal val="#ppt_y"/>
                                          </p:val>
                                        </p:tav>
                                      </p:tavLst>
                                    </p:anim>
                                  </p:childTnLst>
                                </p:cTn>
                              </p:par>
                              <p:par>
                                <p:cTn id="33" presetID="2" presetClass="entr" presetSubtype="8" decel="100000" fill="hold" grpId="0" nodeType="withEffect">
                                  <p:stCondLst>
                                    <p:cond delay="70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0-#ppt_w/2"/>
                                          </p:val>
                                        </p:tav>
                                        <p:tav tm="100000">
                                          <p:val>
                                            <p:strVal val="#ppt_x"/>
                                          </p:val>
                                        </p:tav>
                                      </p:tavLst>
                                    </p:anim>
                                    <p:anim calcmode="lin" valueType="num">
                                      <p:cBhvr additive="base">
                                        <p:cTn id="36" dur="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800"/>
                                  </p:stCondLst>
                                  <p:childTnLst>
                                    <p:set>
                                      <p:cBhvr>
                                        <p:cTn id="38" dur="1" fill="hold">
                                          <p:stCondLst>
                                            <p:cond delay="0"/>
                                          </p:stCondLst>
                                        </p:cTn>
                                        <p:tgtEl>
                                          <p:spTgt spid="23">
                                            <p:txEl>
                                              <p:pRg st="0" end="0"/>
                                            </p:txEl>
                                          </p:spTgt>
                                        </p:tgtEl>
                                        <p:attrNameLst>
                                          <p:attrName>style.visibility</p:attrName>
                                        </p:attrNameLst>
                                      </p:cBhvr>
                                      <p:to>
                                        <p:strVal val="visible"/>
                                      </p:to>
                                    </p:set>
                                    <p:anim calcmode="lin" valueType="num">
                                      <p:cBhvr additive="base">
                                        <p:cTn id="39" dur="5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8" grpId="0" animBg="1"/>
      <p:bldP spid="28" grpId="0" animBg="1"/>
      <p:bldP spid="37" grpId="0" animBg="1"/>
      <p:bldP spid="34" grpId="0" animBg="1"/>
      <p:bldP spid="31" grpId="0" animBg="1"/>
      <p:bldP spid="40" grpId="0" animBg="1"/>
      <p:bldP spid="22" grpId="0"/>
      <p:bldP spid="23" grpId="0" build="p">
        <p:tmplLst>
          <p:tmpl lvl="1">
            <p:tnLst>
              <p:par>
                <p:cTn presetID="2" presetClass="entr" presetSubtype="8" decel="100000" fill="hold" nodeType="withEffect">
                  <p:stCondLst>
                    <p:cond delay="8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0-#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C3C1A-9BA2-4ECC-99C0-B8E3311156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5AB215-C640-4175-BE64-80999B8EFA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A6E0B-FE4E-4D5B-910F-49D31E6A2A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42DB47-DE52-405D-B4EB-7207DBB450B8}" type="datetimeFigureOut">
              <a:rPr lang="en-US" smtClean="0"/>
              <a:t>8/14/2022</a:t>
            </a:fld>
            <a:endParaRPr lang="en-US"/>
          </a:p>
        </p:txBody>
      </p:sp>
      <p:sp>
        <p:nvSpPr>
          <p:cNvPr id="5" name="Footer Placeholder 4">
            <a:extLst>
              <a:ext uri="{FF2B5EF4-FFF2-40B4-BE49-F238E27FC236}">
                <a16:creationId xmlns:a16="http://schemas.microsoft.com/office/drawing/2014/main" id="{5F044449-9BE3-45DA-9E30-F9B55C70A6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82AC4E-626A-492B-B795-F789A09618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39939F-AE78-4021-9750-CF0C87105817}" type="slidenum">
              <a:rPr lang="en-US" smtClean="0"/>
              <a:t>‹#›</a:t>
            </a:fld>
            <a:endParaRPr lang="en-US"/>
          </a:p>
        </p:txBody>
      </p:sp>
    </p:spTree>
    <p:extLst>
      <p:ext uri="{BB962C8B-B14F-4D97-AF65-F5344CB8AC3E}">
        <p14:creationId xmlns:p14="http://schemas.microsoft.com/office/powerpoint/2010/main" val="2516694519"/>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73" r:id="rId4"/>
    <p:sldLayoutId id="2147483674" r:id="rId5"/>
    <p:sldLayoutId id="2147483664" r:id="rId6"/>
    <p:sldLayoutId id="2147483663" r:id="rId7"/>
    <p:sldLayoutId id="2147483666" r:id="rId8"/>
    <p:sldLayoutId id="2147483665" r:id="rId9"/>
    <p:sldLayoutId id="2147483667" r:id="rId10"/>
    <p:sldLayoutId id="2147483668" r:id="rId11"/>
    <p:sldLayoutId id="2147483675" r:id="rId12"/>
    <p:sldLayoutId id="2147483676" r:id="rId13"/>
    <p:sldLayoutId id="2147483679" r:id="rId14"/>
    <p:sldLayoutId id="2147483698" r:id="rId15"/>
    <p:sldLayoutId id="2147483684" r:id="rId16"/>
    <p:sldLayoutId id="2147483678" r:id="rId17"/>
    <p:sldLayoutId id="2147483680" r:id="rId18"/>
    <p:sldLayoutId id="2147483696" r:id="rId19"/>
    <p:sldLayoutId id="2147483681" r:id="rId20"/>
    <p:sldLayoutId id="2147483694" r:id="rId21"/>
    <p:sldLayoutId id="2147483669" r:id="rId22"/>
    <p:sldLayoutId id="2147483670" r:id="rId23"/>
    <p:sldLayoutId id="2147483671" r:id="rId24"/>
    <p:sldLayoutId id="2147483672" r:id="rId25"/>
    <p:sldLayoutId id="2147483685" r:id="rId26"/>
    <p:sldLayoutId id="2147483683"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82" r:id="rId36"/>
    <p:sldLayoutId id="2147483700" r:id="rId37"/>
    <p:sldLayoutId id="2147483697" r:id="rId38"/>
    <p:sldLayoutId id="2147483699" r:id="rId39"/>
    <p:sldLayoutId id="2147483650" r:id="rId40"/>
    <p:sldLayoutId id="2147483654" r:id="rId41"/>
    <p:sldLayoutId id="2147483655" r:id="rId42"/>
    <p:sldLayoutId id="2147483703" r:id="rId43"/>
    <p:sldLayoutId id="2147483704" r:id="rId44"/>
    <p:sldLayoutId id="2147483706" r:id="rId45"/>
    <p:sldLayoutId id="2147483708" r:id="rId46"/>
    <p:sldLayoutId id="2147483712" r:id="rId47"/>
    <p:sldLayoutId id="2147483716" r:id="rId48"/>
    <p:sldLayoutId id="2147483717" r:id="rId49"/>
    <p:sldLayoutId id="2147483718" r:id="rId50"/>
    <p:sldLayoutId id="2147483719" r:id="rId51"/>
    <p:sldLayoutId id="2147483720" r:id="rId52"/>
    <p:sldLayoutId id="2147483721" r:id="rId53"/>
    <p:sldLayoutId id="2147483722" r:id="rId54"/>
  </p:sldLayoutIdLst>
  <p:txStyles>
    <p:titleStyle>
      <a:lvl1pPr algn="l" defTabSz="914400" rtl="0" eaLnBrk="1" latinLnBrk="0" hangingPunct="1">
        <a:lnSpc>
          <a:spcPct val="90000"/>
        </a:lnSpc>
        <a:spcBef>
          <a:spcPct val="0"/>
        </a:spcBef>
        <a:buNone/>
        <a:defRPr sz="4400" b="1"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4.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49.xml"/><Relationship Id="rId6" Type="http://schemas.openxmlformats.org/officeDocument/2006/relationships/image" Target="../media/image29.jpeg"/><Relationship Id="rId5" Type="http://schemas.openxmlformats.org/officeDocument/2006/relationships/image" Target="../media/image23.png"/><Relationship Id="rId4" Type="http://schemas.openxmlformats.org/officeDocument/2006/relationships/image" Target="../media/image28.jpe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3.png"/><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0.jpe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1.jpeg"/><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3.png"/><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4.jfif"/><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6.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2.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7.jp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8.jp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40.jfif"/><Relationship Id="rId2" Type="http://schemas.openxmlformats.org/officeDocument/2006/relationships/image" Target="../media/image39.jpg"/><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jp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2.jpeg"/><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3.jpg"/><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4.jp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5.jp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6.jp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7.jp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9.jpe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xml"/><Relationship Id="rId1" Type="http://schemas.openxmlformats.org/officeDocument/2006/relationships/slideLayout" Target="../slideLayouts/slideLayout46.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24.xml"/><Relationship Id="rId5" Type="http://schemas.openxmlformats.org/officeDocument/2006/relationships/image" Target="../media/image15.png"/><Relationship Id="rId4" Type="http://schemas.openxmlformats.org/officeDocument/2006/relationships/image" Target="../media/image32.jpe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6.jpg"/><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3.jpe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4.jp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5.JP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photo of white painted building at daytime">
            <a:extLst>
              <a:ext uri="{FF2B5EF4-FFF2-40B4-BE49-F238E27FC236}">
                <a16:creationId xmlns:a16="http://schemas.microsoft.com/office/drawing/2014/main" id="{2D99E0B4-ECE3-4BB0-87A7-EE25EA711EA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0" y="-637031"/>
            <a:ext cx="12553950" cy="837348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8E69ED1-4748-45CA-8D56-F4875FFB325B}"/>
              </a:ext>
            </a:extLst>
          </p:cNvPr>
          <p:cNvSpPr txBox="1"/>
          <p:nvPr/>
        </p:nvSpPr>
        <p:spPr>
          <a:xfrm>
            <a:off x="643519" y="2806144"/>
            <a:ext cx="11266911" cy="1323439"/>
          </a:xfrm>
          <a:prstGeom prst="rect">
            <a:avLst/>
          </a:prstGeom>
          <a:noFill/>
        </p:spPr>
        <p:txBody>
          <a:bodyPr wrap="square" rtlCol="0">
            <a:spAutoFit/>
          </a:bodyPr>
          <a:lstStyle/>
          <a:p>
            <a:pPr algn="ctr"/>
            <a:r>
              <a:rPr lang="en-US" sz="4000" dirty="0">
                <a:latin typeface="Open Sans Extrabold" panose="020B0906030804020204" pitchFamily="34" charset="0"/>
                <a:ea typeface="Open Sans Extrabold" panose="020B0906030804020204" pitchFamily="34" charset="0"/>
                <a:cs typeface="Open Sans Extrabold" panose="020B0906030804020204" pitchFamily="34" charset="0"/>
              </a:rPr>
              <a:t>PELATIHAN TEKNIS YUDISIAL KEWARISAN BAGI HAKIM PERADILAN AGAMA</a:t>
            </a:r>
          </a:p>
        </p:txBody>
      </p:sp>
      <p:grpSp>
        <p:nvGrpSpPr>
          <p:cNvPr id="2" name="Group 1">
            <a:extLst>
              <a:ext uri="{FF2B5EF4-FFF2-40B4-BE49-F238E27FC236}">
                <a16:creationId xmlns:a16="http://schemas.microsoft.com/office/drawing/2014/main" id="{1CC05185-B154-4212-9BC5-683C0839DCD9}"/>
              </a:ext>
            </a:extLst>
          </p:cNvPr>
          <p:cNvGrpSpPr/>
          <p:nvPr/>
        </p:nvGrpSpPr>
        <p:grpSpPr>
          <a:xfrm>
            <a:off x="2515838" y="4810506"/>
            <a:ext cx="11266911" cy="4094988"/>
            <a:chOff x="910581" y="5502108"/>
            <a:chExt cx="10370838" cy="3769309"/>
          </a:xfrm>
          <a:solidFill>
            <a:schemeClr val="accent2"/>
          </a:solidFill>
        </p:grpSpPr>
        <p:sp>
          <p:nvSpPr>
            <p:cNvPr id="19" name="Oval 18">
              <a:extLst>
                <a:ext uri="{FF2B5EF4-FFF2-40B4-BE49-F238E27FC236}">
                  <a16:creationId xmlns:a16="http://schemas.microsoft.com/office/drawing/2014/main" id="{9E6B0851-A8D9-40F8-A8B3-756246E294A2}"/>
                </a:ext>
              </a:extLst>
            </p:cNvPr>
            <p:cNvSpPr/>
            <p:nvPr/>
          </p:nvSpPr>
          <p:spPr>
            <a:xfrm>
              <a:off x="9037417" y="6360360"/>
              <a:ext cx="189820" cy="1898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378001F-ABB4-4E1E-A281-9B192CCAA997}"/>
                </a:ext>
              </a:extLst>
            </p:cNvPr>
            <p:cNvSpPr/>
            <p:nvPr/>
          </p:nvSpPr>
          <p:spPr>
            <a:xfrm>
              <a:off x="2869853" y="6360360"/>
              <a:ext cx="189820" cy="1898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8602E64-D343-42A0-A204-B7B67C5E80C6}"/>
                </a:ext>
              </a:extLst>
            </p:cNvPr>
            <p:cNvSpPr/>
            <p:nvPr/>
          </p:nvSpPr>
          <p:spPr>
            <a:xfrm>
              <a:off x="910581" y="5502108"/>
              <a:ext cx="10370838" cy="3769309"/>
            </a:xfrm>
            <a:custGeom>
              <a:avLst/>
              <a:gdLst>
                <a:gd name="connsiteX0" fmla="*/ 5185419 w 10370838"/>
                <a:gd name="connsiteY0" fmla="*/ 0 h 3769309"/>
                <a:gd name="connsiteX1" fmla="*/ 10305697 w 10370838"/>
                <a:gd name="connsiteY1" fmla="*/ 3576792 h 3769309"/>
                <a:gd name="connsiteX2" fmla="*/ 10370838 w 10370838"/>
                <a:gd name="connsiteY2" fmla="*/ 3769309 h 3769309"/>
                <a:gd name="connsiteX3" fmla="*/ 0 w 10370838"/>
                <a:gd name="connsiteY3" fmla="*/ 3769309 h 3769309"/>
                <a:gd name="connsiteX4" fmla="*/ 65141 w 10370838"/>
                <a:gd name="connsiteY4" fmla="*/ 3576792 h 3769309"/>
                <a:gd name="connsiteX5" fmla="*/ 5185419 w 10370838"/>
                <a:gd name="connsiteY5" fmla="*/ 0 h 3769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0838" h="3769309">
                  <a:moveTo>
                    <a:pt x="5185419" y="0"/>
                  </a:moveTo>
                  <a:cubicBezTo>
                    <a:pt x="7537396" y="0"/>
                    <a:pt x="9541463" y="1489573"/>
                    <a:pt x="10305697" y="3576792"/>
                  </a:cubicBezTo>
                  <a:lnTo>
                    <a:pt x="10370838" y="3769309"/>
                  </a:lnTo>
                  <a:lnTo>
                    <a:pt x="0" y="3769309"/>
                  </a:lnTo>
                  <a:lnTo>
                    <a:pt x="65141" y="3576792"/>
                  </a:lnTo>
                  <a:cubicBezTo>
                    <a:pt x="829375" y="1489573"/>
                    <a:pt x="2833443" y="0"/>
                    <a:pt x="5185419" y="0"/>
                  </a:cubicBezTo>
                  <a:close/>
                </a:path>
              </a:pathLst>
            </a:custGeom>
            <a:grpFill/>
            <a:ln w="19050">
              <a:solidFill>
                <a:schemeClr val="accent1">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CF559746-D93F-44B9-80F8-C0FDFC818F43}"/>
                </a:ext>
              </a:extLst>
            </p:cNvPr>
            <p:cNvSpPr/>
            <p:nvPr/>
          </p:nvSpPr>
          <p:spPr>
            <a:xfrm>
              <a:off x="1903835" y="5951406"/>
              <a:ext cx="8384330" cy="2274853"/>
            </a:xfrm>
            <a:custGeom>
              <a:avLst/>
              <a:gdLst>
                <a:gd name="connsiteX0" fmla="*/ 4192165 w 8384330"/>
                <a:gd name="connsiteY0" fmla="*/ 0 h 2274853"/>
                <a:gd name="connsiteX1" fmla="*/ 8339690 w 8384330"/>
                <a:gd name="connsiteY1" fmla="*/ 2205222 h 2274853"/>
                <a:gd name="connsiteX2" fmla="*/ 8384330 w 8384330"/>
                <a:gd name="connsiteY2" fmla="*/ 2274853 h 2274853"/>
                <a:gd name="connsiteX3" fmla="*/ 0 w 8384330"/>
                <a:gd name="connsiteY3" fmla="*/ 2274853 h 2274853"/>
                <a:gd name="connsiteX4" fmla="*/ 44640 w 8384330"/>
                <a:gd name="connsiteY4" fmla="*/ 2205222 h 2274853"/>
                <a:gd name="connsiteX5" fmla="*/ 4192165 w 8384330"/>
                <a:gd name="connsiteY5" fmla="*/ 0 h 227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4330" h="2274853">
                  <a:moveTo>
                    <a:pt x="4192165" y="0"/>
                  </a:moveTo>
                  <a:cubicBezTo>
                    <a:pt x="5918657" y="0"/>
                    <a:pt x="7440841" y="874750"/>
                    <a:pt x="8339690" y="2205222"/>
                  </a:cubicBezTo>
                  <a:lnTo>
                    <a:pt x="8384330" y="2274853"/>
                  </a:lnTo>
                  <a:lnTo>
                    <a:pt x="0" y="2274853"/>
                  </a:lnTo>
                  <a:lnTo>
                    <a:pt x="44640" y="2205222"/>
                  </a:lnTo>
                  <a:cubicBezTo>
                    <a:pt x="943490" y="874750"/>
                    <a:pt x="2465673" y="0"/>
                    <a:pt x="4192165" y="0"/>
                  </a:cubicBezTo>
                  <a:close/>
                </a:path>
              </a:pathLst>
            </a:custGeom>
            <a:gr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TextBox 14">
            <a:extLst>
              <a:ext uri="{FF2B5EF4-FFF2-40B4-BE49-F238E27FC236}">
                <a16:creationId xmlns:a16="http://schemas.microsoft.com/office/drawing/2014/main" id="{C73840AD-7213-4C80-8A5F-370C47B481DF}"/>
              </a:ext>
            </a:extLst>
          </p:cNvPr>
          <p:cNvSpPr txBox="1"/>
          <p:nvPr/>
        </p:nvSpPr>
        <p:spPr>
          <a:xfrm>
            <a:off x="1000680" y="4758109"/>
            <a:ext cx="10188315" cy="400110"/>
          </a:xfrm>
          <a:prstGeom prst="rect">
            <a:avLst/>
          </a:prstGeom>
          <a:noFill/>
        </p:spPr>
        <p:txBody>
          <a:bodyPr wrap="square" rtlCol="0">
            <a:spAutoFit/>
          </a:bodyPr>
          <a:lstStyle/>
          <a:p>
            <a:pPr algn="ctr"/>
            <a:r>
              <a:rPr lang="en-US" sz="2000" spc="600" dirty="0" err="1">
                <a:latin typeface="Segoe UI" panose="020B0502040204020203" pitchFamily="34" charset="0"/>
                <a:cs typeface="Segoe UI" panose="020B0502040204020203" pitchFamily="34" charset="0"/>
              </a:rPr>
              <a:t>Pusdiklat</a:t>
            </a:r>
            <a:r>
              <a:rPr lang="en-US" sz="2000" spc="600" dirty="0">
                <a:latin typeface="Segoe UI" panose="020B0502040204020203" pitchFamily="34" charset="0"/>
                <a:cs typeface="Segoe UI" panose="020B0502040204020203" pitchFamily="34" charset="0"/>
              </a:rPr>
              <a:t> </a:t>
            </a:r>
            <a:r>
              <a:rPr lang="en-US" sz="2000" spc="600" dirty="0" err="1">
                <a:latin typeface="Segoe UI" panose="020B0502040204020203" pitchFamily="34" charset="0"/>
                <a:cs typeface="Segoe UI" panose="020B0502040204020203" pitchFamily="34" charset="0"/>
              </a:rPr>
              <a:t>Teknis</a:t>
            </a:r>
            <a:r>
              <a:rPr lang="en-US" sz="2000" spc="600" dirty="0">
                <a:latin typeface="Segoe UI" panose="020B0502040204020203" pitchFamily="34" charset="0"/>
                <a:cs typeface="Segoe UI" panose="020B0502040204020203" pitchFamily="34" charset="0"/>
              </a:rPr>
              <a:t> </a:t>
            </a:r>
            <a:r>
              <a:rPr lang="en-US" sz="2000" spc="600" dirty="0" err="1">
                <a:latin typeface="Segoe UI" panose="020B0502040204020203" pitchFamily="34" charset="0"/>
                <a:cs typeface="Segoe UI" panose="020B0502040204020203" pitchFamily="34" charset="0"/>
              </a:rPr>
              <a:t>Peradilan</a:t>
            </a:r>
            <a:r>
              <a:rPr lang="en-US" sz="2000" spc="600" dirty="0">
                <a:latin typeface="Segoe UI" panose="020B0502040204020203" pitchFamily="34" charset="0"/>
                <a:cs typeface="Segoe UI" panose="020B0502040204020203" pitchFamily="34" charset="0"/>
              </a:rPr>
              <a:t> </a:t>
            </a:r>
            <a:r>
              <a:rPr lang="en-US" sz="2000" spc="600" dirty="0" err="1">
                <a:latin typeface="Segoe UI" panose="020B0502040204020203" pitchFamily="34" charset="0"/>
                <a:cs typeface="Segoe UI" panose="020B0502040204020203" pitchFamily="34" charset="0"/>
              </a:rPr>
              <a:t>Mahkamah</a:t>
            </a:r>
            <a:r>
              <a:rPr lang="en-US" sz="2000" spc="600" dirty="0">
                <a:latin typeface="Segoe UI" panose="020B0502040204020203" pitchFamily="34" charset="0"/>
                <a:cs typeface="Segoe UI" panose="020B0502040204020203" pitchFamily="34" charset="0"/>
              </a:rPr>
              <a:t> Agung RI, 2022</a:t>
            </a:r>
          </a:p>
        </p:txBody>
      </p:sp>
      <p:sp>
        <p:nvSpPr>
          <p:cNvPr id="25" name="Freeform: Shape 24">
            <a:extLst>
              <a:ext uri="{FF2B5EF4-FFF2-40B4-BE49-F238E27FC236}">
                <a16:creationId xmlns:a16="http://schemas.microsoft.com/office/drawing/2014/main" id="{2D821719-5803-42FE-BA0B-40BB068A2223}"/>
              </a:ext>
            </a:extLst>
          </p:cNvPr>
          <p:cNvSpPr/>
          <p:nvPr/>
        </p:nvSpPr>
        <p:spPr>
          <a:xfrm>
            <a:off x="0" y="1325781"/>
            <a:ext cx="520926" cy="983962"/>
          </a:xfrm>
          <a:custGeom>
            <a:avLst/>
            <a:gdLst>
              <a:gd name="connsiteX0" fmla="*/ 0 w 520926"/>
              <a:gd name="connsiteY0" fmla="*/ 983962 h 983962"/>
              <a:gd name="connsiteX1" fmla="*/ 0 w 520926"/>
              <a:gd name="connsiteY1" fmla="*/ 0 h 983962"/>
              <a:gd name="connsiteX2" fmla="*/ 7728 w 520926"/>
              <a:gd name="connsiteY2" fmla="*/ 6626 h 983962"/>
              <a:gd name="connsiteX3" fmla="*/ 486526 w 520926"/>
              <a:gd name="connsiteY3" fmla="*/ 417169 h 983962"/>
              <a:gd name="connsiteX4" fmla="*/ 520926 w 520926"/>
              <a:gd name="connsiteY4" fmla="*/ 491981 h 983962"/>
              <a:gd name="connsiteX5" fmla="*/ 486526 w 520926"/>
              <a:gd name="connsiteY5" fmla="*/ 566793 h 983962"/>
              <a:gd name="connsiteX6" fmla="*/ 7728 w 520926"/>
              <a:gd name="connsiteY6" fmla="*/ 977336 h 98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926" h="983962">
                <a:moveTo>
                  <a:pt x="0" y="983962"/>
                </a:moveTo>
                <a:lnTo>
                  <a:pt x="0" y="0"/>
                </a:lnTo>
                <a:lnTo>
                  <a:pt x="7728" y="6626"/>
                </a:lnTo>
                <a:cubicBezTo>
                  <a:pt x="187939" y="161148"/>
                  <a:pt x="378880" y="324869"/>
                  <a:pt x="486526" y="417169"/>
                </a:cubicBezTo>
                <a:cubicBezTo>
                  <a:pt x="508359" y="435892"/>
                  <a:pt x="520926" y="463220"/>
                  <a:pt x="520926" y="491981"/>
                </a:cubicBezTo>
                <a:cubicBezTo>
                  <a:pt x="520926" y="520742"/>
                  <a:pt x="508359" y="548070"/>
                  <a:pt x="486526" y="566793"/>
                </a:cubicBezTo>
                <a:cubicBezTo>
                  <a:pt x="378880" y="659094"/>
                  <a:pt x="187939" y="822814"/>
                  <a:pt x="7728" y="977336"/>
                </a:cubicBezTo>
                <a:close/>
              </a:path>
            </a:pathLst>
          </a:custGeom>
          <a:solidFill>
            <a:schemeClr val="accent2"/>
          </a:solidFill>
          <a:ln w="261" cap="flat">
            <a:noFill/>
            <a:prstDash val="solid"/>
            <a:round/>
          </a:ln>
        </p:spPr>
        <p:txBody>
          <a:bodyPr rtlCol="0" anchor="ctr"/>
          <a:lstStyle/>
          <a:p>
            <a:endParaRPr lang="en-US"/>
          </a:p>
        </p:txBody>
      </p:sp>
      <p:pic>
        <p:nvPicPr>
          <p:cNvPr id="12" name="Picture 11">
            <a:extLst>
              <a:ext uri="{FF2B5EF4-FFF2-40B4-BE49-F238E27FC236}">
                <a16:creationId xmlns:a16="http://schemas.microsoft.com/office/drawing/2014/main" id="{6236A9BF-70E9-4520-A558-9E3283DE3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1990" y="196432"/>
            <a:ext cx="2048020" cy="260818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1591689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D3E3E4B-69B6-48C6-B51A-276A7F6282CA}"/>
              </a:ext>
            </a:extLst>
          </p:cNvPr>
          <p:cNvSpPr>
            <a:spLocks noGrp="1"/>
          </p:cNvSpPr>
          <p:nvPr>
            <p:ph type="body" sz="quarter" idx="13"/>
          </p:nvPr>
        </p:nvSpPr>
        <p:spPr>
          <a:xfrm>
            <a:off x="3418173" y="5493190"/>
            <a:ext cx="6728178" cy="332399"/>
          </a:xfrm>
        </p:spPr>
        <p:txBody>
          <a:bodyPr/>
          <a:lstStyle/>
          <a:p>
            <a:r>
              <a:rPr lang="en-US" dirty="0">
                <a:solidFill>
                  <a:schemeClr val="tx1"/>
                </a:solidFill>
              </a:rPr>
              <a:t>Dr. H. </a:t>
            </a:r>
            <a:r>
              <a:rPr lang="en-US" dirty="0" err="1">
                <a:solidFill>
                  <a:schemeClr val="tx1"/>
                </a:solidFill>
              </a:rPr>
              <a:t>Yasardin</a:t>
            </a:r>
            <a:r>
              <a:rPr lang="en-US" dirty="0">
                <a:solidFill>
                  <a:schemeClr val="tx1"/>
                </a:solidFill>
              </a:rPr>
              <a:t>, S.H., </a:t>
            </a:r>
            <a:r>
              <a:rPr lang="en-US" dirty="0" err="1">
                <a:solidFill>
                  <a:schemeClr val="tx1"/>
                </a:solidFill>
              </a:rPr>
              <a:t>M.Hum</a:t>
            </a:r>
            <a:r>
              <a:rPr lang="en-US" dirty="0">
                <a:solidFill>
                  <a:schemeClr val="tx1"/>
                </a:solidFill>
              </a:rPr>
              <a:t>.</a:t>
            </a:r>
          </a:p>
        </p:txBody>
      </p:sp>
      <p:sp>
        <p:nvSpPr>
          <p:cNvPr id="9" name="Text Placeholder 8">
            <a:extLst>
              <a:ext uri="{FF2B5EF4-FFF2-40B4-BE49-F238E27FC236}">
                <a16:creationId xmlns:a16="http://schemas.microsoft.com/office/drawing/2014/main" id="{98974A1B-1B5E-46FC-9F06-C920597C271D}"/>
              </a:ext>
            </a:extLst>
          </p:cNvPr>
          <p:cNvSpPr>
            <a:spLocks noGrp="1"/>
          </p:cNvSpPr>
          <p:nvPr>
            <p:ph type="body" sz="quarter" idx="14"/>
          </p:nvPr>
        </p:nvSpPr>
        <p:spPr>
          <a:xfrm>
            <a:off x="3428564" y="5752852"/>
            <a:ext cx="6728178" cy="332399"/>
          </a:xfrm>
        </p:spPr>
        <p:txBody>
          <a:bodyPr>
            <a:normAutofit/>
          </a:bodyPr>
          <a:lstStyle/>
          <a:p>
            <a:r>
              <a:rPr lang="en-US" sz="2000" i="1" dirty="0">
                <a:solidFill>
                  <a:schemeClr val="accent2"/>
                </a:solidFill>
              </a:rPr>
              <a:t>Hakim Agung </a:t>
            </a:r>
            <a:r>
              <a:rPr lang="en-US" sz="2000" i="1" dirty="0" err="1">
                <a:solidFill>
                  <a:schemeClr val="accent2"/>
                </a:solidFill>
              </a:rPr>
              <a:t>Mahkamah</a:t>
            </a:r>
            <a:r>
              <a:rPr lang="en-US" sz="2000" i="1" dirty="0">
                <a:solidFill>
                  <a:schemeClr val="accent2"/>
                </a:solidFill>
              </a:rPr>
              <a:t> Agung RI</a:t>
            </a:r>
          </a:p>
        </p:txBody>
      </p:sp>
      <p:pic>
        <p:nvPicPr>
          <p:cNvPr id="18" name="Picture Placeholder 17">
            <a:extLst>
              <a:ext uri="{FF2B5EF4-FFF2-40B4-BE49-F238E27FC236}">
                <a16:creationId xmlns:a16="http://schemas.microsoft.com/office/drawing/2014/main" id="{6F6C82AF-31FB-4582-B80A-D2225B71A31B}"/>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9924" b="9924"/>
          <a:stretch>
            <a:fillRect/>
          </a:stretch>
        </p:blipFill>
        <p:spPr>
          <a:xfrm>
            <a:off x="1651135" y="4559470"/>
            <a:ext cx="1635715" cy="163953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4" name="Picture 23">
            <a:extLst>
              <a:ext uri="{FF2B5EF4-FFF2-40B4-BE49-F238E27FC236}">
                <a16:creationId xmlns:a16="http://schemas.microsoft.com/office/drawing/2014/main" id="{AC914C60-0EC5-4F95-87EA-8E193A596B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0" name="Picture Placeholder 29">
            <a:extLst>
              <a:ext uri="{FF2B5EF4-FFF2-40B4-BE49-F238E27FC236}">
                <a16:creationId xmlns:a16="http://schemas.microsoft.com/office/drawing/2014/main" id="{4FD4C8C1-49D6-42AB-8CAF-00C70FDB342C}"/>
              </a:ext>
            </a:extLst>
          </p:cNvPr>
          <p:cNvPicPr>
            <a:picLocks noGrp="1" noChangeAspect="1"/>
          </p:cNvPicPr>
          <p:nvPr>
            <p:ph type="pic" sz="quarter" idx="17"/>
          </p:nvPr>
        </p:nvPicPr>
        <p:blipFill>
          <a:blip r:embed="rId5">
            <a:extLst>
              <a:ext uri="{28A0092B-C50C-407E-A947-70E740481C1C}">
                <a14:useLocalDpi xmlns:a14="http://schemas.microsoft.com/office/drawing/2010/main" val="0"/>
              </a:ext>
            </a:extLst>
          </a:blip>
          <a:srcRect t="4671" b="4671"/>
          <a:stretch>
            <a:fillRect/>
          </a:stretch>
        </p:blipFill>
        <p:spPr/>
      </p:pic>
      <p:sp>
        <p:nvSpPr>
          <p:cNvPr id="4" name="Title 3">
            <a:extLst>
              <a:ext uri="{FF2B5EF4-FFF2-40B4-BE49-F238E27FC236}">
                <a16:creationId xmlns:a16="http://schemas.microsoft.com/office/drawing/2014/main" id="{AF0BEA00-27F3-4873-8C20-F88869E10B1D}"/>
              </a:ext>
            </a:extLst>
          </p:cNvPr>
          <p:cNvSpPr>
            <a:spLocks noGrp="1"/>
          </p:cNvSpPr>
          <p:nvPr>
            <p:ph type="title"/>
          </p:nvPr>
        </p:nvSpPr>
        <p:spPr>
          <a:xfrm>
            <a:off x="783111" y="1073975"/>
            <a:ext cx="8132288" cy="1825089"/>
          </a:xfrm>
        </p:spPr>
        <p:txBody>
          <a:bodyPr>
            <a:normAutofit/>
          </a:bodyPr>
          <a:lstStyle/>
          <a:p>
            <a:pPr algn="ctr"/>
            <a:r>
              <a:rPr lang="en-US" dirty="0">
                <a:solidFill>
                  <a:schemeClr val="tx1"/>
                </a:solidFill>
              </a:rPr>
              <a:t>PROBLEMATIKA P</a:t>
            </a:r>
            <a:r>
              <a:rPr lang="en-US" dirty="0">
                <a:solidFill>
                  <a:schemeClr val="bg1"/>
                </a:solidFill>
              </a:rPr>
              <a:t>EMBUKTIAN </a:t>
            </a:r>
            <a:r>
              <a:rPr lang="en-US" dirty="0">
                <a:solidFill>
                  <a:schemeClr val="tx1"/>
                </a:solidFill>
              </a:rPr>
              <a:t>DAN PENGGALIA</a:t>
            </a:r>
            <a:r>
              <a:rPr lang="en-US" dirty="0">
                <a:solidFill>
                  <a:schemeClr val="bg1"/>
                </a:solidFill>
              </a:rPr>
              <a:t>N FAKTA </a:t>
            </a:r>
            <a:r>
              <a:rPr lang="en-US" dirty="0">
                <a:solidFill>
                  <a:schemeClr val="tx1"/>
                </a:solidFill>
              </a:rPr>
              <a:t>PERKARA WA</a:t>
            </a:r>
            <a:r>
              <a:rPr lang="en-US" dirty="0">
                <a:solidFill>
                  <a:schemeClr val="bg1"/>
                </a:solidFill>
              </a:rPr>
              <a:t>RIS</a:t>
            </a:r>
          </a:p>
        </p:txBody>
      </p:sp>
      <p:pic>
        <p:nvPicPr>
          <p:cNvPr id="31" name="Picture 30">
            <a:extLst>
              <a:ext uri="{FF2B5EF4-FFF2-40B4-BE49-F238E27FC236}">
                <a16:creationId xmlns:a16="http://schemas.microsoft.com/office/drawing/2014/main" id="{92A9597F-37F7-49D2-BA7B-FD1AEC8227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55214" y="4423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105760221"/>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3DF2FBC6-CA95-47B7-86B1-27542B8FF3D8}"/>
              </a:ext>
            </a:extLst>
          </p:cNvPr>
          <p:cNvSpPr>
            <a:spLocks noGrp="1"/>
          </p:cNvSpPr>
          <p:nvPr>
            <p:ph type="title"/>
          </p:nvPr>
        </p:nvSpPr>
        <p:spPr>
          <a:xfrm>
            <a:off x="4961283" y="1222614"/>
            <a:ext cx="7012543" cy="1239897"/>
          </a:xfrm>
        </p:spPr>
        <p:txBody>
          <a:bodyPr>
            <a:normAutofit/>
          </a:bodyPr>
          <a:lstStyle/>
          <a:p>
            <a:pPr algn="ctr"/>
            <a:r>
              <a:rPr lang="en-US" sz="3600" dirty="0" err="1"/>
              <a:t>Kedudukan</a:t>
            </a:r>
            <a:r>
              <a:rPr lang="en-US" sz="3600" dirty="0"/>
              <a:t> </a:t>
            </a:r>
            <a:r>
              <a:rPr lang="en-US" sz="3600" dirty="0" err="1"/>
              <a:t>Peradilan</a:t>
            </a:r>
            <a:r>
              <a:rPr lang="en-US" sz="3600" dirty="0"/>
              <a:t> Agama </a:t>
            </a:r>
            <a:r>
              <a:rPr lang="en-US" sz="3600" dirty="0" err="1"/>
              <a:t>Dalam</a:t>
            </a:r>
            <a:r>
              <a:rPr lang="en-US" sz="3600" dirty="0"/>
              <a:t> </a:t>
            </a:r>
            <a:r>
              <a:rPr lang="en-US" sz="3600" dirty="0" err="1"/>
              <a:t>Konstitusi</a:t>
            </a:r>
            <a:endParaRPr lang="en-US" sz="3600" dirty="0"/>
          </a:p>
        </p:txBody>
      </p:sp>
      <p:sp>
        <p:nvSpPr>
          <p:cNvPr id="28" name="Text Placeholder 27">
            <a:extLst>
              <a:ext uri="{FF2B5EF4-FFF2-40B4-BE49-F238E27FC236}">
                <a16:creationId xmlns:a16="http://schemas.microsoft.com/office/drawing/2014/main" id="{EE53BE28-7FF4-48E9-BEC1-8999F4C674FE}"/>
              </a:ext>
            </a:extLst>
          </p:cNvPr>
          <p:cNvSpPr>
            <a:spLocks noGrp="1"/>
          </p:cNvSpPr>
          <p:nvPr>
            <p:ph type="body" sz="quarter" idx="14"/>
          </p:nvPr>
        </p:nvSpPr>
        <p:spPr>
          <a:xfrm>
            <a:off x="5117389" y="2979417"/>
            <a:ext cx="6670228" cy="3130438"/>
          </a:xfrm>
        </p:spPr>
        <p:txBody>
          <a:bodyPr>
            <a:normAutofit fontScale="40000" lnSpcReduction="20000"/>
          </a:bodyPr>
          <a:lstStyle/>
          <a:p>
            <a:pPr algn="ctr"/>
            <a:r>
              <a:rPr lang="en-ID" sz="6000" dirty="0" err="1">
                <a:solidFill>
                  <a:srgbClr val="242424"/>
                </a:solidFill>
                <a:latin typeface="Arial" panose="020B0604020202020204" pitchFamily="34" charset="0"/>
              </a:rPr>
              <a:t>Kekuasaan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kehakiman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dilakukan</a:t>
            </a:r>
            <a:r>
              <a:rPr lang="en-ID" sz="6000" dirty="0">
                <a:solidFill>
                  <a:srgbClr val="242424"/>
                </a:solidFill>
                <a:latin typeface="Arial" panose="020B0604020202020204" pitchFamily="34" charset="0"/>
              </a:rPr>
              <a:t> oleh </a:t>
            </a:r>
            <a:r>
              <a:rPr lang="en-ID" sz="6000" dirty="0" err="1">
                <a:solidFill>
                  <a:srgbClr val="242424"/>
                </a:solidFill>
                <a:latin typeface="Arial" panose="020B0604020202020204" pitchFamily="34" charset="0"/>
              </a:rPr>
              <a:t>sebuah</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Mahkamah</a:t>
            </a:r>
            <a:r>
              <a:rPr lang="en-ID" sz="6000" dirty="0">
                <a:solidFill>
                  <a:srgbClr val="242424"/>
                </a:solidFill>
                <a:latin typeface="Arial" panose="020B0604020202020204" pitchFamily="34" charset="0"/>
              </a:rPr>
              <a:t> Agung dan badan </a:t>
            </a:r>
            <a:r>
              <a:rPr lang="en-ID" sz="6000" dirty="0" err="1">
                <a:solidFill>
                  <a:srgbClr val="242424"/>
                </a:solidFill>
                <a:latin typeface="Arial" panose="020B0604020202020204" pitchFamily="34" charset="0"/>
              </a:rPr>
              <a:t>peradilan</a:t>
            </a:r>
            <a:r>
              <a:rPr lang="en-ID" sz="6000" dirty="0">
                <a:solidFill>
                  <a:srgbClr val="242424"/>
                </a:solidFill>
                <a:latin typeface="Arial" panose="020B0604020202020204" pitchFamily="34" charset="0"/>
              </a:rPr>
              <a:t> yang </a:t>
            </a:r>
            <a:r>
              <a:rPr lang="en-ID" sz="6000" dirty="0" err="1">
                <a:solidFill>
                  <a:srgbClr val="242424"/>
                </a:solidFill>
                <a:latin typeface="Arial" panose="020B0604020202020204" pitchFamily="34" charset="0"/>
              </a:rPr>
              <a:t>berada</a:t>
            </a:r>
            <a:r>
              <a:rPr lang="en-ID" sz="6000" dirty="0">
                <a:solidFill>
                  <a:srgbClr val="242424"/>
                </a:solidFill>
                <a:latin typeface="Arial" panose="020B0604020202020204" pitchFamily="34" charset="0"/>
              </a:rPr>
              <a:t> di </a:t>
            </a:r>
            <a:r>
              <a:rPr lang="en-ID" sz="6000" dirty="0" err="1">
                <a:solidFill>
                  <a:srgbClr val="242424"/>
                </a:solidFill>
                <a:latin typeface="Arial" panose="020B0604020202020204" pitchFamily="34" charset="0"/>
              </a:rPr>
              <a:t>bawahnya</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dalam</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lingkungan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peradilan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umum</a:t>
            </a:r>
            <a:r>
              <a:rPr lang="en-ID" sz="6000" dirty="0">
                <a:solidFill>
                  <a:srgbClr val="242424"/>
                </a:solidFill>
                <a:latin typeface="Arial" panose="020B0604020202020204" pitchFamily="34" charset="0"/>
              </a:rPr>
              <a:t>, </a:t>
            </a:r>
            <a:r>
              <a:rPr lang="en-ID" sz="6000" b="1" dirty="0" err="1">
                <a:solidFill>
                  <a:srgbClr val="242424"/>
                </a:solidFill>
                <a:latin typeface="Arial" panose="020B0604020202020204" pitchFamily="34" charset="0"/>
              </a:rPr>
              <a:t>lingkungan</a:t>
            </a:r>
            <a:r>
              <a:rPr lang="en-ID" sz="6000" b="1" dirty="0">
                <a:solidFill>
                  <a:srgbClr val="242424"/>
                </a:solidFill>
                <a:latin typeface="Arial" panose="020B0604020202020204" pitchFamily="34" charset="0"/>
              </a:rPr>
              <a:t> </a:t>
            </a:r>
            <a:r>
              <a:rPr lang="en-ID" sz="6000" b="1" dirty="0" err="1">
                <a:solidFill>
                  <a:srgbClr val="242424"/>
                </a:solidFill>
                <a:latin typeface="Arial" panose="020B0604020202020204" pitchFamily="34" charset="0"/>
              </a:rPr>
              <a:t>peradilan</a:t>
            </a:r>
            <a:r>
              <a:rPr lang="en-ID" sz="6000" b="1" dirty="0">
                <a:solidFill>
                  <a:srgbClr val="242424"/>
                </a:solidFill>
                <a:latin typeface="Arial" panose="020B0604020202020204" pitchFamily="34" charset="0"/>
              </a:rPr>
              <a:t> agama</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lingkungan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peradilan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militer</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lingkungan</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peradilan</a:t>
            </a:r>
            <a:r>
              <a:rPr lang="en-ID" sz="6000" dirty="0">
                <a:solidFill>
                  <a:srgbClr val="242424"/>
                </a:solidFill>
                <a:latin typeface="Arial" panose="020B0604020202020204" pitchFamily="34" charset="0"/>
              </a:rPr>
              <a:t> tata </a:t>
            </a:r>
            <a:r>
              <a:rPr lang="en-ID" sz="6000" dirty="0" err="1">
                <a:solidFill>
                  <a:srgbClr val="242424"/>
                </a:solidFill>
                <a:latin typeface="Arial" panose="020B0604020202020204" pitchFamily="34" charset="0"/>
              </a:rPr>
              <a:t>usaha</a:t>
            </a:r>
            <a:r>
              <a:rPr lang="en-ID" sz="6000" dirty="0">
                <a:solidFill>
                  <a:srgbClr val="242424"/>
                </a:solidFill>
                <a:latin typeface="Arial" panose="020B0604020202020204" pitchFamily="34" charset="0"/>
              </a:rPr>
              <a:t> negara, dan oleh </a:t>
            </a:r>
            <a:r>
              <a:rPr lang="en-ID" sz="6000" dirty="0" err="1">
                <a:solidFill>
                  <a:srgbClr val="242424"/>
                </a:solidFill>
                <a:latin typeface="Arial" panose="020B0604020202020204" pitchFamily="34" charset="0"/>
              </a:rPr>
              <a:t>sebuah</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Mahkamah</a:t>
            </a:r>
            <a:r>
              <a:rPr lang="en-ID" sz="6000" dirty="0">
                <a:solidFill>
                  <a:srgbClr val="242424"/>
                </a:solidFill>
                <a:latin typeface="Arial" panose="020B0604020202020204" pitchFamily="34" charset="0"/>
              </a:rPr>
              <a:t> </a:t>
            </a:r>
            <a:r>
              <a:rPr lang="en-ID" sz="6000" dirty="0" err="1">
                <a:solidFill>
                  <a:srgbClr val="242424"/>
                </a:solidFill>
                <a:latin typeface="Arial" panose="020B0604020202020204" pitchFamily="34" charset="0"/>
              </a:rPr>
              <a:t>Konstitusi</a:t>
            </a:r>
            <a:r>
              <a:rPr lang="en-ID" sz="6000" dirty="0">
                <a:solidFill>
                  <a:srgbClr val="242424"/>
                </a:solidFill>
                <a:latin typeface="Arial" panose="020B0604020202020204" pitchFamily="34" charset="0"/>
              </a:rPr>
              <a:t>.</a:t>
            </a:r>
          </a:p>
          <a:p>
            <a:pPr algn="ctr"/>
            <a:r>
              <a:rPr lang="en-ID" sz="6000" dirty="0">
                <a:solidFill>
                  <a:srgbClr val="242424"/>
                </a:solidFill>
                <a:latin typeface="Arial" panose="020B0604020202020204" pitchFamily="34" charset="0"/>
              </a:rPr>
              <a:t>(</a:t>
            </a:r>
            <a:r>
              <a:rPr lang="en-ID" sz="6000" dirty="0" err="1">
                <a:solidFill>
                  <a:srgbClr val="C00000"/>
                </a:solidFill>
                <a:latin typeface="Arial" panose="020B0604020202020204" pitchFamily="34" charset="0"/>
              </a:rPr>
              <a:t>Pasal</a:t>
            </a:r>
            <a:r>
              <a:rPr lang="en-ID" sz="6000" dirty="0">
                <a:solidFill>
                  <a:srgbClr val="C00000"/>
                </a:solidFill>
                <a:latin typeface="Arial" panose="020B0604020202020204" pitchFamily="34" charset="0"/>
              </a:rPr>
              <a:t> 24 (2) UUD 1945</a:t>
            </a:r>
            <a:r>
              <a:rPr lang="en-ID" sz="6000" dirty="0">
                <a:solidFill>
                  <a:srgbClr val="242424"/>
                </a:solidFill>
                <a:latin typeface="Arial" panose="020B0604020202020204" pitchFamily="34" charset="0"/>
              </a:rPr>
              <a:t>)</a:t>
            </a:r>
            <a:endParaRPr lang="en-US" sz="6000" dirty="0">
              <a:solidFill>
                <a:srgbClr val="242424"/>
              </a:solidFill>
              <a:latin typeface="Bookman Old Style" panose="02050604050505020204" pitchFamily="18" charset="0"/>
            </a:endParaRPr>
          </a:p>
          <a:p>
            <a:pPr algn="ctr"/>
            <a:endParaRPr lang="en-US" sz="1800" dirty="0"/>
          </a:p>
        </p:txBody>
      </p:sp>
      <p:pic>
        <p:nvPicPr>
          <p:cNvPr id="12" name="Picture 11">
            <a:extLst>
              <a:ext uri="{FF2B5EF4-FFF2-40B4-BE49-F238E27FC236}">
                <a16:creationId xmlns:a16="http://schemas.microsoft.com/office/drawing/2014/main" id="{738721BF-8C29-44DF-933B-C427BBE327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Placeholder 18">
            <a:extLst>
              <a:ext uri="{FF2B5EF4-FFF2-40B4-BE49-F238E27FC236}">
                <a16:creationId xmlns:a16="http://schemas.microsoft.com/office/drawing/2014/main" id="{6910AC93-983B-4984-ADD6-DDC766705293}"/>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8938" r="28938"/>
          <a:stretch>
            <a:fillRect/>
          </a:stretch>
        </p:blipFill>
        <p: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9650628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8B463C4A-6F44-48D5-B09D-809DEC1DBE59}"/>
              </a:ext>
            </a:extLst>
          </p:cNvPr>
          <p:cNvSpPr>
            <a:spLocks noGrp="1"/>
          </p:cNvSpPr>
          <p:nvPr>
            <p:ph type="body" sz="quarter" idx="17"/>
          </p:nvPr>
        </p:nvSpPr>
        <p:spPr>
          <a:xfrm>
            <a:off x="890297" y="2309716"/>
            <a:ext cx="5257800" cy="4518596"/>
          </a:xfrm>
        </p:spPr>
        <p:txBody>
          <a:bodyPr>
            <a:normAutofit fontScale="92500" lnSpcReduction="10000"/>
          </a:bodyPr>
          <a:lstStyle/>
          <a:p>
            <a:pPr algn="ctr">
              <a:lnSpc>
                <a:spcPct val="120000"/>
              </a:lnSpc>
              <a:spcBef>
                <a:spcPts val="600"/>
              </a:spcBef>
            </a:pPr>
            <a:r>
              <a:rPr lang="en-US" b="1" dirty="0"/>
              <a:t>PERKAWINAN</a:t>
            </a:r>
          </a:p>
          <a:p>
            <a:pPr algn="ctr">
              <a:lnSpc>
                <a:spcPct val="120000"/>
              </a:lnSpc>
              <a:spcBef>
                <a:spcPts val="600"/>
              </a:spcBef>
            </a:pPr>
            <a:r>
              <a:rPr lang="en-US" b="1" dirty="0">
                <a:solidFill>
                  <a:srgbClr val="C00000"/>
                </a:solidFill>
                <a:latin typeface="Segoe UI" panose="020B0502040204020203" pitchFamily="34" charset="0"/>
                <a:cs typeface="Segoe UI" panose="020B0502040204020203" pitchFamily="34" charset="0"/>
              </a:rPr>
              <a:t>WARIS</a:t>
            </a:r>
          </a:p>
          <a:p>
            <a:pPr algn="ctr">
              <a:lnSpc>
                <a:spcPct val="120000"/>
              </a:lnSpc>
              <a:spcBef>
                <a:spcPts val="600"/>
              </a:spcBef>
            </a:pPr>
            <a:r>
              <a:rPr lang="en-US" b="1" dirty="0"/>
              <a:t>WASIAT</a:t>
            </a:r>
          </a:p>
          <a:p>
            <a:pPr algn="ctr">
              <a:lnSpc>
                <a:spcPct val="120000"/>
              </a:lnSpc>
              <a:spcBef>
                <a:spcPts val="600"/>
              </a:spcBef>
            </a:pPr>
            <a:r>
              <a:rPr lang="en-US" b="1" dirty="0">
                <a:latin typeface="Segoe UI" panose="020B0502040204020203" pitchFamily="34" charset="0"/>
                <a:cs typeface="Segoe UI" panose="020B0502040204020203" pitchFamily="34" charset="0"/>
              </a:rPr>
              <a:t>HIBAH</a:t>
            </a:r>
          </a:p>
          <a:p>
            <a:pPr algn="ctr">
              <a:lnSpc>
                <a:spcPct val="120000"/>
              </a:lnSpc>
              <a:spcBef>
                <a:spcPts val="600"/>
              </a:spcBef>
            </a:pPr>
            <a:r>
              <a:rPr lang="en-US" b="1" dirty="0"/>
              <a:t>WAKAF</a:t>
            </a:r>
          </a:p>
          <a:p>
            <a:pPr algn="ctr">
              <a:lnSpc>
                <a:spcPct val="120000"/>
              </a:lnSpc>
              <a:spcBef>
                <a:spcPts val="600"/>
              </a:spcBef>
            </a:pPr>
            <a:r>
              <a:rPr lang="en-US" b="1" dirty="0">
                <a:latin typeface="Segoe UI" panose="020B0502040204020203" pitchFamily="34" charset="0"/>
                <a:cs typeface="Segoe UI" panose="020B0502040204020203" pitchFamily="34" charset="0"/>
              </a:rPr>
              <a:t>ZAKAT</a:t>
            </a:r>
          </a:p>
          <a:p>
            <a:pPr algn="ctr">
              <a:lnSpc>
                <a:spcPct val="120000"/>
              </a:lnSpc>
              <a:spcBef>
                <a:spcPts val="600"/>
              </a:spcBef>
            </a:pPr>
            <a:r>
              <a:rPr lang="en-US" b="1" dirty="0"/>
              <a:t>INFAQ</a:t>
            </a:r>
          </a:p>
          <a:p>
            <a:pPr algn="ctr">
              <a:lnSpc>
                <a:spcPct val="120000"/>
              </a:lnSpc>
              <a:spcBef>
                <a:spcPts val="600"/>
              </a:spcBef>
            </a:pPr>
            <a:r>
              <a:rPr lang="en-US" b="1" dirty="0">
                <a:latin typeface="Segoe UI" panose="020B0502040204020203" pitchFamily="34" charset="0"/>
                <a:cs typeface="Segoe UI" panose="020B0502040204020203" pitchFamily="34" charset="0"/>
              </a:rPr>
              <a:t>SEDEKAH</a:t>
            </a:r>
          </a:p>
          <a:p>
            <a:pPr algn="ctr">
              <a:lnSpc>
                <a:spcPct val="120000"/>
              </a:lnSpc>
              <a:spcBef>
                <a:spcPts val="600"/>
              </a:spcBef>
            </a:pPr>
            <a:r>
              <a:rPr lang="en-US" b="1" dirty="0"/>
              <a:t>EKONOMI SYARIAH</a:t>
            </a:r>
            <a:endParaRPr lang="id-ID" b="1" dirty="0"/>
          </a:p>
          <a:p>
            <a:pPr marL="0" indent="0" algn="ctr">
              <a:lnSpc>
                <a:spcPct val="120000"/>
              </a:lnSpc>
              <a:spcBef>
                <a:spcPts val="600"/>
              </a:spcBef>
              <a:buNone/>
            </a:pPr>
            <a:r>
              <a:rPr lang="id-ID" sz="2200" b="1" dirty="0">
                <a:latin typeface="Segoe UI" panose="020B0502040204020203" pitchFamily="34" charset="0"/>
                <a:cs typeface="Segoe UI" panose="020B0502040204020203" pitchFamily="34" charset="0"/>
              </a:rPr>
              <a:t>(</a:t>
            </a:r>
            <a:r>
              <a:rPr lang="id-ID" sz="2200" b="1" i="1" dirty="0" err="1">
                <a:solidFill>
                  <a:schemeClr val="accent1"/>
                </a:solidFill>
                <a:latin typeface="Segoe UI" panose="020B0502040204020203" pitchFamily="34" charset="0"/>
                <a:cs typeface="Segoe UI" panose="020B0502040204020203" pitchFamily="34" charset="0"/>
              </a:rPr>
              <a:t>Ps</a:t>
            </a:r>
            <a:r>
              <a:rPr lang="id-ID" sz="2200" b="1" i="1" dirty="0">
                <a:solidFill>
                  <a:schemeClr val="accent1"/>
                </a:solidFill>
                <a:latin typeface="Segoe UI" panose="020B0502040204020203" pitchFamily="34" charset="0"/>
                <a:cs typeface="Segoe UI" panose="020B0502040204020203" pitchFamily="34" charset="0"/>
              </a:rPr>
              <a:t>. 49 UU No. 7</a:t>
            </a:r>
            <a:r>
              <a:rPr lang="en-US" sz="2200" b="1" i="1" dirty="0">
                <a:solidFill>
                  <a:schemeClr val="accent1"/>
                </a:solidFill>
                <a:latin typeface="Segoe UI" panose="020B0502040204020203" pitchFamily="34" charset="0"/>
                <a:cs typeface="Segoe UI" panose="020B0502040204020203" pitchFamily="34" charset="0"/>
              </a:rPr>
              <a:t>/</a:t>
            </a:r>
            <a:r>
              <a:rPr lang="id-ID" sz="2200" b="1" i="1" dirty="0">
                <a:solidFill>
                  <a:schemeClr val="accent1"/>
                </a:solidFill>
                <a:latin typeface="Segoe UI" panose="020B0502040204020203" pitchFamily="34" charset="0"/>
                <a:cs typeface="Segoe UI" panose="020B0502040204020203" pitchFamily="34" charset="0"/>
              </a:rPr>
              <a:t>1989</a:t>
            </a:r>
            <a:r>
              <a:rPr lang="en-US" sz="2200" b="1" i="1" dirty="0">
                <a:solidFill>
                  <a:schemeClr val="accent1"/>
                </a:solidFill>
                <a:latin typeface="Segoe UI" panose="020B0502040204020203" pitchFamily="34" charset="0"/>
                <a:cs typeface="Segoe UI" panose="020B0502040204020203" pitchFamily="34" charset="0"/>
              </a:rPr>
              <a:t> jo. UU No. 3/2006</a:t>
            </a:r>
            <a:r>
              <a:rPr lang="id-ID" sz="2200" b="1" dirty="0">
                <a:latin typeface="Segoe UI" panose="020B0502040204020203" pitchFamily="34" charset="0"/>
                <a:cs typeface="Segoe UI" panose="020B0502040204020203" pitchFamily="34" charset="0"/>
              </a:rPr>
              <a:t>)</a:t>
            </a:r>
            <a:endParaRPr lang="en-US" sz="2200" b="1" dirty="0">
              <a:latin typeface="Segoe UI" panose="020B0502040204020203" pitchFamily="34" charset="0"/>
              <a:cs typeface="Segoe UI" panose="020B0502040204020203" pitchFamily="34" charset="0"/>
            </a:endParaRPr>
          </a:p>
        </p:txBody>
      </p:sp>
      <p:sp>
        <p:nvSpPr>
          <p:cNvPr id="2" name="Text Placeholder 1"/>
          <p:cNvSpPr>
            <a:spLocks noGrp="1"/>
          </p:cNvSpPr>
          <p:nvPr>
            <p:ph type="body" sz="quarter" idx="14"/>
          </p:nvPr>
        </p:nvSpPr>
        <p:spPr>
          <a:xfrm>
            <a:off x="1223804" y="1168666"/>
            <a:ext cx="6718539" cy="782287"/>
          </a:xfrm>
        </p:spPr>
        <p:txBody>
          <a:bodyPr>
            <a:normAutofit fontScale="70000" lnSpcReduction="20000"/>
          </a:bodyPr>
          <a:lstStyle/>
          <a:p>
            <a:pPr marL="0" indent="0" algn="ctr">
              <a:buNone/>
            </a:pPr>
            <a:r>
              <a:rPr lang="en-US" sz="2800" dirty="0" err="1">
                <a:solidFill>
                  <a:schemeClr val="tx1"/>
                </a:solidFill>
              </a:rPr>
              <a:t>Pengadilan</a:t>
            </a:r>
            <a:r>
              <a:rPr lang="en-US" sz="2800" dirty="0">
                <a:solidFill>
                  <a:schemeClr val="tx1"/>
                </a:solidFill>
              </a:rPr>
              <a:t> Agama </a:t>
            </a:r>
            <a:r>
              <a:rPr lang="en-US" sz="2800" dirty="0" err="1">
                <a:solidFill>
                  <a:schemeClr val="tx1"/>
                </a:solidFill>
              </a:rPr>
              <a:t>Bertugas</a:t>
            </a:r>
            <a:r>
              <a:rPr lang="en-US" sz="2800" dirty="0">
                <a:solidFill>
                  <a:schemeClr val="tx1"/>
                </a:solidFill>
              </a:rPr>
              <a:t> dan </a:t>
            </a:r>
            <a:r>
              <a:rPr lang="en-US" sz="2800" dirty="0" err="1">
                <a:solidFill>
                  <a:schemeClr val="tx1"/>
                </a:solidFill>
              </a:rPr>
              <a:t>Berwenang</a:t>
            </a:r>
            <a:r>
              <a:rPr lang="en-US" sz="2800" dirty="0">
                <a:solidFill>
                  <a:schemeClr val="tx1"/>
                </a:solidFill>
              </a:rPr>
              <a:t> </a:t>
            </a:r>
            <a:r>
              <a:rPr lang="en-US" sz="2800" dirty="0" err="1">
                <a:solidFill>
                  <a:schemeClr val="tx1"/>
                </a:solidFill>
              </a:rPr>
              <a:t>memeriksa</a:t>
            </a:r>
            <a:r>
              <a:rPr lang="en-US" sz="2800" dirty="0">
                <a:solidFill>
                  <a:schemeClr val="tx1"/>
                </a:solidFill>
              </a:rPr>
              <a:t>, </a:t>
            </a:r>
            <a:r>
              <a:rPr lang="en-US" sz="2800" dirty="0" err="1">
                <a:solidFill>
                  <a:schemeClr val="tx1"/>
                </a:solidFill>
              </a:rPr>
              <a:t>memutus</a:t>
            </a:r>
            <a:r>
              <a:rPr lang="en-US" sz="2800" dirty="0">
                <a:solidFill>
                  <a:schemeClr val="tx1"/>
                </a:solidFill>
              </a:rPr>
              <a:t>, dan </a:t>
            </a:r>
            <a:r>
              <a:rPr lang="en-US" sz="2800" dirty="0" err="1">
                <a:solidFill>
                  <a:schemeClr val="tx1"/>
                </a:solidFill>
              </a:rPr>
              <a:t>menyelesaikan</a:t>
            </a:r>
            <a:r>
              <a:rPr lang="en-US" sz="2800" dirty="0">
                <a:solidFill>
                  <a:schemeClr val="tx1"/>
                </a:solidFill>
              </a:rPr>
              <a:t> </a:t>
            </a:r>
            <a:r>
              <a:rPr lang="en-US" sz="2800" dirty="0" err="1">
                <a:solidFill>
                  <a:schemeClr val="tx1"/>
                </a:solidFill>
              </a:rPr>
              <a:t>perkara</a:t>
            </a:r>
            <a:r>
              <a:rPr lang="en-US" sz="2800" dirty="0">
                <a:solidFill>
                  <a:schemeClr val="tx1"/>
                </a:solidFill>
              </a:rPr>
              <a:t> di </a:t>
            </a:r>
            <a:r>
              <a:rPr lang="en-US" sz="2800" dirty="0" err="1">
                <a:solidFill>
                  <a:schemeClr val="tx1"/>
                </a:solidFill>
              </a:rPr>
              <a:t>tingkat</a:t>
            </a:r>
            <a:r>
              <a:rPr lang="en-US" sz="2800" dirty="0">
                <a:solidFill>
                  <a:schemeClr val="tx1"/>
                </a:solidFill>
              </a:rPr>
              <a:t> </a:t>
            </a:r>
            <a:r>
              <a:rPr lang="en-US" sz="2800" dirty="0" err="1">
                <a:solidFill>
                  <a:schemeClr val="tx1"/>
                </a:solidFill>
              </a:rPr>
              <a:t>pertama</a:t>
            </a:r>
            <a:r>
              <a:rPr lang="en-US" sz="2800" dirty="0">
                <a:solidFill>
                  <a:schemeClr val="tx1"/>
                </a:solidFill>
              </a:rPr>
              <a:t> </a:t>
            </a:r>
            <a:r>
              <a:rPr lang="en-US" sz="2800" dirty="0" err="1">
                <a:solidFill>
                  <a:schemeClr val="tx1"/>
                </a:solidFill>
              </a:rPr>
              <a:t>antara</a:t>
            </a:r>
            <a:r>
              <a:rPr lang="en-US" sz="2800" dirty="0">
                <a:solidFill>
                  <a:schemeClr val="tx1"/>
                </a:solidFill>
              </a:rPr>
              <a:t> orang-orang yang </a:t>
            </a:r>
            <a:r>
              <a:rPr lang="en-US" sz="2800" dirty="0" err="1">
                <a:solidFill>
                  <a:schemeClr val="tx1"/>
                </a:solidFill>
              </a:rPr>
              <a:t>beragama</a:t>
            </a:r>
            <a:r>
              <a:rPr lang="en-US" sz="2800" dirty="0">
                <a:solidFill>
                  <a:schemeClr val="tx1"/>
                </a:solidFill>
              </a:rPr>
              <a:t> Islam di </a:t>
            </a:r>
            <a:r>
              <a:rPr lang="en-US" sz="2800" dirty="0" err="1">
                <a:solidFill>
                  <a:schemeClr val="tx1"/>
                </a:solidFill>
              </a:rPr>
              <a:t>bidang</a:t>
            </a:r>
            <a:r>
              <a:rPr lang="en-US" sz="2800" dirty="0">
                <a:solidFill>
                  <a:schemeClr val="tx1"/>
                </a:solidFill>
              </a:rPr>
              <a:t>:</a:t>
            </a:r>
            <a:endParaRPr lang="en-US" dirty="0"/>
          </a:p>
        </p:txBody>
      </p:sp>
      <p:pic>
        <p:nvPicPr>
          <p:cNvPr id="6" name="Picture Placeholder 5">
            <a:extLst>
              <a:ext uri="{FF2B5EF4-FFF2-40B4-BE49-F238E27FC236}">
                <a16:creationId xmlns:a16="http://schemas.microsoft.com/office/drawing/2014/main" id="{67478C80-1939-41C2-BAB4-F42505B8C7F5}"/>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20925" r="20925"/>
          <a:stretch>
            <a:fillRect/>
          </a:stretch>
        </p:blipFill>
        <p:spPr/>
      </p:pic>
      <p:pic>
        <p:nvPicPr>
          <p:cNvPr id="10" name="Picture 9">
            <a:extLst>
              <a:ext uri="{FF2B5EF4-FFF2-40B4-BE49-F238E27FC236}">
                <a16:creationId xmlns:a16="http://schemas.microsoft.com/office/drawing/2014/main" id="{5FD56FA1-4743-4771-9B1E-D82AE1CD08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60814" y="319002"/>
            <a:ext cx="811019" cy="103284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6" name="Title 15">
            <a:extLst>
              <a:ext uri="{FF2B5EF4-FFF2-40B4-BE49-F238E27FC236}">
                <a16:creationId xmlns:a16="http://schemas.microsoft.com/office/drawing/2014/main" id="{4EAE82EA-7E4B-40D8-9CB4-BE4EDC329873}"/>
              </a:ext>
            </a:extLst>
          </p:cNvPr>
          <p:cNvSpPr>
            <a:spLocks noGrp="1"/>
          </p:cNvSpPr>
          <p:nvPr>
            <p:ph type="title"/>
          </p:nvPr>
        </p:nvSpPr>
        <p:spPr>
          <a:xfrm>
            <a:off x="687165" y="502906"/>
            <a:ext cx="7791818" cy="553998"/>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a:r>
              <a:rPr lang="en-US" dirty="0"/>
              <a:t>KEWENANGAAN</a:t>
            </a:r>
            <a:r>
              <a:rPr lang="id-ID" dirty="0"/>
              <a:t> </a:t>
            </a:r>
            <a:r>
              <a:rPr lang="en-US" dirty="0"/>
              <a:t>PERADILAN AGAMA</a:t>
            </a:r>
          </a:p>
        </p:txBody>
      </p:sp>
    </p:spTree>
    <p:extLst>
      <p:ext uri="{BB962C8B-B14F-4D97-AF65-F5344CB8AC3E}">
        <p14:creationId xmlns:p14="http://schemas.microsoft.com/office/powerpoint/2010/main" val="263623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3DF2FBC6-CA95-47B7-86B1-27542B8FF3D8}"/>
              </a:ext>
            </a:extLst>
          </p:cNvPr>
          <p:cNvSpPr>
            <a:spLocks noGrp="1"/>
          </p:cNvSpPr>
          <p:nvPr>
            <p:ph type="title"/>
          </p:nvPr>
        </p:nvSpPr>
        <p:spPr>
          <a:xfrm>
            <a:off x="838200" y="626840"/>
            <a:ext cx="6840025" cy="999460"/>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pPr algn="ctr"/>
            <a:r>
              <a:rPr lang="en-US" dirty="0" err="1">
                <a:solidFill>
                  <a:srgbClr val="C00000"/>
                </a:solidFill>
                <a:latin typeface="Segoe UI" panose="020B0502040204020203" pitchFamily="34" charset="0"/>
                <a:cs typeface="Segoe UI" panose="020B0502040204020203" pitchFamily="34" charset="0"/>
              </a:rPr>
              <a:t>Penjelasan</a:t>
            </a:r>
            <a:r>
              <a:rPr lang="en-US" dirty="0">
                <a:solidFill>
                  <a:srgbClr val="C00000"/>
                </a:solidFill>
                <a:latin typeface="Segoe UI" panose="020B0502040204020203" pitchFamily="34" charset="0"/>
                <a:cs typeface="Segoe UI" panose="020B0502040204020203" pitchFamily="34" charset="0"/>
              </a:rPr>
              <a:t> </a:t>
            </a:r>
            <a:r>
              <a:rPr lang="en-US" dirty="0" err="1">
                <a:solidFill>
                  <a:srgbClr val="C00000"/>
                </a:solidFill>
                <a:latin typeface="Segoe UI" panose="020B0502040204020203" pitchFamily="34" charset="0"/>
                <a:cs typeface="Segoe UI" panose="020B0502040204020203" pitchFamily="34" charset="0"/>
              </a:rPr>
              <a:t>Pasal</a:t>
            </a:r>
            <a:r>
              <a:rPr lang="en-US" dirty="0">
                <a:solidFill>
                  <a:srgbClr val="C00000"/>
                </a:solidFill>
                <a:latin typeface="Segoe UI" panose="020B0502040204020203" pitchFamily="34" charset="0"/>
                <a:cs typeface="Segoe UI" panose="020B0502040204020203" pitchFamily="34" charset="0"/>
              </a:rPr>
              <a:t> 49 </a:t>
            </a:r>
            <a:r>
              <a:rPr lang="en-US" dirty="0" err="1">
                <a:solidFill>
                  <a:srgbClr val="C00000"/>
                </a:solidFill>
                <a:latin typeface="Segoe UI" panose="020B0502040204020203" pitchFamily="34" charset="0"/>
                <a:cs typeface="Segoe UI" panose="020B0502040204020203" pitchFamily="34" charset="0"/>
              </a:rPr>
              <a:t>huruf</a:t>
            </a:r>
            <a:r>
              <a:rPr lang="en-US" dirty="0">
                <a:solidFill>
                  <a:srgbClr val="C00000"/>
                </a:solidFill>
                <a:latin typeface="Segoe UI" panose="020B0502040204020203" pitchFamily="34" charset="0"/>
                <a:cs typeface="Segoe UI" panose="020B0502040204020203" pitchFamily="34" charset="0"/>
              </a:rPr>
              <a:t> b </a:t>
            </a:r>
            <a:br>
              <a:rPr lang="en-US" dirty="0">
                <a:solidFill>
                  <a:srgbClr val="C00000"/>
                </a:solidFill>
                <a:latin typeface="Segoe UI" panose="020B0502040204020203" pitchFamily="34" charset="0"/>
                <a:cs typeface="Segoe UI" panose="020B0502040204020203" pitchFamily="34" charset="0"/>
              </a:rPr>
            </a:br>
            <a:r>
              <a:rPr lang="en-US" dirty="0">
                <a:solidFill>
                  <a:srgbClr val="C00000"/>
                </a:solidFill>
                <a:latin typeface="Segoe UI" panose="020B0502040204020203" pitchFamily="34" charset="0"/>
                <a:cs typeface="Segoe UI" panose="020B0502040204020203" pitchFamily="34" charset="0"/>
              </a:rPr>
              <a:t>UU No. 3/2006</a:t>
            </a:r>
          </a:p>
        </p:txBody>
      </p:sp>
      <p:sp>
        <p:nvSpPr>
          <p:cNvPr id="28" name="Text Placeholder 27">
            <a:extLst>
              <a:ext uri="{FF2B5EF4-FFF2-40B4-BE49-F238E27FC236}">
                <a16:creationId xmlns:a16="http://schemas.microsoft.com/office/drawing/2014/main" id="{EE53BE28-7FF4-48E9-BEC1-8999F4C674FE}"/>
              </a:ext>
            </a:extLst>
          </p:cNvPr>
          <p:cNvSpPr>
            <a:spLocks noGrp="1"/>
          </p:cNvSpPr>
          <p:nvPr>
            <p:ph type="body" sz="quarter" idx="14"/>
          </p:nvPr>
        </p:nvSpPr>
        <p:spPr>
          <a:xfrm>
            <a:off x="838200" y="2121729"/>
            <a:ext cx="5749636" cy="3811238"/>
          </a:xfrm>
        </p:spPr>
        <p:txBody>
          <a:bodyPr>
            <a:normAutofit fontScale="77500" lnSpcReduction="20000"/>
          </a:bodyPr>
          <a:lstStyle/>
          <a:p>
            <a:pPr algn="ctr"/>
            <a:r>
              <a:rPr lang="en-US" sz="3200" dirty="0">
                <a:latin typeface="Poppins Light" panose="020B0604020202020204" charset="0"/>
                <a:cs typeface="Poppins Light" panose="020B0604020202020204" charset="0"/>
              </a:rPr>
              <a:t>“</a:t>
            </a:r>
            <a:r>
              <a:rPr lang="en-ID" sz="3200" dirty="0"/>
              <a:t>Yang </a:t>
            </a:r>
            <a:r>
              <a:rPr lang="en-ID" sz="3200" dirty="0" err="1"/>
              <a:t>dimaksud</a:t>
            </a:r>
            <a:r>
              <a:rPr lang="en-ID" sz="3200" dirty="0"/>
              <a:t> </a:t>
            </a:r>
            <a:r>
              <a:rPr lang="en-ID" sz="3200" dirty="0" err="1"/>
              <a:t>dengan</a:t>
            </a:r>
            <a:r>
              <a:rPr lang="en-ID" sz="3200" dirty="0"/>
              <a:t> “</a:t>
            </a:r>
            <a:r>
              <a:rPr lang="en-ID" sz="3200" dirty="0" err="1"/>
              <a:t>waris</a:t>
            </a:r>
            <a:r>
              <a:rPr lang="en-ID" sz="3200" dirty="0"/>
              <a:t>” </a:t>
            </a:r>
            <a:r>
              <a:rPr lang="en-ID" sz="3200" dirty="0" err="1"/>
              <a:t>adalah</a:t>
            </a:r>
            <a:r>
              <a:rPr lang="en-ID" sz="3200" dirty="0"/>
              <a:t> </a:t>
            </a:r>
            <a:r>
              <a:rPr lang="en-ID" sz="3200" dirty="0" err="1"/>
              <a:t>penentuan</a:t>
            </a:r>
            <a:r>
              <a:rPr lang="en-ID" sz="3200" dirty="0"/>
              <a:t> </a:t>
            </a:r>
            <a:r>
              <a:rPr lang="en-ID" sz="3200" dirty="0" err="1"/>
              <a:t>siapa</a:t>
            </a:r>
            <a:r>
              <a:rPr lang="en-ID" sz="3200" dirty="0"/>
              <a:t> yang </a:t>
            </a:r>
            <a:r>
              <a:rPr lang="en-ID" sz="3200" dirty="0" err="1"/>
              <a:t>menjadi</a:t>
            </a:r>
            <a:r>
              <a:rPr lang="en-ID" sz="3200" dirty="0"/>
              <a:t> </a:t>
            </a:r>
            <a:r>
              <a:rPr lang="en-ID" sz="3200" dirty="0" err="1"/>
              <a:t>ahli</a:t>
            </a:r>
            <a:r>
              <a:rPr lang="en-ID" sz="3200" dirty="0"/>
              <a:t> </a:t>
            </a:r>
            <a:r>
              <a:rPr lang="en-ID" sz="3200" dirty="0" err="1"/>
              <a:t>waris</a:t>
            </a:r>
            <a:r>
              <a:rPr lang="en-ID" sz="3200" dirty="0"/>
              <a:t>, </a:t>
            </a:r>
            <a:r>
              <a:rPr lang="en-ID" sz="3200" dirty="0" err="1"/>
              <a:t>penentuan</a:t>
            </a:r>
            <a:r>
              <a:rPr lang="en-ID" sz="3200" dirty="0"/>
              <a:t> </a:t>
            </a:r>
            <a:r>
              <a:rPr lang="en-ID" sz="3200" dirty="0" err="1"/>
              <a:t>mengenai</a:t>
            </a:r>
            <a:r>
              <a:rPr lang="en-ID" sz="3200" dirty="0"/>
              <a:t> </a:t>
            </a:r>
            <a:r>
              <a:rPr lang="en-ID" sz="3200" dirty="0" err="1"/>
              <a:t>harta</a:t>
            </a:r>
            <a:r>
              <a:rPr lang="en-ID" sz="3200" dirty="0"/>
              <a:t> </a:t>
            </a:r>
            <a:r>
              <a:rPr lang="en-ID" sz="3200" dirty="0" err="1"/>
              <a:t>peninggalan</a:t>
            </a:r>
            <a:r>
              <a:rPr lang="en-ID" sz="3200" dirty="0"/>
              <a:t>, </a:t>
            </a:r>
            <a:r>
              <a:rPr lang="en-ID" sz="3200" dirty="0" err="1"/>
              <a:t>penentuan</a:t>
            </a:r>
            <a:r>
              <a:rPr lang="en-ID" sz="3200" dirty="0"/>
              <a:t> </a:t>
            </a:r>
            <a:r>
              <a:rPr lang="en-ID" sz="3200" dirty="0" err="1"/>
              <a:t>bagian</a:t>
            </a:r>
            <a:r>
              <a:rPr lang="en-ID" sz="3200" dirty="0"/>
              <a:t> </a:t>
            </a:r>
            <a:r>
              <a:rPr lang="en-ID" sz="3200" dirty="0" err="1"/>
              <a:t>masing-masing</a:t>
            </a:r>
            <a:r>
              <a:rPr lang="en-ID" sz="3200" dirty="0"/>
              <a:t> </a:t>
            </a:r>
            <a:r>
              <a:rPr lang="en-ID" sz="3200" dirty="0" err="1"/>
              <a:t>ahli</a:t>
            </a:r>
            <a:r>
              <a:rPr lang="en-ID" sz="3200" dirty="0"/>
              <a:t> </a:t>
            </a:r>
            <a:r>
              <a:rPr lang="en-ID" sz="3200" dirty="0" err="1"/>
              <a:t>waris</a:t>
            </a:r>
            <a:r>
              <a:rPr lang="en-ID" sz="3200" dirty="0"/>
              <a:t>, dan </a:t>
            </a:r>
            <a:r>
              <a:rPr lang="en-ID" sz="3200" dirty="0" err="1"/>
              <a:t>melaksanakan</a:t>
            </a:r>
            <a:r>
              <a:rPr lang="en-ID" sz="3200" dirty="0"/>
              <a:t> </a:t>
            </a:r>
            <a:r>
              <a:rPr lang="en-ID" sz="3200" dirty="0" err="1"/>
              <a:t>pembagian</a:t>
            </a:r>
            <a:r>
              <a:rPr lang="en-ID" sz="3200" dirty="0"/>
              <a:t> </a:t>
            </a:r>
            <a:r>
              <a:rPr lang="en-ID" sz="3200" dirty="0" err="1"/>
              <a:t>harta</a:t>
            </a:r>
            <a:r>
              <a:rPr lang="en-ID" sz="3200" dirty="0"/>
              <a:t> </a:t>
            </a:r>
            <a:r>
              <a:rPr lang="en-ID" sz="3200" dirty="0" err="1"/>
              <a:t>peninggalan</a:t>
            </a:r>
            <a:r>
              <a:rPr lang="en-ID" sz="3200" dirty="0"/>
              <a:t> </a:t>
            </a:r>
            <a:r>
              <a:rPr lang="en-ID" sz="3200" dirty="0" err="1"/>
              <a:t>tersebut</a:t>
            </a:r>
            <a:r>
              <a:rPr lang="en-ID" sz="3200" dirty="0"/>
              <a:t>, </a:t>
            </a:r>
            <a:r>
              <a:rPr lang="en-ID" sz="3200" dirty="0" err="1"/>
              <a:t>serta</a:t>
            </a:r>
            <a:r>
              <a:rPr lang="en-ID" sz="3200" dirty="0"/>
              <a:t> </a:t>
            </a:r>
            <a:r>
              <a:rPr lang="en-ID" sz="3200" dirty="0" err="1"/>
              <a:t>penetapan</a:t>
            </a:r>
            <a:r>
              <a:rPr lang="en-ID" sz="3200" dirty="0"/>
              <a:t> </a:t>
            </a:r>
            <a:r>
              <a:rPr lang="en-ID" sz="3200" dirty="0" err="1"/>
              <a:t>pengadilan</a:t>
            </a:r>
            <a:r>
              <a:rPr lang="en-ID" sz="3200" dirty="0"/>
              <a:t> </a:t>
            </a:r>
            <a:r>
              <a:rPr lang="en-ID" sz="3200" dirty="0" err="1"/>
              <a:t>atas</a:t>
            </a:r>
            <a:r>
              <a:rPr lang="en-ID" sz="3200" dirty="0"/>
              <a:t> </a:t>
            </a:r>
            <a:r>
              <a:rPr lang="en-ID" sz="3200" dirty="0" err="1"/>
              <a:t>permohonan</a:t>
            </a:r>
            <a:r>
              <a:rPr lang="en-ID" sz="3200" dirty="0"/>
              <a:t> </a:t>
            </a:r>
            <a:r>
              <a:rPr lang="en-ID" sz="3200" dirty="0" err="1"/>
              <a:t>seseorang</a:t>
            </a:r>
            <a:r>
              <a:rPr lang="en-ID" sz="3200" dirty="0"/>
              <a:t> </a:t>
            </a:r>
            <a:r>
              <a:rPr lang="en-ID" sz="3200" dirty="0" err="1"/>
              <a:t>tentang</a:t>
            </a:r>
            <a:r>
              <a:rPr lang="en-ID" sz="3200" dirty="0"/>
              <a:t> </a:t>
            </a:r>
            <a:r>
              <a:rPr lang="en-ID" sz="3200" dirty="0" err="1"/>
              <a:t>penentuan</a:t>
            </a:r>
            <a:r>
              <a:rPr lang="en-ID" sz="3200" dirty="0"/>
              <a:t> </a:t>
            </a:r>
            <a:r>
              <a:rPr lang="en-ID" sz="3200" dirty="0" err="1"/>
              <a:t>siapa</a:t>
            </a:r>
            <a:r>
              <a:rPr lang="en-ID" sz="3200" dirty="0"/>
              <a:t> yang </a:t>
            </a:r>
            <a:r>
              <a:rPr lang="en-ID" sz="3200" dirty="0" err="1"/>
              <a:t>menjadi</a:t>
            </a:r>
            <a:r>
              <a:rPr lang="en-ID" sz="3200" dirty="0"/>
              <a:t> </a:t>
            </a:r>
            <a:r>
              <a:rPr lang="en-ID" sz="3200" dirty="0" err="1"/>
              <a:t>ahli</a:t>
            </a:r>
            <a:r>
              <a:rPr lang="en-ID" sz="3200" dirty="0"/>
              <a:t> </a:t>
            </a:r>
            <a:r>
              <a:rPr lang="en-ID" sz="3200" dirty="0" err="1"/>
              <a:t>waris</a:t>
            </a:r>
            <a:r>
              <a:rPr lang="en-ID" sz="3200" dirty="0"/>
              <a:t>, </a:t>
            </a:r>
            <a:r>
              <a:rPr lang="en-ID" sz="3200" dirty="0" err="1"/>
              <a:t>penentuan</a:t>
            </a:r>
            <a:r>
              <a:rPr lang="en-ID" sz="3200" dirty="0"/>
              <a:t> </a:t>
            </a:r>
            <a:r>
              <a:rPr lang="en-ID" sz="3200" dirty="0" err="1"/>
              <a:t>bagian</a:t>
            </a:r>
            <a:r>
              <a:rPr lang="en-ID" sz="3200" dirty="0"/>
              <a:t> </a:t>
            </a:r>
            <a:r>
              <a:rPr lang="en-ID" sz="3200" dirty="0" err="1"/>
              <a:t>masing-masing</a:t>
            </a:r>
            <a:r>
              <a:rPr lang="en-ID" sz="3200" dirty="0"/>
              <a:t> </a:t>
            </a:r>
            <a:r>
              <a:rPr lang="en-ID" sz="3200" dirty="0" err="1"/>
              <a:t>ahli</a:t>
            </a:r>
            <a:r>
              <a:rPr lang="en-ID" sz="3200" dirty="0"/>
              <a:t> </a:t>
            </a:r>
            <a:r>
              <a:rPr lang="en-ID" sz="3200" dirty="0" err="1"/>
              <a:t>waris</a:t>
            </a:r>
            <a:r>
              <a:rPr lang="en-ID" sz="3200" dirty="0"/>
              <a:t>.</a:t>
            </a:r>
            <a:r>
              <a:rPr lang="en-US" sz="3200" dirty="0">
                <a:latin typeface="Poppins Light" panose="020B0604020202020204" charset="0"/>
                <a:cs typeface="Poppins Light" panose="020B0604020202020204" charset="0"/>
              </a:rPr>
              <a:t>”.</a:t>
            </a:r>
            <a:endParaRPr lang="en-US" sz="3200" dirty="0"/>
          </a:p>
        </p:txBody>
      </p:sp>
      <p:pic>
        <p:nvPicPr>
          <p:cNvPr id="5" name="Picture Placeholder 4">
            <a:extLst>
              <a:ext uri="{FF2B5EF4-FFF2-40B4-BE49-F238E27FC236}">
                <a16:creationId xmlns:a16="http://schemas.microsoft.com/office/drawing/2014/main" id="{6A2AC7E5-82FD-45CA-ACFF-97E5708F4C6F}"/>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l="28652" r="28652"/>
          <a:stretch>
            <a:fillRect/>
          </a:stretch>
        </p:blipFill>
        <p:spPr>
          <a:xfrm>
            <a:off x="6986589" y="0"/>
            <a:ext cx="5205411" cy="6858000"/>
          </a:xfrm>
        </p:spPr>
      </p:pic>
      <p:pic>
        <p:nvPicPr>
          <p:cNvPr id="10" name="Picture 9">
            <a:extLst>
              <a:ext uri="{FF2B5EF4-FFF2-40B4-BE49-F238E27FC236}">
                <a16:creationId xmlns:a16="http://schemas.microsoft.com/office/drawing/2014/main" id="{9E5CA813-04C0-4602-BB34-3CEBDF6B0D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60814" y="319002"/>
            <a:ext cx="811019" cy="103284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2841287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6550" y="818710"/>
            <a:ext cx="6540426" cy="1116418"/>
          </a:xfrm>
        </p:spPr>
        <p:txBody>
          <a:bodyPr>
            <a:normAutofit fontScale="90000"/>
          </a:bodyPr>
          <a:lstStyle/>
          <a:p>
            <a:r>
              <a:rPr lang="en-US" dirty="0"/>
              <a:t>MENURUT </a:t>
            </a:r>
            <a:br>
              <a:rPr lang="en-US" dirty="0"/>
            </a:br>
            <a:r>
              <a:rPr lang="en-US" dirty="0"/>
              <a:t>SUDIKNO MERTOKUSUMO</a:t>
            </a:r>
            <a:endParaRPr lang="en-ID" dirty="0"/>
          </a:p>
        </p:txBody>
      </p:sp>
      <p:sp>
        <p:nvSpPr>
          <p:cNvPr id="4" name="Text Placeholder 3"/>
          <p:cNvSpPr>
            <a:spLocks noGrp="1"/>
          </p:cNvSpPr>
          <p:nvPr>
            <p:ph type="body" sz="quarter" idx="17"/>
          </p:nvPr>
        </p:nvSpPr>
        <p:spPr>
          <a:xfrm>
            <a:off x="5651170" y="2269595"/>
            <a:ext cx="5702808" cy="3415123"/>
          </a:xfrm>
        </p:spPr>
        <p:txBody>
          <a:bodyPr/>
          <a:lstStyle/>
          <a:p>
            <a:pPr algn="ctr"/>
            <a:r>
              <a:rPr lang="en-ID" dirty="0" err="1"/>
              <a:t>Pekerjaan</a:t>
            </a:r>
            <a:r>
              <a:rPr lang="en-ID" dirty="0"/>
              <a:t> hakim </a:t>
            </a:r>
            <a:r>
              <a:rPr lang="en-ID" dirty="0" err="1"/>
              <a:t>kecuali</a:t>
            </a:r>
            <a:r>
              <a:rPr lang="en-ID" dirty="0"/>
              <a:t> </a:t>
            </a:r>
            <a:r>
              <a:rPr lang="en-ID" dirty="0" err="1"/>
              <a:t>bersifat</a:t>
            </a:r>
            <a:r>
              <a:rPr lang="en-ID" dirty="0"/>
              <a:t> </a:t>
            </a:r>
            <a:r>
              <a:rPr lang="en-ID" dirty="0" err="1"/>
              <a:t>praktis</a:t>
            </a:r>
            <a:r>
              <a:rPr lang="en-ID" dirty="0"/>
              <a:t> </a:t>
            </a:r>
            <a:r>
              <a:rPr lang="en-ID" dirty="0" err="1"/>
              <a:t>rutin</a:t>
            </a:r>
            <a:r>
              <a:rPr lang="en-ID" dirty="0"/>
              <a:t> juga </a:t>
            </a:r>
            <a:r>
              <a:rPr lang="en-ID" dirty="0" err="1"/>
              <a:t>ilmiah</a:t>
            </a:r>
            <a:r>
              <a:rPr lang="en-ID" dirty="0"/>
              <a:t>, </a:t>
            </a:r>
            <a:r>
              <a:rPr lang="en-ID" dirty="0" err="1"/>
              <a:t>sifat</a:t>
            </a:r>
            <a:r>
              <a:rPr lang="en-ID" dirty="0"/>
              <a:t> </a:t>
            </a:r>
            <a:r>
              <a:rPr lang="en-ID" dirty="0" err="1"/>
              <a:t>pembawaan</a:t>
            </a:r>
            <a:r>
              <a:rPr lang="en-ID" dirty="0"/>
              <a:t> </a:t>
            </a:r>
            <a:r>
              <a:rPr lang="en-ID" dirty="0" err="1"/>
              <a:t>tugasnya</a:t>
            </a:r>
            <a:r>
              <a:rPr lang="en-ID" dirty="0"/>
              <a:t> </a:t>
            </a:r>
            <a:r>
              <a:rPr lang="en-ID" dirty="0" err="1"/>
              <a:t>menyebabkan</a:t>
            </a:r>
            <a:r>
              <a:rPr lang="en-ID" dirty="0"/>
              <a:t> </a:t>
            </a:r>
            <a:r>
              <a:rPr lang="en-ID" dirty="0" err="1"/>
              <a:t>ia</a:t>
            </a:r>
            <a:r>
              <a:rPr lang="en-ID" dirty="0"/>
              <a:t> </a:t>
            </a:r>
            <a:r>
              <a:rPr lang="en-ID" dirty="0" err="1"/>
              <a:t>harus</a:t>
            </a:r>
            <a:r>
              <a:rPr lang="en-ID" dirty="0"/>
              <a:t> </a:t>
            </a:r>
            <a:r>
              <a:rPr lang="en-ID" dirty="0" err="1"/>
              <a:t>selalu</a:t>
            </a:r>
            <a:r>
              <a:rPr lang="en-ID" dirty="0"/>
              <a:t> </a:t>
            </a:r>
            <a:r>
              <a:rPr lang="en-ID" dirty="0" err="1"/>
              <a:t>mendalami</a:t>
            </a:r>
            <a:r>
              <a:rPr lang="en-ID" dirty="0"/>
              <a:t> </a:t>
            </a:r>
            <a:r>
              <a:rPr lang="en-ID" dirty="0" err="1"/>
              <a:t>ilmu</a:t>
            </a:r>
            <a:r>
              <a:rPr lang="en-ID" dirty="0"/>
              <a:t> </a:t>
            </a:r>
            <a:r>
              <a:rPr lang="en-ID" dirty="0" err="1"/>
              <a:t>pengetahuan</a:t>
            </a:r>
            <a:r>
              <a:rPr lang="en-ID" dirty="0"/>
              <a:t> </a:t>
            </a:r>
            <a:r>
              <a:rPr lang="en-ID" dirty="0" err="1"/>
              <a:t>hukum</a:t>
            </a:r>
            <a:r>
              <a:rPr lang="en-ID" dirty="0"/>
              <a:t> </a:t>
            </a:r>
            <a:r>
              <a:rPr lang="en-ID" dirty="0" err="1"/>
              <a:t>untuk</a:t>
            </a:r>
            <a:r>
              <a:rPr lang="en-ID" dirty="0"/>
              <a:t> </a:t>
            </a:r>
            <a:r>
              <a:rPr lang="en-ID" dirty="0" err="1"/>
              <a:t>memantapkan</a:t>
            </a:r>
            <a:r>
              <a:rPr lang="en-ID" dirty="0"/>
              <a:t> </a:t>
            </a:r>
            <a:r>
              <a:rPr lang="en-ID" dirty="0" err="1"/>
              <a:t>pertimbangan-pertimbangan</a:t>
            </a:r>
            <a:r>
              <a:rPr lang="en-ID" dirty="0"/>
              <a:t> </a:t>
            </a:r>
            <a:r>
              <a:rPr lang="en-ID" dirty="0" err="1"/>
              <a:t>hukumnya</a:t>
            </a:r>
            <a:r>
              <a:rPr lang="en-ID" dirty="0"/>
              <a:t> </a:t>
            </a:r>
            <a:r>
              <a:rPr lang="en-ID" dirty="0" err="1"/>
              <a:t>sebagai</a:t>
            </a:r>
            <a:r>
              <a:rPr lang="en-ID" dirty="0"/>
              <a:t> </a:t>
            </a:r>
            <a:r>
              <a:rPr lang="en-ID" dirty="0" err="1"/>
              <a:t>dasar</a:t>
            </a:r>
            <a:r>
              <a:rPr lang="en-ID" dirty="0"/>
              <a:t> </a:t>
            </a:r>
            <a:r>
              <a:rPr lang="en-ID" dirty="0" err="1"/>
              <a:t>dari</a:t>
            </a:r>
            <a:r>
              <a:rPr lang="en-ID" dirty="0"/>
              <a:t> </a:t>
            </a:r>
            <a:r>
              <a:rPr lang="en-ID" dirty="0" err="1"/>
              <a:t>putusannya</a:t>
            </a:r>
            <a:r>
              <a:rPr lang="en-ID" dirty="0"/>
              <a:t>. </a:t>
            </a:r>
          </a:p>
          <a:p>
            <a:endParaRPr lang="en-ID" dirty="0"/>
          </a:p>
        </p:txBody>
      </p:sp>
      <p:pic>
        <p:nvPicPr>
          <p:cNvPr id="10" name="Picture Placeholder 9"/>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24083" r="24083"/>
          <a:stretch>
            <a:fillRect/>
          </a:stretch>
        </p:blipFill>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2176" r="12176"/>
          <a:stretch>
            <a:fillRect/>
          </a:stretch>
        </p:blipFill>
        <p:spPr/>
      </p:pic>
      <p:pic>
        <p:nvPicPr>
          <p:cNvPr id="12" name="Picture Placeholder 11"/>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5820" r="15820"/>
          <a:stretch>
            <a:fillRect/>
          </a:stretch>
        </p:blipFill>
        <p:spPr/>
      </p:pic>
      <p:sp>
        <p:nvSpPr>
          <p:cNvPr id="2" name="Title 1"/>
          <p:cNvSpPr>
            <a:spLocks noGrp="1"/>
          </p:cNvSpPr>
          <p:nvPr>
            <p:ph type="title"/>
          </p:nvPr>
        </p:nvSpPr>
        <p:spPr>
          <a:xfrm>
            <a:off x="832638" y="791519"/>
            <a:ext cx="6854702" cy="1846658"/>
          </a:xfrm>
        </p:spPr>
        <p:txBody>
          <a:bodyPr>
            <a:normAutofit/>
          </a:bodyPr>
          <a:lstStyle/>
          <a:p>
            <a:pPr algn="ctr"/>
            <a:r>
              <a:rPr lang="en-US" sz="2000" b="1" dirty="0">
                <a:latin typeface="Segoe UI" panose="020B0502040204020203" pitchFamily="34" charset="0"/>
                <a:cs typeface="Segoe UI" panose="020B0502040204020203" pitchFamily="34" charset="0"/>
              </a:rPr>
              <a:t>Hakim </a:t>
            </a:r>
            <a:r>
              <a:rPr lang="en-US" sz="2000" b="1" dirty="0" err="1">
                <a:latin typeface="Segoe UI" panose="020B0502040204020203" pitchFamily="34" charset="0"/>
                <a:cs typeface="Segoe UI" panose="020B0502040204020203" pitchFamily="34" charset="0"/>
              </a:rPr>
              <a:t>merupakan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representasi</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lembaga</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peradilan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dalam</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membuat</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keputusan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suatu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perkara</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selain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dituntut</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memiliki</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kemampuan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intektual</a:t>
            </a:r>
            <a:r>
              <a:rPr lang="en-US" sz="2000" b="1" dirty="0">
                <a:latin typeface="Segoe UI" panose="020B0502040204020203" pitchFamily="34" charset="0"/>
                <a:cs typeface="Segoe UI" panose="020B0502040204020203" pitchFamily="34" charset="0"/>
              </a:rPr>
              <a:t>, juga </a:t>
            </a:r>
            <a:r>
              <a:rPr lang="en-US" sz="2000" b="1" dirty="0" err="1">
                <a:latin typeface="Segoe UI" panose="020B0502040204020203" pitchFamily="34" charset="0"/>
                <a:cs typeface="Segoe UI" panose="020B0502040204020203" pitchFamily="34" charset="0"/>
              </a:rPr>
              <a:t>memiliki</a:t>
            </a:r>
            <a:r>
              <a:rPr lang="en-US" sz="2000" b="1" dirty="0">
                <a:latin typeface="Segoe UI" panose="020B0502040204020203" pitchFamily="34" charset="0"/>
                <a:cs typeface="Segoe UI" panose="020B0502040204020203" pitchFamily="34" charset="0"/>
              </a:rPr>
              <a:t> moral dan </a:t>
            </a:r>
            <a:r>
              <a:rPr lang="en-US" sz="2000" b="1" dirty="0" err="1">
                <a:latin typeface="Segoe UI" panose="020B0502040204020203" pitchFamily="34" charset="0"/>
                <a:cs typeface="Segoe UI" panose="020B0502040204020203" pitchFamily="34" charset="0"/>
              </a:rPr>
              <a:t>integritas</a:t>
            </a:r>
            <a:r>
              <a:rPr lang="en-US" sz="2000" b="1" dirty="0">
                <a:latin typeface="Segoe UI" panose="020B0502040204020203" pitchFamily="34" charset="0"/>
                <a:cs typeface="Segoe UI" panose="020B0502040204020203" pitchFamily="34" charset="0"/>
              </a:rPr>
              <a:t> yang </a:t>
            </a:r>
            <a:r>
              <a:rPr lang="en-US" sz="2000" b="1" dirty="0" err="1">
                <a:latin typeface="Segoe UI" panose="020B0502040204020203" pitchFamily="34" charset="0"/>
                <a:cs typeface="Segoe UI" panose="020B0502040204020203" pitchFamily="34" charset="0"/>
              </a:rPr>
              <a:t>tinggi</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sehingga</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mampu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memberikan</a:t>
            </a:r>
            <a:r>
              <a:rPr lang="en-US" sz="2000" b="1" dirty="0">
                <a:latin typeface="Segoe UI" panose="020B0502040204020203" pitchFamily="34" charset="0"/>
                <a:cs typeface="Segoe UI" panose="020B0502040204020203" pitchFamily="34" charset="0"/>
              </a:rPr>
              <a:t> rasa </a:t>
            </a:r>
            <a:r>
              <a:rPr lang="en-US" sz="2000" b="1" dirty="0" err="1">
                <a:latin typeface="Segoe UI" panose="020B0502040204020203" pitchFamily="34" charset="0"/>
                <a:cs typeface="Segoe UI" panose="020B0502040204020203" pitchFamily="34" charset="0"/>
              </a:rPr>
              <a:t>keadilan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menjamin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kepastian</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hukum</a:t>
            </a:r>
            <a:r>
              <a:rPr lang="en-US" sz="2000" b="1" dirty="0">
                <a:latin typeface="Segoe UI" panose="020B0502040204020203" pitchFamily="34" charset="0"/>
                <a:cs typeface="Segoe UI" panose="020B0502040204020203" pitchFamily="34" charset="0"/>
              </a:rPr>
              <a:t> dan </a:t>
            </a:r>
            <a:r>
              <a:rPr lang="en-US" sz="2000" b="1" dirty="0" err="1">
                <a:latin typeface="Segoe UI" panose="020B0502040204020203" pitchFamily="34" charset="0"/>
                <a:cs typeface="Segoe UI" panose="020B0502040204020203" pitchFamily="34" charset="0"/>
              </a:rPr>
              <a:t>dapat</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memberikan</a:t>
            </a:r>
            <a:r>
              <a:rPr lang="id-ID"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manfaat</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bagi</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masyarakat</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luas</a:t>
            </a:r>
            <a:r>
              <a:rPr lang="en-US" sz="2000" b="1" dirty="0">
                <a:latin typeface="Segoe UI" panose="020B0502040204020203" pitchFamily="34" charset="0"/>
                <a:cs typeface="Segoe UI" panose="020B0502040204020203" pitchFamily="34" charset="0"/>
              </a:rPr>
              <a:t>. </a:t>
            </a:r>
          </a:p>
        </p:txBody>
      </p:sp>
      <p:sp>
        <p:nvSpPr>
          <p:cNvPr id="5" name="Text Placeholder 4"/>
          <p:cNvSpPr>
            <a:spLocks noGrp="1"/>
          </p:cNvSpPr>
          <p:nvPr>
            <p:ph type="body" sz="quarter" idx="17"/>
          </p:nvPr>
        </p:nvSpPr>
        <p:spPr>
          <a:xfrm>
            <a:off x="534925" y="3300936"/>
            <a:ext cx="4342564" cy="3052631"/>
          </a:xfrm>
        </p:spPr>
        <p:txBody>
          <a:bodyPr>
            <a:noAutofit/>
          </a:bodyPr>
          <a:lstStyle/>
          <a:p>
            <a:pPr algn="r"/>
            <a:r>
              <a:rPr lang="en-US" b="1" dirty="0">
                <a:solidFill>
                  <a:srgbClr val="FF0000"/>
                </a:solidFill>
                <a:sym typeface="+mn-ea"/>
              </a:rPr>
              <a:t>Alfred Denning</a:t>
            </a:r>
            <a:r>
              <a:rPr lang="en-US" sz="1800" b="1" dirty="0">
                <a:solidFill>
                  <a:srgbClr val="FF0000"/>
                </a:solidFill>
                <a:sym typeface="+mn-ea"/>
              </a:rPr>
              <a:t>, </a:t>
            </a:r>
            <a:r>
              <a:rPr lang="en-US" sz="1800" dirty="0" err="1">
                <a:sym typeface="+mn-ea"/>
              </a:rPr>
              <a:t>seorang</a:t>
            </a:r>
            <a:r>
              <a:rPr lang="en-US" sz="1800" dirty="0">
                <a:sym typeface="+mn-ea"/>
              </a:rPr>
              <a:t> hakim </a:t>
            </a:r>
            <a:r>
              <a:rPr lang="en-US" sz="1800" dirty="0" err="1">
                <a:sym typeface="+mn-ea"/>
              </a:rPr>
              <a:t>terkenal</a:t>
            </a:r>
            <a:r>
              <a:rPr lang="en-US" sz="1800" dirty="0">
                <a:sym typeface="+mn-ea"/>
              </a:rPr>
              <a:t> di </a:t>
            </a:r>
            <a:r>
              <a:rPr lang="en-US" sz="1800" dirty="0" err="1">
                <a:sym typeface="+mn-ea"/>
              </a:rPr>
              <a:t>Inggris</a:t>
            </a:r>
            <a:r>
              <a:rPr lang="en-US" sz="1800" dirty="0">
                <a:sym typeface="+mn-ea"/>
              </a:rPr>
              <a:t> </a:t>
            </a:r>
            <a:r>
              <a:rPr lang="en-US" sz="1800" dirty="0" err="1">
                <a:sym typeface="+mn-ea"/>
              </a:rPr>
              <a:t>mengatakan</a:t>
            </a:r>
            <a:r>
              <a:rPr lang="en-US" sz="1800" dirty="0">
                <a:sym typeface="+mn-ea"/>
              </a:rPr>
              <a:t> </a:t>
            </a:r>
            <a:r>
              <a:rPr lang="en-US" sz="1800" dirty="0" err="1">
                <a:sym typeface="+mn-ea"/>
              </a:rPr>
              <a:t>bahwa</a:t>
            </a:r>
            <a:r>
              <a:rPr lang="en-US" sz="1800" dirty="0">
                <a:sym typeface="+mn-ea"/>
              </a:rPr>
              <a:t> </a:t>
            </a:r>
            <a:r>
              <a:rPr lang="en-US" sz="1800" dirty="0" err="1">
                <a:sym typeface="+mn-ea"/>
              </a:rPr>
              <a:t>meskipun</a:t>
            </a:r>
            <a:r>
              <a:rPr lang="en-US" sz="1800" dirty="0">
                <a:sym typeface="+mn-ea"/>
              </a:rPr>
              <a:t> </a:t>
            </a:r>
            <a:r>
              <a:rPr lang="en-US" sz="1800" dirty="0" err="1">
                <a:sym typeface="+mn-ea"/>
              </a:rPr>
              <a:t>kegiatan</a:t>
            </a:r>
            <a:r>
              <a:rPr lang="en-US" sz="1800" dirty="0">
                <a:sym typeface="+mn-ea"/>
              </a:rPr>
              <a:t> </a:t>
            </a:r>
            <a:r>
              <a:rPr lang="en-US" sz="1800" dirty="0" err="1">
                <a:sym typeface="+mn-ea"/>
              </a:rPr>
              <a:t>itu</a:t>
            </a:r>
            <a:r>
              <a:rPr lang="en-US" sz="1800" dirty="0">
                <a:sym typeface="+mn-ea"/>
              </a:rPr>
              <a:t> </a:t>
            </a:r>
            <a:r>
              <a:rPr lang="en-US" sz="1800" dirty="0" err="1">
                <a:sym typeface="+mn-ea"/>
              </a:rPr>
              <a:t>merupakan</a:t>
            </a:r>
            <a:r>
              <a:rPr lang="en-US" sz="1800" dirty="0">
                <a:sym typeface="+mn-ea"/>
              </a:rPr>
              <a:t> </a:t>
            </a:r>
            <a:r>
              <a:rPr lang="en-US" sz="1800" dirty="0" err="1">
                <a:sym typeface="+mn-ea"/>
              </a:rPr>
              <a:t>pola</a:t>
            </a:r>
            <a:r>
              <a:rPr lang="en-US" sz="1800" dirty="0">
                <a:sym typeface="+mn-ea"/>
              </a:rPr>
              <a:t> </a:t>
            </a:r>
            <a:r>
              <a:rPr lang="en-US" sz="1800" dirty="0" err="1">
                <a:sym typeface="+mn-ea"/>
              </a:rPr>
              <a:t>berpikir</a:t>
            </a:r>
            <a:r>
              <a:rPr lang="en-US" sz="1800" dirty="0">
                <a:sym typeface="+mn-ea"/>
              </a:rPr>
              <a:t> </a:t>
            </a:r>
            <a:r>
              <a:rPr lang="en-US" sz="1800" dirty="0" err="1">
                <a:sym typeface="+mn-ea"/>
              </a:rPr>
              <a:t>silogisme</a:t>
            </a:r>
            <a:r>
              <a:rPr lang="en-US" sz="1800" dirty="0">
                <a:sym typeface="+mn-ea"/>
              </a:rPr>
              <a:t>, </a:t>
            </a:r>
            <a:r>
              <a:rPr lang="en-US" sz="1800" dirty="0" err="1">
                <a:sym typeface="+mn-ea"/>
              </a:rPr>
              <a:t>tetapi</a:t>
            </a:r>
            <a:r>
              <a:rPr lang="en-US" sz="1800" dirty="0">
                <a:sym typeface="+mn-ea"/>
              </a:rPr>
              <a:t> </a:t>
            </a:r>
            <a:r>
              <a:rPr lang="en-US" sz="1800" dirty="0" err="1">
                <a:sym typeface="+mn-ea"/>
              </a:rPr>
              <a:t>bukan</a:t>
            </a:r>
            <a:r>
              <a:rPr lang="en-US" sz="1800" dirty="0">
                <a:sym typeface="+mn-ea"/>
              </a:rPr>
              <a:t> </a:t>
            </a:r>
            <a:r>
              <a:rPr lang="en-US" sz="1800" dirty="0" err="1">
                <a:sym typeface="+mn-ea"/>
              </a:rPr>
              <a:t>semata-mata</a:t>
            </a:r>
            <a:r>
              <a:rPr lang="en-US" sz="1800" dirty="0">
                <a:sym typeface="+mn-ea"/>
              </a:rPr>
              <a:t> </a:t>
            </a:r>
            <a:r>
              <a:rPr lang="en-US" sz="1800" dirty="0" err="1">
                <a:sym typeface="+mn-ea"/>
              </a:rPr>
              <a:t>logika</a:t>
            </a:r>
            <a:r>
              <a:rPr lang="en-US" sz="1800" dirty="0">
                <a:sym typeface="+mn-ea"/>
              </a:rPr>
              <a:t> </a:t>
            </a:r>
            <a:r>
              <a:rPr lang="en-US" sz="1800" dirty="0" err="1">
                <a:sym typeface="+mn-ea"/>
              </a:rPr>
              <a:t>saja</a:t>
            </a:r>
            <a:r>
              <a:rPr lang="en-US" sz="1800" dirty="0">
                <a:sym typeface="+mn-ea"/>
              </a:rPr>
              <a:t> yang </a:t>
            </a:r>
            <a:r>
              <a:rPr lang="en-US" sz="1800" dirty="0" err="1">
                <a:sym typeface="+mn-ea"/>
              </a:rPr>
              <a:t>menjadi</a:t>
            </a:r>
            <a:r>
              <a:rPr lang="en-US" sz="1800" dirty="0">
                <a:sym typeface="+mn-ea"/>
              </a:rPr>
              <a:t> </a:t>
            </a:r>
            <a:r>
              <a:rPr lang="en-US" sz="1800" dirty="0" err="1">
                <a:sym typeface="+mn-ea"/>
              </a:rPr>
              <a:t>landasan</a:t>
            </a:r>
            <a:r>
              <a:rPr lang="en-US" sz="1800" dirty="0">
                <a:sym typeface="+mn-ea"/>
              </a:rPr>
              <a:t> </a:t>
            </a:r>
            <a:r>
              <a:rPr lang="en-US" sz="1800" dirty="0" err="1">
                <a:sym typeface="+mn-ea"/>
              </a:rPr>
              <a:t>konstitueringnya</a:t>
            </a:r>
            <a:r>
              <a:rPr lang="en-US" sz="1800" dirty="0">
                <a:sym typeface="+mn-ea"/>
              </a:rPr>
              <a:t>. </a:t>
            </a:r>
            <a:r>
              <a:rPr lang="en-US" sz="1800" dirty="0" err="1">
                <a:sym typeface="+mn-ea"/>
              </a:rPr>
              <a:t>Keadilan</a:t>
            </a:r>
            <a:r>
              <a:rPr lang="en-US" sz="1800" dirty="0">
                <a:sym typeface="+mn-ea"/>
              </a:rPr>
              <a:t> </a:t>
            </a:r>
            <a:r>
              <a:rPr lang="en-US" sz="1800" dirty="0" err="1">
                <a:sym typeface="+mn-ea"/>
              </a:rPr>
              <a:t>bukan</a:t>
            </a:r>
            <a:r>
              <a:rPr lang="en-US" sz="1800" dirty="0">
                <a:sym typeface="+mn-ea"/>
              </a:rPr>
              <a:t> </a:t>
            </a:r>
            <a:r>
              <a:rPr lang="en-US" sz="1800" dirty="0" err="1">
                <a:sym typeface="+mn-ea"/>
              </a:rPr>
              <a:t>hanya</a:t>
            </a:r>
            <a:r>
              <a:rPr lang="en-US" sz="1800" dirty="0">
                <a:sym typeface="+mn-ea"/>
              </a:rPr>
              <a:t> </a:t>
            </a:r>
            <a:r>
              <a:rPr lang="en-US" sz="1800" dirty="0" err="1">
                <a:sym typeface="+mn-ea"/>
              </a:rPr>
              <a:t>produk</a:t>
            </a:r>
            <a:r>
              <a:rPr lang="en-US" sz="1800" dirty="0">
                <a:sym typeface="+mn-ea"/>
              </a:rPr>
              <a:t> </a:t>
            </a:r>
            <a:r>
              <a:rPr lang="en-US" sz="1800" dirty="0" err="1">
                <a:sym typeface="+mn-ea"/>
              </a:rPr>
              <a:t>dari</a:t>
            </a:r>
            <a:r>
              <a:rPr lang="en-US" sz="1800" dirty="0">
                <a:sym typeface="+mn-ea"/>
              </a:rPr>
              <a:t> </a:t>
            </a:r>
            <a:r>
              <a:rPr lang="en-US" sz="1800" dirty="0" err="1">
                <a:sym typeface="+mn-ea"/>
              </a:rPr>
              <a:t>intelektual</a:t>
            </a:r>
            <a:r>
              <a:rPr lang="en-US" sz="1800" dirty="0">
                <a:sym typeface="+mn-ea"/>
              </a:rPr>
              <a:t> hakim</a:t>
            </a:r>
            <a:br>
              <a:rPr lang="en-US" sz="1800" dirty="0">
                <a:sym typeface="+mn-ea"/>
              </a:rPr>
            </a:br>
            <a:r>
              <a:rPr lang="en-US" sz="1800" dirty="0">
                <a:sym typeface="+mn-ea"/>
              </a:rPr>
              <a:t>"</a:t>
            </a:r>
            <a:r>
              <a:rPr lang="en-US" sz="1800" i="1" dirty="0">
                <a:sym typeface="+mn-ea"/>
              </a:rPr>
              <a:t>but of his spirit</a:t>
            </a:r>
            <a:r>
              <a:rPr lang="en-US" sz="1800" dirty="0">
                <a:sym typeface="+mn-ea"/>
              </a:rPr>
              <a:t>“.</a:t>
            </a:r>
            <a:endParaRPr lang="en-US" sz="1800" dirty="0"/>
          </a:p>
          <a:p>
            <a:pPr algn="r"/>
            <a:endParaRPr lang="en-US" sz="1200" dirty="0"/>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25"/>
          <p:cNvPicPr>
            <a:picLocks noGrp="1" noChangeAspect="1"/>
          </p:cNvPicPr>
          <p:nvPr>
            <p:ph type="pic" sz="quarter" idx="30"/>
          </p:nvPr>
        </p:nvPicPr>
        <p:blipFill>
          <a:blip r:embed="rId2">
            <a:extLst>
              <a:ext uri="{28A0092B-C50C-407E-A947-70E740481C1C}">
                <a14:useLocalDpi xmlns:a14="http://schemas.microsoft.com/office/drawing/2010/main" val="0"/>
              </a:ext>
            </a:extLst>
          </a:blip>
          <a:srcRect l="5015" r="5015"/>
          <a:stretch>
            <a:fillRect/>
          </a:stretch>
        </p:blipFill>
        <p:spPr/>
      </p:pic>
      <p:pic>
        <p:nvPicPr>
          <p:cNvPr id="28" name="Picture Placeholder 27"/>
          <p:cNvPicPr>
            <a:picLocks noGrp="1" noChangeAspect="1"/>
          </p:cNvPicPr>
          <p:nvPr>
            <p:ph type="pic" sz="quarter" idx="31"/>
          </p:nvPr>
        </p:nvPicPr>
        <p:blipFill>
          <a:blip r:embed="rId3" cstate="print">
            <a:extLst>
              <a:ext uri="{28A0092B-C50C-407E-A947-70E740481C1C}">
                <a14:useLocalDpi xmlns:a14="http://schemas.microsoft.com/office/drawing/2010/main" val="0"/>
              </a:ext>
            </a:extLst>
          </a:blip>
          <a:srcRect l="24696" r="24696"/>
          <a:stretch>
            <a:fillRect/>
          </a:stretch>
        </p:blipFill>
        <p:spPr/>
      </p:pic>
      <p:pic>
        <p:nvPicPr>
          <p:cNvPr id="32" name="Picture Placeholder 31"/>
          <p:cNvPicPr>
            <a:picLocks noGrp="1" noChangeAspect="1"/>
          </p:cNvPicPr>
          <p:nvPr>
            <p:ph type="pic" sz="quarter" idx="32"/>
          </p:nvPr>
        </p:nvPicPr>
        <p:blipFill>
          <a:blip r:embed="rId4">
            <a:extLst>
              <a:ext uri="{28A0092B-C50C-407E-A947-70E740481C1C}">
                <a14:useLocalDpi xmlns:a14="http://schemas.microsoft.com/office/drawing/2010/main" val="0"/>
              </a:ext>
            </a:extLst>
          </a:blip>
          <a:srcRect l="24081" r="24081"/>
          <a:stretch>
            <a:fillRect/>
          </a:stretch>
        </p:blipFill>
        <p:spPr/>
      </p:pic>
      <p:sp>
        <p:nvSpPr>
          <p:cNvPr id="2" name="Title 1"/>
          <p:cNvSpPr>
            <a:spLocks noGrp="1"/>
          </p:cNvSpPr>
          <p:nvPr>
            <p:ph type="title"/>
          </p:nvPr>
        </p:nvSpPr>
        <p:spPr>
          <a:xfrm>
            <a:off x="1420302" y="530805"/>
            <a:ext cx="9351395" cy="744961"/>
          </a:xfrm>
        </p:spPr>
        <p:txBody>
          <a:bodyPr>
            <a:noAutofit/>
          </a:bodyPr>
          <a:lstStyle/>
          <a:p>
            <a:pPr lvl="0"/>
            <a:r>
              <a:rPr lang="en-US" sz="2400" dirty="0"/>
              <a:t>PUTUSAN HAKIM AKAN BERKUALITAS</a:t>
            </a:r>
            <a:br>
              <a:rPr lang="en-US" sz="2000" dirty="0"/>
            </a:br>
            <a:r>
              <a:rPr lang="en-US" sz="2000" dirty="0"/>
              <a:t>BILA HAKIM MEMPUNYAI PENGETAHUAN DI BIDANG ILMU HUKUM:</a:t>
            </a:r>
            <a:endParaRPr lang="en-ID" sz="2000" dirty="0"/>
          </a:p>
        </p:txBody>
      </p:sp>
      <p:sp>
        <p:nvSpPr>
          <p:cNvPr id="9" name="Text Placeholder 8"/>
          <p:cNvSpPr>
            <a:spLocks noGrp="1"/>
          </p:cNvSpPr>
          <p:nvPr>
            <p:ph type="body" sz="quarter" idx="33"/>
          </p:nvPr>
        </p:nvSpPr>
        <p:spPr>
          <a:xfrm>
            <a:off x="838200" y="4167232"/>
            <a:ext cx="2230461" cy="335471"/>
          </a:xfrm>
        </p:spPr>
        <p:txBody>
          <a:bodyPr>
            <a:normAutofit fontScale="85000" lnSpcReduction="10000"/>
          </a:bodyPr>
          <a:lstStyle/>
          <a:p>
            <a:r>
              <a:rPr lang="en-US" dirty="0"/>
              <a:t>TEORI HUKUM</a:t>
            </a:r>
            <a:endParaRPr lang="en-ID" dirty="0"/>
          </a:p>
        </p:txBody>
      </p:sp>
      <p:sp>
        <p:nvSpPr>
          <p:cNvPr id="10" name="Text Placeholder 9"/>
          <p:cNvSpPr>
            <a:spLocks noGrp="1"/>
          </p:cNvSpPr>
          <p:nvPr>
            <p:ph type="body" sz="quarter" idx="34"/>
          </p:nvPr>
        </p:nvSpPr>
        <p:spPr/>
        <p:txBody>
          <a:bodyPr>
            <a:normAutofit fontScale="55000" lnSpcReduction="20000"/>
          </a:bodyPr>
          <a:lstStyle/>
          <a:p>
            <a:r>
              <a:rPr lang="en-ID" b="1" dirty="0" err="1"/>
              <a:t>Teori</a:t>
            </a:r>
            <a:r>
              <a:rPr lang="en-ID" b="1" dirty="0"/>
              <a:t> </a:t>
            </a:r>
            <a:r>
              <a:rPr lang="en-ID" b="1" dirty="0" err="1"/>
              <a:t>hukum</a:t>
            </a:r>
            <a:r>
              <a:rPr lang="en-ID" dirty="0"/>
              <a:t> ( </a:t>
            </a:r>
            <a:r>
              <a:rPr lang="en-ID" i="1" dirty="0"/>
              <a:t>legal theory</a:t>
            </a:r>
            <a:r>
              <a:rPr lang="en-ID" dirty="0"/>
              <a:t>) </a:t>
            </a:r>
            <a:r>
              <a:rPr lang="en-ID" dirty="0" err="1"/>
              <a:t>adalah</a:t>
            </a:r>
            <a:r>
              <a:rPr lang="en-ID" dirty="0"/>
              <a:t> </a:t>
            </a:r>
            <a:r>
              <a:rPr lang="en-ID" dirty="0" err="1"/>
              <a:t>pendalaman</a:t>
            </a:r>
            <a:r>
              <a:rPr lang="en-ID" dirty="0"/>
              <a:t> </a:t>
            </a:r>
            <a:r>
              <a:rPr lang="en-ID" dirty="0" err="1"/>
              <a:t>secara</a:t>
            </a:r>
            <a:r>
              <a:rPr lang="en-ID" dirty="0"/>
              <a:t> </a:t>
            </a:r>
            <a:r>
              <a:rPr lang="en-ID" dirty="0" err="1"/>
              <a:t>metodologis</a:t>
            </a:r>
            <a:r>
              <a:rPr lang="en-ID" dirty="0"/>
              <a:t> pada </a:t>
            </a:r>
            <a:r>
              <a:rPr lang="en-ID" dirty="0" err="1"/>
              <a:t>dasar</a:t>
            </a:r>
            <a:r>
              <a:rPr lang="en-ID" dirty="0"/>
              <a:t> dan </a:t>
            </a:r>
            <a:r>
              <a:rPr lang="en-ID" dirty="0" err="1"/>
              <a:t>latar</a:t>
            </a:r>
            <a:r>
              <a:rPr lang="en-ID" dirty="0"/>
              <a:t> </a:t>
            </a:r>
            <a:r>
              <a:rPr lang="en-ID" dirty="0" err="1"/>
              <a:t>belakang</a:t>
            </a:r>
            <a:r>
              <a:rPr lang="en-ID" dirty="0"/>
              <a:t> </a:t>
            </a:r>
            <a:r>
              <a:rPr lang="en-ID" dirty="0" err="1"/>
              <a:t>dalam</a:t>
            </a:r>
            <a:r>
              <a:rPr lang="en-ID" dirty="0"/>
              <a:t> </a:t>
            </a:r>
            <a:r>
              <a:rPr lang="en-ID" dirty="0" err="1"/>
              <a:t>mempelajari</a:t>
            </a:r>
            <a:r>
              <a:rPr lang="en-ID" dirty="0"/>
              <a:t> </a:t>
            </a:r>
            <a:r>
              <a:rPr lang="en-ID" dirty="0" err="1"/>
              <a:t>hukum</a:t>
            </a:r>
            <a:r>
              <a:rPr lang="en-ID" dirty="0"/>
              <a:t> </a:t>
            </a:r>
            <a:r>
              <a:rPr lang="en-ID" dirty="0" err="1"/>
              <a:t>secara</a:t>
            </a:r>
            <a:r>
              <a:rPr lang="en-ID" dirty="0"/>
              <a:t> </a:t>
            </a:r>
            <a:r>
              <a:rPr lang="en-ID" dirty="0" err="1"/>
              <a:t>luas</a:t>
            </a:r>
            <a:r>
              <a:rPr lang="en-ID" dirty="0"/>
              <a:t>.</a:t>
            </a:r>
          </a:p>
        </p:txBody>
      </p:sp>
      <p:sp>
        <p:nvSpPr>
          <p:cNvPr id="11" name="Text Placeholder 10"/>
          <p:cNvSpPr>
            <a:spLocks noGrp="1"/>
          </p:cNvSpPr>
          <p:nvPr>
            <p:ph type="body" sz="quarter" idx="35"/>
          </p:nvPr>
        </p:nvSpPr>
        <p:spPr>
          <a:xfrm>
            <a:off x="3596370" y="4092803"/>
            <a:ext cx="2230461" cy="452432"/>
          </a:xfrm>
        </p:spPr>
        <p:txBody>
          <a:bodyPr>
            <a:normAutofit fontScale="77500" lnSpcReduction="20000"/>
          </a:bodyPr>
          <a:lstStyle/>
          <a:p>
            <a:r>
              <a:rPr lang="en-US" dirty="0"/>
              <a:t>FILSAFAT HUKUM</a:t>
            </a:r>
            <a:endParaRPr lang="en-ID" dirty="0"/>
          </a:p>
        </p:txBody>
      </p:sp>
      <p:sp>
        <p:nvSpPr>
          <p:cNvPr id="12" name="Text Placeholder 11"/>
          <p:cNvSpPr>
            <a:spLocks noGrp="1"/>
          </p:cNvSpPr>
          <p:nvPr>
            <p:ph type="body" sz="quarter" idx="36"/>
          </p:nvPr>
        </p:nvSpPr>
        <p:spPr/>
        <p:txBody>
          <a:bodyPr>
            <a:normAutofit fontScale="92500"/>
          </a:bodyPr>
          <a:lstStyle/>
          <a:p>
            <a:r>
              <a:rPr lang="en-ID" sz="1400" b="1" dirty="0" err="1"/>
              <a:t>Filsafat</a:t>
            </a:r>
            <a:r>
              <a:rPr lang="en-ID" sz="1400" b="1" dirty="0"/>
              <a:t> </a:t>
            </a:r>
            <a:r>
              <a:rPr lang="en-ID" sz="1400" b="1" dirty="0" err="1"/>
              <a:t>hukum</a:t>
            </a:r>
            <a:r>
              <a:rPr lang="en-ID" sz="1400" dirty="0"/>
              <a:t> </a:t>
            </a:r>
            <a:r>
              <a:rPr lang="en-ID" sz="1400" dirty="0" err="1"/>
              <a:t>adalah</a:t>
            </a:r>
            <a:r>
              <a:rPr lang="en-ID" sz="1400" dirty="0"/>
              <a:t> </a:t>
            </a:r>
            <a:r>
              <a:rPr lang="en-ID" sz="1400" dirty="0" err="1"/>
              <a:t>cabang</a:t>
            </a:r>
            <a:r>
              <a:rPr lang="en-ID" sz="1400" dirty="0"/>
              <a:t> </a:t>
            </a:r>
            <a:r>
              <a:rPr lang="en-ID" sz="1400" dirty="0" err="1"/>
              <a:t>filsafat</a:t>
            </a:r>
            <a:r>
              <a:rPr lang="en-ID" sz="1400" dirty="0"/>
              <a:t>  yang </a:t>
            </a:r>
            <a:r>
              <a:rPr lang="en-ID" sz="1400" dirty="0" err="1"/>
              <a:t>membicarakan</a:t>
            </a:r>
            <a:r>
              <a:rPr lang="en-ID" sz="1400" dirty="0"/>
              <a:t> </a:t>
            </a:r>
            <a:r>
              <a:rPr lang="en-ID" sz="1400" dirty="0" err="1"/>
              <a:t>apa</a:t>
            </a:r>
            <a:r>
              <a:rPr lang="en-ID" sz="1400" dirty="0"/>
              <a:t> </a:t>
            </a:r>
            <a:r>
              <a:rPr lang="en-ID" sz="1400" dirty="0" err="1"/>
              <a:t>hakikat</a:t>
            </a:r>
            <a:r>
              <a:rPr lang="en-ID" sz="1400" dirty="0"/>
              <a:t> </a:t>
            </a:r>
            <a:r>
              <a:rPr lang="en-ID" sz="1400" dirty="0" err="1"/>
              <a:t>hukum</a:t>
            </a:r>
            <a:r>
              <a:rPr lang="en-ID" sz="1400" dirty="0"/>
              <a:t> </a:t>
            </a:r>
            <a:r>
              <a:rPr lang="en-ID" sz="1400" dirty="0" err="1"/>
              <a:t>itu</a:t>
            </a:r>
            <a:r>
              <a:rPr lang="en-ID" sz="1400" dirty="0"/>
              <a:t>, </a:t>
            </a:r>
            <a:r>
              <a:rPr lang="en-ID" sz="1400" dirty="0" err="1"/>
              <a:t>apa</a:t>
            </a:r>
            <a:r>
              <a:rPr lang="en-ID" sz="1400" dirty="0"/>
              <a:t> </a:t>
            </a:r>
            <a:r>
              <a:rPr lang="en-ID" sz="1400" dirty="0" err="1"/>
              <a:t>tujuannya</a:t>
            </a:r>
            <a:r>
              <a:rPr lang="en-ID" sz="1400" dirty="0"/>
              <a:t>, </a:t>
            </a:r>
            <a:r>
              <a:rPr lang="en-ID" sz="1400" dirty="0" err="1"/>
              <a:t>mengapa</a:t>
            </a:r>
            <a:r>
              <a:rPr lang="en-ID" sz="1400" dirty="0"/>
              <a:t> </a:t>
            </a:r>
            <a:r>
              <a:rPr lang="en-ID" sz="1400" dirty="0" err="1"/>
              <a:t>dia</a:t>
            </a:r>
            <a:r>
              <a:rPr lang="en-ID" sz="1400" dirty="0"/>
              <a:t> </a:t>
            </a:r>
            <a:r>
              <a:rPr lang="en-ID" sz="1400" dirty="0" err="1"/>
              <a:t>ada</a:t>
            </a:r>
            <a:r>
              <a:rPr lang="en-ID" sz="1400" dirty="0"/>
              <a:t> dan </a:t>
            </a:r>
            <a:r>
              <a:rPr lang="en-ID" sz="1400" dirty="0" err="1"/>
              <a:t>mengapa</a:t>
            </a:r>
            <a:r>
              <a:rPr lang="en-ID" sz="1400" dirty="0"/>
              <a:t> orang </a:t>
            </a:r>
            <a:r>
              <a:rPr lang="en-ID" sz="1400" dirty="0" err="1"/>
              <a:t>harus</a:t>
            </a:r>
            <a:r>
              <a:rPr lang="en-ID" sz="1400" dirty="0"/>
              <a:t> </a:t>
            </a:r>
            <a:r>
              <a:rPr lang="en-ID" sz="1400" dirty="0" err="1"/>
              <a:t>tunduk</a:t>
            </a:r>
            <a:r>
              <a:rPr lang="en-ID" sz="1400" dirty="0"/>
              <a:t> </a:t>
            </a:r>
            <a:r>
              <a:rPr lang="en-ID" sz="1400" dirty="0" err="1"/>
              <a:t>kepada</a:t>
            </a:r>
            <a:r>
              <a:rPr lang="en-ID" sz="1400" dirty="0"/>
              <a:t> </a:t>
            </a:r>
            <a:r>
              <a:rPr lang="en-ID" sz="1400" dirty="0" err="1"/>
              <a:t>hukum</a:t>
            </a:r>
            <a:r>
              <a:rPr lang="en-ID" sz="1400" dirty="0"/>
              <a:t>.</a:t>
            </a:r>
          </a:p>
        </p:txBody>
      </p:sp>
      <p:sp>
        <p:nvSpPr>
          <p:cNvPr id="17" name="Text Placeholder 16"/>
          <p:cNvSpPr>
            <a:spLocks noGrp="1"/>
          </p:cNvSpPr>
          <p:nvPr>
            <p:ph type="body" sz="quarter" idx="37"/>
          </p:nvPr>
        </p:nvSpPr>
        <p:spPr>
          <a:xfrm>
            <a:off x="6294414" y="4103436"/>
            <a:ext cx="2230461" cy="452432"/>
          </a:xfrm>
        </p:spPr>
        <p:txBody>
          <a:bodyPr>
            <a:normAutofit fontScale="77500" lnSpcReduction="20000"/>
          </a:bodyPr>
          <a:lstStyle/>
          <a:p>
            <a:r>
              <a:rPr lang="en-US" dirty="0"/>
              <a:t>SOSIOLOGI HUKUM</a:t>
            </a:r>
            <a:endParaRPr lang="en-ID" dirty="0"/>
          </a:p>
        </p:txBody>
      </p:sp>
      <p:sp>
        <p:nvSpPr>
          <p:cNvPr id="18" name="Text Placeholder 17"/>
          <p:cNvSpPr>
            <a:spLocks noGrp="1"/>
          </p:cNvSpPr>
          <p:nvPr>
            <p:ph type="body" sz="quarter" idx="38"/>
          </p:nvPr>
        </p:nvSpPr>
        <p:spPr/>
        <p:txBody>
          <a:bodyPr>
            <a:normAutofit fontScale="55000" lnSpcReduction="20000"/>
          </a:bodyPr>
          <a:lstStyle/>
          <a:p>
            <a:r>
              <a:rPr lang="en-ID" b="1" dirty="0" err="1"/>
              <a:t>Sosiologi</a:t>
            </a:r>
            <a:r>
              <a:rPr lang="en-ID" b="1" dirty="0"/>
              <a:t> </a:t>
            </a:r>
            <a:r>
              <a:rPr lang="en-ID" b="1" dirty="0" err="1"/>
              <a:t>hukum</a:t>
            </a:r>
            <a:r>
              <a:rPr lang="en-ID" dirty="0"/>
              <a:t> </a:t>
            </a:r>
            <a:r>
              <a:rPr lang="en-ID" dirty="0" err="1"/>
              <a:t>adalah</a:t>
            </a:r>
            <a:r>
              <a:rPr lang="en-ID" dirty="0"/>
              <a:t> </a:t>
            </a:r>
            <a:r>
              <a:rPr lang="en-ID" dirty="0" err="1"/>
              <a:t>ilmu</a:t>
            </a:r>
            <a:r>
              <a:rPr lang="en-ID" dirty="0"/>
              <a:t> yang </a:t>
            </a:r>
            <a:r>
              <a:rPr lang="en-ID" dirty="0" err="1"/>
              <a:t>mempelajari</a:t>
            </a:r>
            <a:r>
              <a:rPr lang="en-ID" dirty="0"/>
              <a:t> </a:t>
            </a:r>
            <a:r>
              <a:rPr lang="en-ID" dirty="0" err="1"/>
              <a:t>hubungan</a:t>
            </a:r>
            <a:r>
              <a:rPr lang="en-ID" dirty="0"/>
              <a:t> </a:t>
            </a:r>
            <a:r>
              <a:rPr lang="en-ID" dirty="0" err="1"/>
              <a:t>timbal</a:t>
            </a:r>
            <a:r>
              <a:rPr lang="en-ID" dirty="0"/>
              <a:t> </a:t>
            </a:r>
            <a:r>
              <a:rPr lang="en-ID" dirty="0" err="1"/>
              <a:t>balik</a:t>
            </a:r>
            <a:r>
              <a:rPr lang="en-ID" dirty="0"/>
              <a:t> </a:t>
            </a:r>
            <a:r>
              <a:rPr lang="en-ID" dirty="0" err="1"/>
              <a:t>antara</a:t>
            </a:r>
            <a:r>
              <a:rPr lang="en-ID" dirty="0"/>
              <a:t> </a:t>
            </a:r>
            <a:r>
              <a:rPr lang="en-ID" dirty="0" err="1"/>
              <a:t>hukum</a:t>
            </a:r>
            <a:r>
              <a:rPr lang="en-ID" dirty="0"/>
              <a:t> </a:t>
            </a:r>
            <a:r>
              <a:rPr lang="en-ID" dirty="0" err="1"/>
              <a:t>dengan</a:t>
            </a:r>
            <a:r>
              <a:rPr lang="en-ID" dirty="0"/>
              <a:t> </a:t>
            </a:r>
            <a:r>
              <a:rPr lang="en-ID" dirty="0" err="1"/>
              <a:t>gejala-gejala</a:t>
            </a:r>
            <a:r>
              <a:rPr lang="en-ID" dirty="0"/>
              <a:t> </a:t>
            </a:r>
            <a:r>
              <a:rPr lang="en-ID" dirty="0" err="1"/>
              <a:t>sosial</a:t>
            </a:r>
            <a:r>
              <a:rPr lang="en-ID" dirty="0"/>
              <a:t> </a:t>
            </a:r>
            <a:r>
              <a:rPr lang="en-ID" dirty="0" err="1"/>
              <a:t>lainnya</a:t>
            </a:r>
            <a:r>
              <a:rPr lang="en-ID" dirty="0"/>
              <a:t> </a:t>
            </a:r>
            <a:r>
              <a:rPr lang="en-ID" dirty="0" err="1"/>
              <a:t>secara</a:t>
            </a:r>
            <a:r>
              <a:rPr lang="en-ID" dirty="0"/>
              <a:t> </a:t>
            </a:r>
            <a:r>
              <a:rPr lang="en-ID" dirty="0" err="1"/>
              <a:t>empiris</a:t>
            </a:r>
            <a:r>
              <a:rPr lang="en-ID" dirty="0"/>
              <a:t> </a:t>
            </a:r>
            <a:r>
              <a:rPr lang="en-ID" dirty="0" err="1"/>
              <a:t>analitis</a:t>
            </a:r>
            <a:r>
              <a:rPr lang="en-ID" dirty="0"/>
              <a:t>.</a:t>
            </a:r>
          </a:p>
        </p:txBody>
      </p:sp>
      <p:sp>
        <p:nvSpPr>
          <p:cNvPr id="19" name="Text Placeholder 18"/>
          <p:cNvSpPr>
            <a:spLocks noGrp="1"/>
          </p:cNvSpPr>
          <p:nvPr>
            <p:ph type="body" sz="quarter" idx="39"/>
          </p:nvPr>
        </p:nvSpPr>
        <p:spPr>
          <a:xfrm>
            <a:off x="9075164" y="4071537"/>
            <a:ext cx="2230461" cy="452432"/>
          </a:xfrm>
        </p:spPr>
        <p:txBody>
          <a:bodyPr>
            <a:normAutofit fontScale="77500" lnSpcReduction="20000"/>
          </a:bodyPr>
          <a:lstStyle/>
          <a:p>
            <a:r>
              <a:rPr lang="en-US" dirty="0"/>
              <a:t>SUMBER HUKUM</a:t>
            </a:r>
            <a:endParaRPr lang="en-ID" dirty="0"/>
          </a:p>
        </p:txBody>
      </p:sp>
      <p:sp>
        <p:nvSpPr>
          <p:cNvPr id="20" name="Text Placeholder 19"/>
          <p:cNvSpPr>
            <a:spLocks noGrp="1"/>
          </p:cNvSpPr>
          <p:nvPr>
            <p:ph type="body" sz="quarter" idx="40"/>
          </p:nvPr>
        </p:nvSpPr>
        <p:spPr/>
        <p:txBody>
          <a:bodyPr>
            <a:normAutofit fontScale="62500" lnSpcReduction="20000"/>
          </a:bodyPr>
          <a:lstStyle/>
          <a:p>
            <a:r>
              <a:rPr lang="en-ID" b="1" dirty="0" err="1"/>
              <a:t>Sumber</a:t>
            </a:r>
            <a:r>
              <a:rPr lang="en-ID" b="1" dirty="0"/>
              <a:t> </a:t>
            </a:r>
            <a:r>
              <a:rPr lang="en-ID" b="1" dirty="0" err="1"/>
              <a:t>hukum</a:t>
            </a:r>
            <a:r>
              <a:rPr lang="en-ID" b="1" dirty="0"/>
              <a:t> </a:t>
            </a:r>
            <a:r>
              <a:rPr lang="en-ID" dirty="0" err="1"/>
              <a:t>adalah</a:t>
            </a:r>
            <a:r>
              <a:rPr lang="en-ID" dirty="0"/>
              <a:t> </a:t>
            </a:r>
            <a:r>
              <a:rPr lang="en-ID" dirty="0" err="1"/>
              <a:t>asal-usul</a:t>
            </a:r>
            <a:r>
              <a:rPr lang="en-ID" dirty="0"/>
              <a:t> </a:t>
            </a:r>
            <a:r>
              <a:rPr lang="en-ID" dirty="0" err="1"/>
              <a:t>hukum</a:t>
            </a:r>
            <a:r>
              <a:rPr lang="en-ID" dirty="0"/>
              <a:t>, </a:t>
            </a:r>
            <a:r>
              <a:rPr lang="en-ID" dirty="0" err="1"/>
              <a:t>aturan</a:t>
            </a:r>
            <a:r>
              <a:rPr lang="en-ID" dirty="0"/>
              <a:t> yang </a:t>
            </a:r>
            <a:r>
              <a:rPr lang="en-ID" dirty="0" err="1"/>
              <a:t>mengikat</a:t>
            </a:r>
            <a:r>
              <a:rPr lang="en-ID" dirty="0"/>
              <a:t> yang </a:t>
            </a:r>
            <a:r>
              <a:rPr lang="en-ID" dirty="0" err="1"/>
              <a:t>memungkinkan</a:t>
            </a:r>
            <a:r>
              <a:rPr lang="en-ID" dirty="0"/>
              <a:t> </a:t>
            </a:r>
            <a:r>
              <a:rPr lang="en-ID" dirty="0" err="1"/>
              <a:t>setiap</a:t>
            </a:r>
            <a:r>
              <a:rPr lang="en-ID" dirty="0"/>
              <a:t> negara </a:t>
            </a:r>
            <a:r>
              <a:rPr lang="en-ID" dirty="0" err="1"/>
              <a:t>bagian</a:t>
            </a:r>
            <a:r>
              <a:rPr lang="en-ID" dirty="0"/>
              <a:t> </a:t>
            </a:r>
            <a:r>
              <a:rPr lang="en-ID" dirty="0" err="1"/>
              <a:t>untuk</a:t>
            </a:r>
            <a:r>
              <a:rPr lang="en-ID" dirty="0"/>
              <a:t> </a:t>
            </a:r>
            <a:r>
              <a:rPr lang="en-ID" dirty="0" err="1"/>
              <a:t>mengatur</a:t>
            </a:r>
            <a:r>
              <a:rPr lang="en-ID" dirty="0"/>
              <a:t> </a:t>
            </a:r>
            <a:r>
              <a:rPr lang="en-ID" dirty="0" err="1"/>
              <a:t>wilayahnya</a:t>
            </a:r>
            <a:r>
              <a:rPr lang="en-ID" dirty="0"/>
              <a:t>.</a:t>
            </a: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24" name="Picture Placeholder 23"/>
          <p:cNvPicPr>
            <a:picLocks noGrp="1" noChangeAspect="1"/>
          </p:cNvPicPr>
          <p:nvPr>
            <p:ph type="pic" sz="quarter" idx="29"/>
          </p:nvPr>
        </p:nvPicPr>
        <p:blipFill>
          <a:blip r:embed="rId6" cstate="print">
            <a:extLst>
              <a:ext uri="{28A0092B-C50C-407E-A947-70E740481C1C}">
                <a14:useLocalDpi xmlns:a14="http://schemas.microsoft.com/office/drawing/2010/main" val="0"/>
              </a:ext>
            </a:extLst>
          </a:blip>
          <a:srcRect l="23009" r="23009"/>
          <a:stretch>
            <a:fillRect/>
          </a:stretch>
        </p:blip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4352" y="652660"/>
            <a:ext cx="4498533" cy="615553"/>
          </a:xfrm>
        </p:spPr>
        <p:txBody>
          <a:bodyPr/>
          <a:lstStyle/>
          <a:p>
            <a:r>
              <a:rPr lang="en-US" dirty="0"/>
              <a:t>TUGAS HAKIM</a:t>
            </a:r>
            <a:endParaRPr lang="en-ID" dirty="0"/>
          </a:p>
        </p:txBody>
      </p:sp>
      <p:graphicFrame>
        <p:nvGraphicFramePr>
          <p:cNvPr id="5" name="SmartArt Placeholder 4"/>
          <p:cNvGraphicFramePr>
            <a:graphicFrameLocks noGrp="1"/>
          </p:cNvGraphicFramePr>
          <p:nvPr>
            <p:ph type="pic" sz="quarter" idx="13"/>
          </p:nvPr>
        </p:nvGraphicFramePr>
        <p:xfrm>
          <a:off x="754063" y="1922463"/>
          <a:ext cx="10679112" cy="3975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814" y="1371601"/>
            <a:ext cx="5298102" cy="762931"/>
          </a:xfrm>
        </p:spPr>
        <p:txBody>
          <a:bodyPr>
            <a:normAutofit/>
          </a:bodyPr>
          <a:lstStyle/>
          <a:p>
            <a:r>
              <a:rPr lang="en-US" dirty="0"/>
              <a:t>MENGKONSTATIR</a:t>
            </a:r>
            <a:endParaRPr lang="en-ID" dirty="0"/>
          </a:p>
        </p:txBody>
      </p:sp>
      <p:sp>
        <p:nvSpPr>
          <p:cNvPr id="3" name="Content Placeholder 2"/>
          <p:cNvSpPr>
            <a:spLocks noGrp="1"/>
          </p:cNvSpPr>
          <p:nvPr>
            <p:ph type="body" sz="quarter" idx="17"/>
          </p:nvPr>
        </p:nvSpPr>
        <p:spPr>
          <a:xfrm>
            <a:off x="636814" y="2744366"/>
            <a:ext cx="4475126" cy="2742033"/>
          </a:xfrm>
        </p:spPr>
        <p:txBody>
          <a:bodyPr>
            <a:normAutofit lnSpcReduction="10000"/>
          </a:bodyPr>
          <a:lstStyle/>
          <a:p>
            <a:r>
              <a:rPr lang="en-US" dirty="0"/>
              <a:t>M</a:t>
            </a:r>
            <a:r>
              <a:rPr lang="id-ID" dirty="0"/>
              <a:t>elihat, mengakui atau membenarkan telah terjadinya suatu peristiwa yang diajukan oleh para pihak yang</a:t>
            </a:r>
            <a:r>
              <a:rPr lang="en-US" dirty="0"/>
              <a:t> </a:t>
            </a:r>
            <a:r>
              <a:rPr lang="id-ID" dirty="0"/>
              <a:t>berperkara</a:t>
            </a:r>
            <a:r>
              <a:rPr lang="en-US" dirty="0"/>
              <a:t>.</a:t>
            </a:r>
            <a:endParaRPr lang="id-ID" dirty="0"/>
          </a:p>
          <a:p>
            <a:endParaRPr lang="en-ID" dirty="0"/>
          </a:p>
          <a:p>
            <a:endParaRPr lang="en-ID" dirty="0"/>
          </a:p>
        </p:txBody>
      </p:sp>
      <p:pic>
        <p:nvPicPr>
          <p:cNvPr id="6" name="Picture Placeholder 5"/>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11114" r="11114"/>
          <a:stretch>
            <a:fillRect/>
          </a:stretch>
        </p:blipFill>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MENGKUALIFISIR</a:t>
            </a:r>
            <a:endParaRPr lang="en-ID" dirty="0"/>
          </a:p>
        </p:txBody>
      </p:sp>
      <p:sp>
        <p:nvSpPr>
          <p:cNvPr id="3" name="Content Placeholder 2"/>
          <p:cNvSpPr>
            <a:spLocks noGrp="1"/>
          </p:cNvSpPr>
          <p:nvPr>
            <p:ph type="body" sz="quarter" idx="17"/>
          </p:nvPr>
        </p:nvSpPr>
        <p:spPr/>
        <p:txBody>
          <a:bodyPr>
            <a:normAutofit fontScale="92500" lnSpcReduction="20000"/>
          </a:bodyPr>
          <a:lstStyle/>
          <a:p>
            <a:r>
              <a:rPr lang="en-US" dirty="0"/>
              <a:t>Menilai </a:t>
            </a:r>
            <a:r>
              <a:rPr lang="id-ID" dirty="0"/>
              <a:t>peristiwa yang telah dianggap benar-benar terjadi dengan cara memilih kejadian-kejadian atau peristiwa-peristiwa hukum dari hasil pemeriksaan di persidangan</a:t>
            </a:r>
            <a:r>
              <a:rPr lang="en-US" dirty="0"/>
              <a:t>.</a:t>
            </a:r>
            <a:endParaRPr lang="id-ID" dirty="0"/>
          </a:p>
          <a:p>
            <a:endParaRPr lang="en-ID" dirty="0"/>
          </a:p>
        </p:txBody>
      </p:sp>
      <p:pic>
        <p:nvPicPr>
          <p:cNvPr id="10" name="Picture Placeholder 9"/>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348" r="21348"/>
          <a:stretch>
            <a:fillRect/>
          </a:stretch>
        </p:blipFill>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6123" y="1345257"/>
            <a:ext cx="5298102" cy="962014"/>
          </a:xfrm>
        </p:spPr>
        <p:txBody>
          <a:bodyPr/>
          <a:lstStyle/>
          <a:p>
            <a:r>
              <a:rPr lang="en-US" dirty="0"/>
              <a:t>MENGKONSTITUIR</a:t>
            </a:r>
            <a:endParaRPr lang="en-ID" dirty="0"/>
          </a:p>
        </p:txBody>
      </p:sp>
      <p:sp>
        <p:nvSpPr>
          <p:cNvPr id="3" name="Content Placeholder 2"/>
          <p:cNvSpPr>
            <a:spLocks noGrp="1"/>
          </p:cNvSpPr>
          <p:nvPr>
            <p:ph type="body" sz="quarter" idx="17"/>
          </p:nvPr>
        </p:nvSpPr>
        <p:spPr>
          <a:xfrm>
            <a:off x="7159099" y="2659971"/>
            <a:ext cx="4475126" cy="2742033"/>
          </a:xfrm>
        </p:spPr>
        <p:txBody>
          <a:bodyPr/>
          <a:lstStyle/>
          <a:p>
            <a:r>
              <a:rPr lang="id-ID" dirty="0"/>
              <a:t>Menetapkan hukumnya dan penetapkan hukum itu merupakan jawaban dari pada petitum yang dimohon ol</a:t>
            </a:r>
            <a:r>
              <a:rPr lang="en-US" dirty="0"/>
              <a:t>eh</a:t>
            </a:r>
            <a:r>
              <a:rPr lang="id-ID" dirty="0"/>
              <a:t> Penggugat</a:t>
            </a:r>
            <a:endParaRPr lang="en-ID"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0674" y="2929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1" name="Picture Placeholder 10"/>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1300" r="11300"/>
          <a:stretch>
            <a:fillRect/>
          </a:stretch>
        </p:blip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28CDFF87-0E27-4EEA-87BE-6A0E7EAF6CA0}"/>
              </a:ext>
            </a:extLst>
          </p:cNvPr>
          <p:cNvSpPr>
            <a:spLocks noGrp="1"/>
          </p:cNvSpPr>
          <p:nvPr>
            <p:ph type="title"/>
          </p:nvPr>
        </p:nvSpPr>
        <p:spPr>
          <a:xfrm>
            <a:off x="5426779" y="460922"/>
            <a:ext cx="6200307" cy="1330549"/>
          </a:xfrm>
        </p:spPr>
        <p:txBody>
          <a:bodyPr>
            <a:normAutofit fontScale="90000"/>
          </a:bodyPr>
          <a:lstStyle/>
          <a:p>
            <a:r>
              <a:rPr lang="en-US" dirty="0" err="1"/>
              <a:t>Asas-Asas</a:t>
            </a:r>
            <a:r>
              <a:rPr lang="en-US" dirty="0"/>
              <a:t> </a:t>
            </a:r>
            <a:br>
              <a:rPr lang="en-US" dirty="0"/>
            </a:br>
            <a:r>
              <a:rPr lang="en-US" dirty="0" err="1"/>
              <a:t>Hukum</a:t>
            </a:r>
            <a:r>
              <a:rPr lang="en-US" dirty="0"/>
              <a:t> </a:t>
            </a:r>
            <a:r>
              <a:rPr lang="en-US" dirty="0" err="1"/>
              <a:t>Pembuktian</a:t>
            </a:r>
            <a:br>
              <a:rPr lang="en-US" dirty="0"/>
            </a:br>
            <a:r>
              <a:rPr lang="en-US" sz="2700" dirty="0" err="1">
                <a:solidFill>
                  <a:schemeClr val="tx1"/>
                </a:solidFill>
              </a:rPr>
              <a:t>Menurut</a:t>
            </a:r>
            <a:r>
              <a:rPr lang="en-US" sz="2700" dirty="0">
                <a:solidFill>
                  <a:schemeClr val="tx1"/>
                </a:solidFill>
              </a:rPr>
              <a:t> Prof. Ahmad Ali</a:t>
            </a:r>
            <a:endParaRPr lang="en-US" dirty="0">
              <a:solidFill>
                <a:schemeClr val="tx1"/>
              </a:solidFill>
            </a:endParaRPr>
          </a:p>
        </p:txBody>
      </p:sp>
      <p:sp>
        <p:nvSpPr>
          <p:cNvPr id="29" name="Text Placeholder 28">
            <a:extLst>
              <a:ext uri="{FF2B5EF4-FFF2-40B4-BE49-F238E27FC236}">
                <a16:creationId xmlns:a16="http://schemas.microsoft.com/office/drawing/2014/main" id="{7C89B9D4-C0CB-4478-A351-D2D30EEA37B9}"/>
              </a:ext>
            </a:extLst>
          </p:cNvPr>
          <p:cNvSpPr>
            <a:spLocks noGrp="1"/>
          </p:cNvSpPr>
          <p:nvPr>
            <p:ph type="body" sz="quarter" idx="14"/>
          </p:nvPr>
        </p:nvSpPr>
        <p:spPr>
          <a:xfrm>
            <a:off x="5852059" y="1838706"/>
            <a:ext cx="5543156" cy="4690407"/>
          </a:xfrm>
        </p:spPr>
        <p:txBody>
          <a:bodyPr>
            <a:normAutofit/>
          </a:bodyPr>
          <a:lstStyle/>
          <a:p>
            <a:pPr marL="514350" indent="-514350">
              <a:spcBef>
                <a:spcPts val="0"/>
              </a:spcBef>
              <a:buFont typeface="+mj-lt"/>
              <a:buAutoNum type="arabicPeriod"/>
            </a:pPr>
            <a:r>
              <a:rPr lang="en-US" dirty="0" err="1"/>
              <a:t>Asas</a:t>
            </a:r>
            <a:r>
              <a:rPr lang="en-US" dirty="0"/>
              <a:t> </a:t>
            </a:r>
            <a:r>
              <a:rPr lang="en-US" i="1" dirty="0">
                <a:solidFill>
                  <a:srgbClr val="C00000"/>
                </a:solidFill>
              </a:rPr>
              <a:t>Audi Et Alteram Partem</a:t>
            </a:r>
          </a:p>
          <a:p>
            <a:pPr marL="514350" indent="-514350">
              <a:spcBef>
                <a:spcPts val="0"/>
              </a:spcBef>
              <a:buFont typeface="+mj-lt"/>
              <a:buAutoNum type="arabicPeriod"/>
            </a:pPr>
            <a:r>
              <a:rPr lang="en-US" dirty="0" err="1">
                <a:solidFill>
                  <a:srgbClr val="C00000"/>
                </a:solidFill>
              </a:rPr>
              <a:t>Asas</a:t>
            </a:r>
            <a:r>
              <a:rPr lang="en-US" dirty="0">
                <a:solidFill>
                  <a:srgbClr val="C00000"/>
                </a:solidFill>
              </a:rPr>
              <a:t> </a:t>
            </a:r>
            <a:r>
              <a:rPr lang="en-US" i="1" dirty="0" err="1"/>
              <a:t>Ius</a:t>
            </a:r>
            <a:r>
              <a:rPr lang="en-US" i="1" dirty="0"/>
              <a:t> Curia </a:t>
            </a:r>
            <a:r>
              <a:rPr lang="en-US" i="1" dirty="0" err="1"/>
              <a:t>Novit</a:t>
            </a:r>
            <a:endParaRPr lang="en-US" i="1" dirty="0"/>
          </a:p>
          <a:p>
            <a:pPr marL="514350" indent="-514350">
              <a:spcBef>
                <a:spcPts val="0"/>
              </a:spcBef>
              <a:buFont typeface="+mj-lt"/>
              <a:buAutoNum type="arabicPeriod"/>
            </a:pPr>
            <a:r>
              <a:rPr lang="en-US" dirty="0" err="1"/>
              <a:t>Asas</a:t>
            </a:r>
            <a:r>
              <a:rPr lang="en-US" dirty="0"/>
              <a:t> </a:t>
            </a:r>
            <a:r>
              <a:rPr lang="en-US" i="1" dirty="0">
                <a:solidFill>
                  <a:srgbClr val="C00000"/>
                </a:solidFill>
              </a:rPr>
              <a:t>Nemo Testis </a:t>
            </a:r>
            <a:r>
              <a:rPr lang="en-US" i="1" dirty="0" err="1">
                <a:solidFill>
                  <a:srgbClr val="C00000"/>
                </a:solidFill>
              </a:rPr>
              <a:t>Indoneus</a:t>
            </a:r>
            <a:r>
              <a:rPr lang="en-US" i="1" dirty="0">
                <a:solidFill>
                  <a:srgbClr val="C00000"/>
                </a:solidFill>
              </a:rPr>
              <a:t> In Propria Causa</a:t>
            </a:r>
          </a:p>
          <a:p>
            <a:pPr marL="514350" indent="-514350">
              <a:spcBef>
                <a:spcPts val="0"/>
              </a:spcBef>
              <a:buFont typeface="+mj-lt"/>
              <a:buAutoNum type="arabicPeriod"/>
            </a:pPr>
            <a:r>
              <a:rPr lang="en-US" dirty="0" err="1">
                <a:solidFill>
                  <a:srgbClr val="C00000"/>
                </a:solidFill>
              </a:rPr>
              <a:t>Asas</a:t>
            </a:r>
            <a:r>
              <a:rPr lang="en-US" dirty="0">
                <a:solidFill>
                  <a:srgbClr val="C00000"/>
                </a:solidFill>
              </a:rPr>
              <a:t> </a:t>
            </a:r>
            <a:r>
              <a:rPr lang="en-US" i="1" dirty="0"/>
              <a:t>Ultra Ne </a:t>
            </a:r>
            <a:r>
              <a:rPr lang="en-US" i="1" dirty="0" err="1"/>
              <a:t>Petita</a:t>
            </a:r>
            <a:endParaRPr lang="en-US" i="1" dirty="0"/>
          </a:p>
          <a:p>
            <a:pPr marL="514350" indent="-514350">
              <a:spcBef>
                <a:spcPts val="0"/>
              </a:spcBef>
              <a:buFont typeface="+mj-lt"/>
              <a:buAutoNum type="arabicPeriod"/>
            </a:pPr>
            <a:r>
              <a:rPr lang="en-US" dirty="0" err="1"/>
              <a:t>Asas</a:t>
            </a:r>
            <a:r>
              <a:rPr lang="en-US" dirty="0"/>
              <a:t> </a:t>
            </a:r>
            <a:r>
              <a:rPr lang="en-US" i="1" dirty="0">
                <a:solidFill>
                  <a:srgbClr val="C00000"/>
                </a:solidFill>
              </a:rPr>
              <a:t>De </a:t>
            </a:r>
            <a:r>
              <a:rPr lang="en-US" i="1" dirty="0" err="1">
                <a:solidFill>
                  <a:srgbClr val="C00000"/>
                </a:solidFill>
              </a:rPr>
              <a:t>Gustibus</a:t>
            </a:r>
            <a:r>
              <a:rPr lang="en-US" i="1" dirty="0">
                <a:solidFill>
                  <a:srgbClr val="C00000"/>
                </a:solidFill>
              </a:rPr>
              <a:t> Non Est </a:t>
            </a:r>
            <a:r>
              <a:rPr lang="en-US" i="1" dirty="0" err="1">
                <a:solidFill>
                  <a:srgbClr val="C00000"/>
                </a:solidFill>
              </a:rPr>
              <a:t>Disputandum</a:t>
            </a:r>
            <a:endParaRPr lang="en-US" i="1" dirty="0">
              <a:solidFill>
                <a:srgbClr val="C00000"/>
              </a:solidFill>
            </a:endParaRPr>
          </a:p>
          <a:p>
            <a:pPr marL="514350" indent="-514350">
              <a:spcBef>
                <a:spcPts val="0"/>
              </a:spcBef>
              <a:buFont typeface="+mj-lt"/>
              <a:buAutoNum type="arabicPeriod"/>
            </a:pPr>
            <a:r>
              <a:rPr lang="en-US" dirty="0" err="1">
                <a:solidFill>
                  <a:srgbClr val="C00000"/>
                </a:solidFill>
              </a:rPr>
              <a:t>Asas</a:t>
            </a:r>
            <a:r>
              <a:rPr lang="en-US" dirty="0">
                <a:solidFill>
                  <a:srgbClr val="C00000"/>
                </a:solidFill>
              </a:rPr>
              <a:t> </a:t>
            </a:r>
            <a:r>
              <a:rPr lang="en-US" i="1" dirty="0"/>
              <a:t>Nemo Plus Juris </a:t>
            </a:r>
            <a:r>
              <a:rPr lang="en-US" i="1" dirty="0" err="1"/>
              <a:t>Transferre</a:t>
            </a:r>
            <a:r>
              <a:rPr lang="en-US" i="1" dirty="0"/>
              <a:t> </a:t>
            </a:r>
            <a:r>
              <a:rPr lang="en-US" i="1" dirty="0" err="1"/>
              <a:t>Potest</a:t>
            </a:r>
            <a:r>
              <a:rPr lang="en-US" i="1" dirty="0"/>
              <a:t> </a:t>
            </a:r>
            <a:r>
              <a:rPr lang="en-US" i="1" dirty="0" err="1"/>
              <a:t>Quam</a:t>
            </a:r>
            <a:r>
              <a:rPr lang="en-US" i="1" dirty="0"/>
              <a:t> Ipse </a:t>
            </a:r>
            <a:r>
              <a:rPr lang="en-US" i="1" dirty="0" err="1"/>
              <a:t>Habet</a:t>
            </a:r>
            <a:endParaRPr lang="en-US" i="1" dirty="0"/>
          </a:p>
        </p:txBody>
      </p:sp>
      <p:pic>
        <p:nvPicPr>
          <p:cNvPr id="5" name="Picture 4">
            <a:extLst>
              <a:ext uri="{FF2B5EF4-FFF2-40B4-BE49-F238E27FC236}">
                <a16:creationId xmlns:a16="http://schemas.microsoft.com/office/drawing/2014/main" id="{3B483504-5D77-4978-88E9-B22052252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4" name="Picture Placeholder 13">
            <a:extLst>
              <a:ext uri="{FF2B5EF4-FFF2-40B4-BE49-F238E27FC236}">
                <a16:creationId xmlns:a16="http://schemas.microsoft.com/office/drawing/2014/main" id="{F4CB51C3-F3EA-4575-8C1B-2EEADEE1259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6506" r="16506"/>
          <a:stretch>
            <a:fillRect/>
          </a:stretch>
        </p:blipFill>
        <p:spPr/>
      </p:pic>
    </p:spTree>
    <p:extLst>
      <p:ext uri="{BB962C8B-B14F-4D97-AF65-F5344CB8AC3E}">
        <p14:creationId xmlns:p14="http://schemas.microsoft.com/office/powerpoint/2010/main" val="789876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91BF537-B5C3-4CDE-BE61-AE85BA648D67}"/>
              </a:ext>
            </a:extLst>
          </p:cNvPr>
          <p:cNvPicPr>
            <a:picLocks noGrp="1" noChangeAspect="1"/>
          </p:cNvPicPr>
          <p:nvPr>
            <p:ph type="pic" sz="quarter" idx="32"/>
          </p:nvPr>
        </p:nvPicPr>
        <p:blipFill>
          <a:blip r:embed="rId2">
            <a:extLst>
              <a:ext uri="{28A0092B-C50C-407E-A947-70E740481C1C}">
                <a14:useLocalDpi xmlns:a14="http://schemas.microsoft.com/office/drawing/2010/main" val="0"/>
              </a:ext>
            </a:extLst>
          </a:blip>
          <a:srcRect l="4362" r="4362"/>
          <a:stretch>
            <a:fillRect/>
          </a:stretch>
        </p:blipFill>
        <p:spPr/>
      </p:pic>
      <p:sp>
        <p:nvSpPr>
          <p:cNvPr id="4" name="Title 3">
            <a:extLst>
              <a:ext uri="{FF2B5EF4-FFF2-40B4-BE49-F238E27FC236}">
                <a16:creationId xmlns:a16="http://schemas.microsoft.com/office/drawing/2014/main" id="{327ABBDC-4775-47C9-AFCA-068566C51967}"/>
              </a:ext>
            </a:extLst>
          </p:cNvPr>
          <p:cNvSpPr>
            <a:spLocks noGrp="1"/>
          </p:cNvSpPr>
          <p:nvPr>
            <p:ph type="title"/>
          </p:nvPr>
        </p:nvSpPr>
        <p:spPr>
          <a:xfrm>
            <a:off x="632731" y="751313"/>
            <a:ext cx="7513742" cy="1107996"/>
          </a:xfrm>
        </p:spPr>
        <p:txBody>
          <a:bodyPr/>
          <a:lstStyle/>
          <a:p>
            <a:pPr algn="ctr"/>
            <a:r>
              <a:rPr lang="en-US" dirty="0" err="1"/>
              <a:t>Asas</a:t>
            </a:r>
            <a:r>
              <a:rPr lang="en-US" dirty="0"/>
              <a:t> </a:t>
            </a:r>
            <a:r>
              <a:rPr lang="en-US" i="1" dirty="0"/>
              <a:t>Audi Et Alteram Partem</a:t>
            </a:r>
            <a:endParaRPr lang="en-ID" i="1" dirty="0"/>
          </a:p>
        </p:txBody>
      </p:sp>
      <p:sp>
        <p:nvSpPr>
          <p:cNvPr id="6" name="Text Placeholder 5">
            <a:extLst>
              <a:ext uri="{FF2B5EF4-FFF2-40B4-BE49-F238E27FC236}">
                <a16:creationId xmlns:a16="http://schemas.microsoft.com/office/drawing/2014/main" id="{F5D608D6-436E-47BB-9328-76C0053423E2}"/>
              </a:ext>
            </a:extLst>
          </p:cNvPr>
          <p:cNvSpPr>
            <a:spLocks noGrp="1"/>
          </p:cNvSpPr>
          <p:nvPr>
            <p:ph type="body" sz="quarter" idx="14"/>
          </p:nvPr>
        </p:nvSpPr>
        <p:spPr>
          <a:xfrm>
            <a:off x="632732" y="2515682"/>
            <a:ext cx="5962060" cy="2690163"/>
          </a:xfrm>
        </p:spPr>
        <p:txBody>
          <a:bodyPr/>
          <a:lstStyle/>
          <a:p>
            <a:pPr algn="ctr"/>
            <a:r>
              <a:rPr lang="en-ID" dirty="0" err="1"/>
              <a:t>Asas</a:t>
            </a:r>
            <a:r>
              <a:rPr lang="en-ID" dirty="0"/>
              <a:t> </a:t>
            </a:r>
            <a:r>
              <a:rPr lang="en-ID" dirty="0" err="1"/>
              <a:t>ini</a:t>
            </a:r>
            <a:r>
              <a:rPr lang="en-ID" dirty="0"/>
              <a:t> </a:t>
            </a:r>
            <a:r>
              <a:rPr lang="en-ID" dirty="0" err="1"/>
              <a:t>bermakna</a:t>
            </a:r>
            <a:r>
              <a:rPr lang="en-ID" dirty="0"/>
              <a:t> hakim </a:t>
            </a:r>
            <a:r>
              <a:rPr lang="en-ID" dirty="0" err="1"/>
              <a:t>harus</a:t>
            </a:r>
            <a:r>
              <a:rPr lang="en-ID" dirty="0"/>
              <a:t> </a:t>
            </a:r>
            <a:r>
              <a:rPr lang="en-ID" dirty="0" err="1"/>
              <a:t>mendengarkan</a:t>
            </a:r>
            <a:r>
              <a:rPr lang="en-ID" dirty="0"/>
              <a:t> </a:t>
            </a:r>
            <a:r>
              <a:rPr lang="en-ID" dirty="0" err="1"/>
              <a:t>kedua</a:t>
            </a:r>
            <a:r>
              <a:rPr lang="en-ID" dirty="0"/>
              <a:t> </a:t>
            </a:r>
            <a:r>
              <a:rPr lang="en-ID" dirty="0" err="1"/>
              <a:t>belah</a:t>
            </a:r>
            <a:r>
              <a:rPr lang="en-ID" dirty="0"/>
              <a:t> </a:t>
            </a:r>
            <a:r>
              <a:rPr lang="en-ID" dirty="0" err="1"/>
              <a:t>pihak</a:t>
            </a:r>
            <a:r>
              <a:rPr lang="en-ID" dirty="0"/>
              <a:t>. Hakim juga </a:t>
            </a:r>
            <a:r>
              <a:rPr lang="en-ID" dirty="0" err="1"/>
              <a:t>wajib</a:t>
            </a:r>
            <a:r>
              <a:rPr lang="en-ID" dirty="0"/>
              <a:t> </a:t>
            </a:r>
            <a:r>
              <a:rPr lang="en-ID" dirty="0" err="1"/>
              <a:t>mendengarkan</a:t>
            </a:r>
            <a:r>
              <a:rPr lang="en-ID" dirty="0"/>
              <a:t> </a:t>
            </a:r>
            <a:r>
              <a:rPr lang="en-ID" dirty="0" err="1"/>
              <a:t>pendapat</a:t>
            </a:r>
            <a:r>
              <a:rPr lang="en-ID" dirty="0"/>
              <a:t> </a:t>
            </a:r>
            <a:r>
              <a:rPr lang="en-ID" dirty="0" err="1"/>
              <a:t>atau</a:t>
            </a:r>
            <a:r>
              <a:rPr lang="en-ID" dirty="0"/>
              <a:t> </a:t>
            </a:r>
            <a:r>
              <a:rPr lang="en-ID" dirty="0" err="1"/>
              <a:t>argumentasi</a:t>
            </a:r>
            <a:r>
              <a:rPr lang="en-ID" dirty="0"/>
              <a:t> </a:t>
            </a:r>
            <a:r>
              <a:rPr lang="en-ID" dirty="0" err="1"/>
              <a:t>pihak</a:t>
            </a:r>
            <a:r>
              <a:rPr lang="en-ID" dirty="0"/>
              <a:t> yang </a:t>
            </a:r>
            <a:r>
              <a:rPr lang="en-ID" dirty="0" err="1"/>
              <a:t>lainnya</a:t>
            </a:r>
            <a:r>
              <a:rPr lang="en-ID" dirty="0"/>
              <a:t> </a:t>
            </a:r>
            <a:r>
              <a:rPr lang="en-ID" dirty="0" err="1"/>
              <a:t>sebelum</a:t>
            </a:r>
            <a:r>
              <a:rPr lang="en-ID" dirty="0"/>
              <a:t> </a:t>
            </a:r>
            <a:r>
              <a:rPr lang="en-ID" dirty="0" err="1"/>
              <a:t>menjatuhkan</a:t>
            </a:r>
            <a:r>
              <a:rPr lang="en-ID" dirty="0"/>
              <a:t> </a:t>
            </a:r>
            <a:r>
              <a:rPr lang="en-ID" dirty="0" err="1"/>
              <a:t>suatu</a:t>
            </a:r>
            <a:r>
              <a:rPr lang="en-ID" dirty="0"/>
              <a:t> </a:t>
            </a:r>
            <a:r>
              <a:rPr lang="en-ID" dirty="0" err="1"/>
              <a:t>keputusan</a:t>
            </a:r>
            <a:r>
              <a:rPr lang="en-ID" dirty="0"/>
              <a:t> agar </a:t>
            </a:r>
            <a:r>
              <a:rPr lang="en-ID" dirty="0" err="1"/>
              <a:t>peradilan</a:t>
            </a:r>
            <a:r>
              <a:rPr lang="en-ID" dirty="0"/>
              <a:t> </a:t>
            </a:r>
            <a:r>
              <a:rPr lang="en-ID" dirty="0" err="1"/>
              <a:t>dapat</a:t>
            </a:r>
            <a:r>
              <a:rPr lang="en-ID" dirty="0"/>
              <a:t> </a:t>
            </a:r>
            <a:r>
              <a:rPr lang="en-ID" dirty="0" err="1"/>
              <a:t>berjalan</a:t>
            </a:r>
            <a:r>
              <a:rPr lang="en-ID" dirty="0"/>
              <a:t> </a:t>
            </a:r>
            <a:r>
              <a:rPr lang="en-ID" dirty="0" err="1"/>
              <a:t>seimbang</a:t>
            </a:r>
            <a:r>
              <a:rPr lang="en-ID" dirty="0"/>
              <a:t>.</a:t>
            </a:r>
          </a:p>
        </p:txBody>
      </p:sp>
      <p:pic>
        <p:nvPicPr>
          <p:cNvPr id="10" name="Picture 9">
            <a:extLst>
              <a:ext uri="{FF2B5EF4-FFF2-40B4-BE49-F238E27FC236}">
                <a16:creationId xmlns:a16="http://schemas.microsoft.com/office/drawing/2014/main" id="{395D67C4-EDD1-41DF-9C7C-1F8F065D6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17937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B8F3D3-E799-400B-BA03-30487CB492BD}"/>
              </a:ext>
            </a:extLst>
          </p:cNvPr>
          <p:cNvSpPr>
            <a:spLocks noGrp="1"/>
          </p:cNvSpPr>
          <p:nvPr>
            <p:ph type="title"/>
          </p:nvPr>
        </p:nvSpPr>
        <p:spPr>
          <a:xfrm>
            <a:off x="5132441" y="1554310"/>
            <a:ext cx="5962062" cy="553998"/>
          </a:xfrm>
        </p:spPr>
        <p:txBody>
          <a:bodyPr/>
          <a:lstStyle/>
          <a:p>
            <a:pPr algn="ctr"/>
            <a:r>
              <a:rPr lang="en-US" dirty="0" err="1"/>
              <a:t>Asas</a:t>
            </a:r>
            <a:r>
              <a:rPr lang="en-US" dirty="0"/>
              <a:t> </a:t>
            </a:r>
            <a:r>
              <a:rPr lang="en-US" i="1" dirty="0" err="1"/>
              <a:t>Ius</a:t>
            </a:r>
            <a:r>
              <a:rPr lang="en-US" i="1" dirty="0"/>
              <a:t> Curia </a:t>
            </a:r>
            <a:r>
              <a:rPr lang="en-US" i="1" dirty="0" err="1"/>
              <a:t>Novit</a:t>
            </a:r>
            <a:endParaRPr lang="en-ID" i="1" dirty="0"/>
          </a:p>
        </p:txBody>
      </p:sp>
      <p:pic>
        <p:nvPicPr>
          <p:cNvPr id="13" name="Picture Placeholder 12">
            <a:extLst>
              <a:ext uri="{FF2B5EF4-FFF2-40B4-BE49-F238E27FC236}">
                <a16:creationId xmlns:a16="http://schemas.microsoft.com/office/drawing/2014/main" id="{3B915EC7-96B6-41D0-B442-BFDA3C061613}"/>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2581" r="12581"/>
          <a:stretch>
            <a:fillRect/>
          </a:stretch>
        </p:blipFill>
        <p:spPr/>
      </p:pic>
      <p:sp>
        <p:nvSpPr>
          <p:cNvPr id="9" name="Text Placeholder 8">
            <a:extLst>
              <a:ext uri="{FF2B5EF4-FFF2-40B4-BE49-F238E27FC236}">
                <a16:creationId xmlns:a16="http://schemas.microsoft.com/office/drawing/2014/main" id="{74B5D493-67B7-49E9-A6B0-B2367F442129}"/>
              </a:ext>
            </a:extLst>
          </p:cNvPr>
          <p:cNvSpPr>
            <a:spLocks noGrp="1"/>
          </p:cNvSpPr>
          <p:nvPr>
            <p:ph type="body" sz="quarter" idx="14"/>
          </p:nvPr>
        </p:nvSpPr>
        <p:spPr>
          <a:xfrm>
            <a:off x="5639960" y="3429001"/>
            <a:ext cx="5962060" cy="2306782"/>
          </a:xfrm>
        </p:spPr>
        <p:txBody>
          <a:bodyPr>
            <a:normAutofit/>
          </a:bodyPr>
          <a:lstStyle/>
          <a:p>
            <a:pPr algn="ctr"/>
            <a:r>
              <a:rPr lang="en-US" dirty="0" err="1"/>
              <a:t>Asas</a:t>
            </a:r>
            <a:r>
              <a:rPr lang="en-US" dirty="0"/>
              <a:t> </a:t>
            </a:r>
            <a:r>
              <a:rPr lang="en-US" dirty="0" err="1"/>
              <a:t>ini</a:t>
            </a:r>
            <a:r>
              <a:rPr lang="en-US" dirty="0"/>
              <a:t> </a:t>
            </a:r>
            <a:r>
              <a:rPr lang="en-US" dirty="0" err="1"/>
              <a:t>bermakna</a:t>
            </a:r>
            <a:r>
              <a:rPr lang="en-US" dirty="0"/>
              <a:t> </a:t>
            </a:r>
            <a:r>
              <a:rPr lang="en-US" dirty="0" err="1"/>
              <a:t>setiap</a:t>
            </a:r>
            <a:r>
              <a:rPr lang="en-US" dirty="0"/>
              <a:t> hakim </a:t>
            </a:r>
            <a:r>
              <a:rPr lang="en-US" dirty="0" err="1"/>
              <a:t>harus</a:t>
            </a:r>
            <a:r>
              <a:rPr lang="en-US" dirty="0"/>
              <a:t> </a:t>
            </a:r>
            <a:r>
              <a:rPr lang="en-US" dirty="0" err="1"/>
              <a:t>dianggap</a:t>
            </a:r>
            <a:r>
              <a:rPr lang="en-US" dirty="0"/>
              <a:t> </a:t>
            </a:r>
            <a:r>
              <a:rPr lang="en-US" dirty="0" err="1"/>
              <a:t>tahu</a:t>
            </a:r>
            <a:r>
              <a:rPr lang="en-US" dirty="0"/>
              <a:t> </a:t>
            </a:r>
            <a:r>
              <a:rPr lang="en-US" dirty="0" err="1"/>
              <a:t>akan</a:t>
            </a:r>
            <a:r>
              <a:rPr lang="en-US" dirty="0"/>
              <a:t> </a:t>
            </a:r>
            <a:r>
              <a:rPr lang="en-US" dirty="0" err="1"/>
              <a:t>hukum</a:t>
            </a:r>
            <a:r>
              <a:rPr lang="en-US" dirty="0"/>
              <a:t> </a:t>
            </a:r>
            <a:r>
              <a:rPr lang="en-US" dirty="0" err="1"/>
              <a:t>atas</a:t>
            </a:r>
            <a:r>
              <a:rPr lang="en-US" dirty="0"/>
              <a:t> </a:t>
            </a:r>
            <a:r>
              <a:rPr lang="en-US" dirty="0" err="1"/>
              <a:t>perkara</a:t>
            </a:r>
            <a:r>
              <a:rPr lang="en-US" dirty="0"/>
              <a:t> yang </a:t>
            </a:r>
            <a:r>
              <a:rPr lang="en-US" dirty="0" err="1"/>
              <a:t>sedang</a:t>
            </a:r>
            <a:r>
              <a:rPr lang="en-US" dirty="0"/>
              <a:t> </a:t>
            </a:r>
            <a:r>
              <a:rPr lang="en-US" dirty="0" err="1"/>
              <a:t>diperiksanya</a:t>
            </a:r>
            <a:r>
              <a:rPr lang="en-US" dirty="0"/>
              <a:t>. </a:t>
            </a:r>
            <a:r>
              <a:rPr lang="en-US" dirty="0" err="1"/>
              <a:t>Sehingga</a:t>
            </a:r>
            <a:r>
              <a:rPr lang="en-US" dirty="0"/>
              <a:t> </a:t>
            </a:r>
            <a:r>
              <a:rPr lang="en-US" dirty="0" err="1"/>
              <a:t>tidak</a:t>
            </a:r>
            <a:r>
              <a:rPr lang="en-US" dirty="0"/>
              <a:t> </a:t>
            </a:r>
            <a:r>
              <a:rPr lang="en-US" dirty="0" err="1"/>
              <a:t>boleh</a:t>
            </a:r>
            <a:r>
              <a:rPr lang="en-US" dirty="0"/>
              <a:t> hakim </a:t>
            </a:r>
            <a:r>
              <a:rPr lang="en-US" dirty="0" err="1"/>
              <a:t>menolak</a:t>
            </a:r>
            <a:r>
              <a:rPr lang="en-US" dirty="0"/>
              <a:t> </a:t>
            </a:r>
            <a:r>
              <a:rPr lang="en-US" dirty="0" err="1"/>
              <a:t>menerima</a:t>
            </a:r>
            <a:r>
              <a:rPr lang="en-US" dirty="0"/>
              <a:t> </a:t>
            </a:r>
            <a:r>
              <a:rPr lang="en-US" dirty="0" err="1"/>
              <a:t>perkara</a:t>
            </a:r>
            <a:r>
              <a:rPr lang="en-US" dirty="0"/>
              <a:t> </a:t>
            </a:r>
            <a:r>
              <a:rPr lang="en-US" dirty="0" err="1"/>
              <a:t>dengan</a:t>
            </a:r>
            <a:r>
              <a:rPr lang="en-US" dirty="0"/>
              <a:t> </a:t>
            </a:r>
            <a:r>
              <a:rPr lang="en-US" dirty="0" err="1"/>
              <a:t>alasan</a:t>
            </a:r>
            <a:r>
              <a:rPr lang="en-US" dirty="0"/>
              <a:t> </a:t>
            </a:r>
            <a:r>
              <a:rPr lang="en-US" dirty="0" err="1"/>
              <a:t>tidak</a:t>
            </a:r>
            <a:r>
              <a:rPr lang="en-US" dirty="0"/>
              <a:t>/</a:t>
            </a:r>
            <a:r>
              <a:rPr lang="en-US" dirty="0" err="1"/>
              <a:t>belum</a:t>
            </a:r>
            <a:r>
              <a:rPr lang="en-US" dirty="0"/>
              <a:t> </a:t>
            </a:r>
            <a:r>
              <a:rPr lang="en-US" dirty="0" err="1"/>
              <a:t>ada</a:t>
            </a:r>
            <a:r>
              <a:rPr lang="en-US" dirty="0"/>
              <a:t> </a:t>
            </a:r>
            <a:r>
              <a:rPr lang="en-US" dirty="0" err="1"/>
              <a:t>hukumnya</a:t>
            </a:r>
            <a:r>
              <a:rPr lang="en-US" dirty="0"/>
              <a:t>.</a:t>
            </a:r>
            <a:endParaRPr lang="en-ID" dirty="0"/>
          </a:p>
        </p:txBody>
      </p:sp>
      <p:pic>
        <p:nvPicPr>
          <p:cNvPr id="11" name="Picture 10">
            <a:extLst>
              <a:ext uri="{FF2B5EF4-FFF2-40B4-BE49-F238E27FC236}">
                <a16:creationId xmlns:a16="http://schemas.microsoft.com/office/drawing/2014/main" id="{268C11D6-F51E-47EE-B59D-CA49E3817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163283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442952F8-CC33-476A-BF43-98293C86D006}"/>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l="24738" r="24738"/>
          <a:stretch>
            <a:fillRect/>
          </a:stretch>
        </p:blipFill>
        <p:spPr>
          <a:xfrm>
            <a:off x="6986591" y="0"/>
            <a:ext cx="5205411" cy="6858000"/>
          </a:xfrm>
        </p:spPr>
      </p:pic>
      <p:sp>
        <p:nvSpPr>
          <p:cNvPr id="6" name="Title 5">
            <a:extLst>
              <a:ext uri="{FF2B5EF4-FFF2-40B4-BE49-F238E27FC236}">
                <a16:creationId xmlns:a16="http://schemas.microsoft.com/office/drawing/2014/main" id="{DBD56D8C-D083-47D6-87F2-4B4F8E7B378E}"/>
              </a:ext>
            </a:extLst>
          </p:cNvPr>
          <p:cNvSpPr>
            <a:spLocks noGrp="1"/>
          </p:cNvSpPr>
          <p:nvPr>
            <p:ph type="title"/>
          </p:nvPr>
        </p:nvSpPr>
        <p:spPr>
          <a:xfrm>
            <a:off x="604281" y="2145912"/>
            <a:ext cx="9751829" cy="553998"/>
          </a:xfrm>
        </p:spPr>
        <p:txBody>
          <a:bodyPr>
            <a:normAutofit fontScale="90000"/>
          </a:bodyPr>
          <a:lstStyle/>
          <a:p>
            <a:r>
              <a:rPr lang="en-US" dirty="0" err="1"/>
              <a:t>Asas</a:t>
            </a:r>
            <a:r>
              <a:rPr lang="en-US" dirty="0"/>
              <a:t> </a:t>
            </a:r>
            <a:r>
              <a:rPr lang="en-US" i="1" dirty="0"/>
              <a:t>Nemo Testis </a:t>
            </a:r>
            <a:r>
              <a:rPr lang="en-US" i="1" dirty="0" err="1"/>
              <a:t>Indoneus</a:t>
            </a:r>
            <a:r>
              <a:rPr lang="en-US" i="1" dirty="0"/>
              <a:t> In Propria Causa</a:t>
            </a:r>
            <a:endParaRPr lang="en-ID" i="1" dirty="0"/>
          </a:p>
        </p:txBody>
      </p:sp>
      <p:sp>
        <p:nvSpPr>
          <p:cNvPr id="8" name="Text Placeholder 7">
            <a:extLst>
              <a:ext uri="{FF2B5EF4-FFF2-40B4-BE49-F238E27FC236}">
                <a16:creationId xmlns:a16="http://schemas.microsoft.com/office/drawing/2014/main" id="{3B195881-C71E-42A4-9112-2404BEAFB6C5}"/>
              </a:ext>
            </a:extLst>
          </p:cNvPr>
          <p:cNvSpPr>
            <a:spLocks noGrp="1"/>
          </p:cNvSpPr>
          <p:nvPr>
            <p:ph type="body" sz="quarter" idx="14"/>
          </p:nvPr>
        </p:nvSpPr>
        <p:spPr>
          <a:xfrm>
            <a:off x="1150210" y="3506638"/>
            <a:ext cx="5490700" cy="1451761"/>
          </a:xfrm>
        </p:spPr>
        <p:txBody>
          <a:bodyPr/>
          <a:lstStyle/>
          <a:p>
            <a:pPr algn="ctr"/>
            <a:r>
              <a:rPr lang="en-US" dirty="0" err="1"/>
              <a:t>Asas</a:t>
            </a:r>
            <a:r>
              <a:rPr lang="en-US" dirty="0"/>
              <a:t> </a:t>
            </a:r>
            <a:r>
              <a:rPr lang="en-US" dirty="0" err="1"/>
              <a:t>ini</a:t>
            </a:r>
            <a:r>
              <a:rPr lang="en-US" dirty="0"/>
              <a:t> </a:t>
            </a:r>
            <a:r>
              <a:rPr lang="en-US" dirty="0" err="1"/>
              <a:t>bermakna</a:t>
            </a:r>
            <a:r>
              <a:rPr lang="en-US" dirty="0"/>
              <a:t> </a:t>
            </a:r>
            <a:r>
              <a:rPr lang="en-US" dirty="0" err="1"/>
              <a:t>tidak</a:t>
            </a:r>
            <a:r>
              <a:rPr lang="en-US" dirty="0"/>
              <a:t> </a:t>
            </a:r>
            <a:r>
              <a:rPr lang="en-US" dirty="0" err="1"/>
              <a:t>seorangpun</a:t>
            </a:r>
            <a:r>
              <a:rPr lang="en-US" dirty="0"/>
              <a:t> yang </a:t>
            </a:r>
            <a:r>
              <a:rPr lang="en-US" dirty="0" err="1"/>
              <a:t>boleh</a:t>
            </a:r>
            <a:r>
              <a:rPr lang="en-US" dirty="0"/>
              <a:t> </a:t>
            </a:r>
            <a:r>
              <a:rPr lang="en-US" dirty="0" err="1"/>
              <a:t>menjadi</a:t>
            </a:r>
            <a:r>
              <a:rPr lang="en-US" dirty="0"/>
              <a:t> </a:t>
            </a:r>
            <a:r>
              <a:rPr lang="en-US" dirty="0" err="1"/>
              <a:t>saksi</a:t>
            </a:r>
            <a:r>
              <a:rPr lang="en-US" dirty="0"/>
              <a:t> </a:t>
            </a:r>
            <a:r>
              <a:rPr lang="en-US" dirty="0" err="1"/>
              <a:t>dalam</a:t>
            </a:r>
            <a:r>
              <a:rPr lang="en-US" dirty="0"/>
              <a:t> </a:t>
            </a:r>
            <a:r>
              <a:rPr lang="en-US" dirty="0" err="1"/>
              <a:t>perkaranya</a:t>
            </a:r>
            <a:r>
              <a:rPr lang="en-US" dirty="0"/>
              <a:t> </a:t>
            </a:r>
            <a:r>
              <a:rPr lang="en-US" dirty="0" err="1"/>
              <a:t>sendiri</a:t>
            </a:r>
            <a:r>
              <a:rPr lang="en-US" dirty="0"/>
              <a:t>.</a:t>
            </a:r>
            <a:endParaRPr lang="en-ID" dirty="0"/>
          </a:p>
        </p:txBody>
      </p:sp>
      <p:pic>
        <p:nvPicPr>
          <p:cNvPr id="12" name="Picture 11">
            <a:extLst>
              <a:ext uri="{FF2B5EF4-FFF2-40B4-BE49-F238E27FC236}">
                <a16:creationId xmlns:a16="http://schemas.microsoft.com/office/drawing/2014/main" id="{5B46429B-2810-4A69-A3D4-41D6374C0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713440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DD7B33D-B9B2-4391-B968-140BA21789FD}"/>
              </a:ext>
            </a:extLst>
          </p:cNvPr>
          <p:cNvSpPr>
            <a:spLocks noGrp="1"/>
          </p:cNvSpPr>
          <p:nvPr>
            <p:ph type="title"/>
          </p:nvPr>
        </p:nvSpPr>
        <p:spPr>
          <a:xfrm>
            <a:off x="600369" y="3692131"/>
            <a:ext cx="5705181" cy="656585"/>
          </a:xfrm>
        </p:spPr>
        <p:txBody>
          <a:bodyPr/>
          <a:lstStyle/>
          <a:p>
            <a:pPr algn="ctr"/>
            <a:r>
              <a:rPr lang="en-US" dirty="0" err="1"/>
              <a:t>Asas</a:t>
            </a:r>
            <a:r>
              <a:rPr lang="en-US" dirty="0"/>
              <a:t> </a:t>
            </a:r>
            <a:r>
              <a:rPr lang="en-US" i="1" dirty="0"/>
              <a:t>Ultra Ne </a:t>
            </a:r>
            <a:r>
              <a:rPr lang="en-US" i="1" dirty="0" err="1"/>
              <a:t>Petita</a:t>
            </a:r>
            <a:endParaRPr lang="en-ID" i="1" dirty="0"/>
          </a:p>
        </p:txBody>
      </p:sp>
      <p:sp>
        <p:nvSpPr>
          <p:cNvPr id="8" name="Text Placeholder 7">
            <a:extLst>
              <a:ext uri="{FF2B5EF4-FFF2-40B4-BE49-F238E27FC236}">
                <a16:creationId xmlns:a16="http://schemas.microsoft.com/office/drawing/2014/main" id="{2CC2DD22-DFFC-4DD9-A687-0BA29DA5C69C}"/>
              </a:ext>
            </a:extLst>
          </p:cNvPr>
          <p:cNvSpPr>
            <a:spLocks noGrp="1"/>
          </p:cNvSpPr>
          <p:nvPr>
            <p:ph type="body" sz="quarter" idx="14"/>
          </p:nvPr>
        </p:nvSpPr>
        <p:spPr/>
        <p:txBody>
          <a:bodyPr>
            <a:normAutofit lnSpcReduction="10000"/>
          </a:bodyPr>
          <a:lstStyle/>
          <a:p>
            <a:pPr algn="ctr"/>
            <a:r>
              <a:rPr lang="en-US" dirty="0" err="1"/>
              <a:t>Asas</a:t>
            </a:r>
            <a:r>
              <a:rPr lang="en-US" dirty="0"/>
              <a:t> </a:t>
            </a:r>
            <a:r>
              <a:rPr lang="en-US" dirty="0" err="1"/>
              <a:t>ini</a:t>
            </a:r>
            <a:r>
              <a:rPr lang="en-US" dirty="0"/>
              <a:t> </a:t>
            </a:r>
            <a:r>
              <a:rPr lang="en-US" dirty="0" err="1"/>
              <a:t>adalah</a:t>
            </a:r>
            <a:r>
              <a:rPr lang="en-US" dirty="0"/>
              <a:t> </a:t>
            </a:r>
            <a:r>
              <a:rPr lang="en-US" dirty="0" err="1"/>
              <a:t>asas</a:t>
            </a:r>
            <a:r>
              <a:rPr lang="en-US" dirty="0"/>
              <a:t> yang </a:t>
            </a:r>
            <a:r>
              <a:rPr lang="en-US" dirty="0" err="1"/>
              <a:t>membatasi</a:t>
            </a:r>
            <a:r>
              <a:rPr lang="en-US" dirty="0"/>
              <a:t> hakim </a:t>
            </a:r>
            <a:r>
              <a:rPr lang="en-US" dirty="0" err="1"/>
              <a:t>sehingga</a:t>
            </a:r>
            <a:r>
              <a:rPr lang="en-US" dirty="0"/>
              <a:t> hakim </a:t>
            </a:r>
            <a:r>
              <a:rPr lang="en-US" dirty="0" err="1"/>
              <a:t>hanya</a:t>
            </a:r>
            <a:r>
              <a:rPr lang="en-US" dirty="0"/>
              <a:t> </a:t>
            </a:r>
            <a:r>
              <a:rPr lang="en-US" dirty="0" err="1"/>
              <a:t>boleh</a:t>
            </a:r>
            <a:r>
              <a:rPr lang="en-US" dirty="0"/>
              <a:t> </a:t>
            </a:r>
            <a:r>
              <a:rPr lang="en-US" dirty="0" err="1"/>
              <a:t>mengabulkan</a:t>
            </a:r>
            <a:r>
              <a:rPr lang="en-US" dirty="0"/>
              <a:t> </a:t>
            </a:r>
            <a:r>
              <a:rPr lang="en-US" dirty="0" err="1"/>
              <a:t>sesuai</a:t>
            </a:r>
            <a:r>
              <a:rPr lang="en-US" dirty="0"/>
              <a:t> yang </a:t>
            </a:r>
            <a:r>
              <a:rPr lang="en-US" dirty="0" err="1"/>
              <a:t>dituntut</a:t>
            </a:r>
            <a:r>
              <a:rPr lang="en-US" dirty="0"/>
              <a:t>. Hakim </a:t>
            </a:r>
            <a:r>
              <a:rPr lang="en-US" dirty="0" err="1"/>
              <a:t>dilarang</a:t>
            </a:r>
            <a:r>
              <a:rPr lang="en-US" dirty="0"/>
              <a:t> </a:t>
            </a:r>
            <a:r>
              <a:rPr lang="en-US" dirty="0" err="1"/>
              <a:t>mengabulkan</a:t>
            </a:r>
            <a:r>
              <a:rPr lang="en-US" dirty="0"/>
              <a:t> </a:t>
            </a:r>
            <a:r>
              <a:rPr lang="en-US" dirty="0" err="1"/>
              <a:t>lebih</a:t>
            </a:r>
            <a:r>
              <a:rPr lang="en-US" dirty="0"/>
              <a:t> </a:t>
            </a:r>
            <a:r>
              <a:rPr lang="en-US" dirty="0" err="1"/>
              <a:t>daripada</a:t>
            </a:r>
            <a:r>
              <a:rPr lang="en-US" dirty="0"/>
              <a:t> yang </a:t>
            </a:r>
            <a:r>
              <a:rPr lang="en-US" dirty="0" err="1"/>
              <a:t>dituntut</a:t>
            </a:r>
            <a:r>
              <a:rPr lang="en-US" dirty="0"/>
              <a:t> oleh </a:t>
            </a:r>
            <a:r>
              <a:rPr lang="en-US" dirty="0" err="1"/>
              <a:t>Penggugat</a:t>
            </a:r>
            <a:r>
              <a:rPr lang="en-US" dirty="0"/>
              <a:t>.</a:t>
            </a:r>
            <a:endParaRPr lang="en-ID" dirty="0"/>
          </a:p>
        </p:txBody>
      </p:sp>
      <p:pic>
        <p:nvPicPr>
          <p:cNvPr id="16" name="Picture Placeholder 15">
            <a:extLst>
              <a:ext uri="{FF2B5EF4-FFF2-40B4-BE49-F238E27FC236}">
                <a16:creationId xmlns:a16="http://schemas.microsoft.com/office/drawing/2014/main" id="{CCA20A10-F2A8-4E18-983F-C66203D6145D}"/>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30957" b="30957"/>
          <a:stretch>
            <a:fillRect/>
          </a:stretch>
        </p:blipFill>
        <p:spPr/>
      </p:pic>
      <p:pic>
        <p:nvPicPr>
          <p:cNvPr id="17" name="Picture 16">
            <a:extLst>
              <a:ext uri="{FF2B5EF4-FFF2-40B4-BE49-F238E27FC236}">
                <a16:creationId xmlns:a16="http://schemas.microsoft.com/office/drawing/2014/main" id="{97F8A785-35E6-4795-9615-5F64E7AD5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586415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4ABF55-3A04-410B-AE0A-3B2F3D35B434}"/>
              </a:ext>
            </a:extLst>
          </p:cNvPr>
          <p:cNvSpPr>
            <a:spLocks noGrp="1"/>
          </p:cNvSpPr>
          <p:nvPr>
            <p:ph type="title"/>
          </p:nvPr>
        </p:nvSpPr>
        <p:spPr/>
        <p:txBody>
          <a:bodyPr>
            <a:normAutofit/>
          </a:bodyPr>
          <a:lstStyle/>
          <a:p>
            <a:r>
              <a:rPr lang="en-US" sz="3600" dirty="0" err="1"/>
              <a:t>Asas</a:t>
            </a:r>
            <a:r>
              <a:rPr lang="en-US" sz="3600" dirty="0"/>
              <a:t> </a:t>
            </a:r>
            <a:r>
              <a:rPr lang="en-US" sz="3600" i="1" dirty="0"/>
              <a:t>De </a:t>
            </a:r>
            <a:r>
              <a:rPr lang="en-US" sz="3600" i="1" dirty="0" err="1"/>
              <a:t>Gustibus</a:t>
            </a:r>
            <a:r>
              <a:rPr lang="en-US" sz="3600" i="1" dirty="0"/>
              <a:t> Non Est </a:t>
            </a:r>
            <a:r>
              <a:rPr lang="en-US" sz="3600" i="1" dirty="0" err="1"/>
              <a:t>Disputandum</a:t>
            </a:r>
            <a:endParaRPr lang="en-ID" sz="3600" i="1" dirty="0"/>
          </a:p>
        </p:txBody>
      </p:sp>
      <p:sp>
        <p:nvSpPr>
          <p:cNvPr id="8" name="Text Placeholder 7">
            <a:extLst>
              <a:ext uri="{FF2B5EF4-FFF2-40B4-BE49-F238E27FC236}">
                <a16:creationId xmlns:a16="http://schemas.microsoft.com/office/drawing/2014/main" id="{D1A56BFF-C759-4F93-A00E-9C15B781E372}"/>
              </a:ext>
            </a:extLst>
          </p:cNvPr>
          <p:cNvSpPr>
            <a:spLocks noGrp="1"/>
          </p:cNvSpPr>
          <p:nvPr>
            <p:ph type="body" sz="quarter" idx="14"/>
          </p:nvPr>
        </p:nvSpPr>
        <p:spPr/>
        <p:txBody>
          <a:bodyPr>
            <a:normAutofit fontScale="77500" lnSpcReduction="20000"/>
          </a:bodyPr>
          <a:lstStyle/>
          <a:p>
            <a:pPr algn="r"/>
            <a:r>
              <a:rPr lang="en-US" dirty="0" err="1"/>
              <a:t>Asas</a:t>
            </a:r>
            <a:r>
              <a:rPr lang="en-US" dirty="0"/>
              <a:t> </a:t>
            </a:r>
            <a:r>
              <a:rPr lang="en-US" dirty="0" err="1"/>
              <a:t>ini</a:t>
            </a:r>
            <a:r>
              <a:rPr lang="en-US" dirty="0"/>
              <a:t> </a:t>
            </a:r>
            <a:r>
              <a:rPr lang="en-US" dirty="0" err="1"/>
              <a:t>sebenarnya</a:t>
            </a:r>
            <a:r>
              <a:rPr lang="en-US" dirty="0"/>
              <a:t> </a:t>
            </a:r>
            <a:r>
              <a:rPr lang="en-US" dirty="0" err="1"/>
              <a:t>suatu</a:t>
            </a:r>
            <a:r>
              <a:rPr lang="en-US" dirty="0"/>
              <a:t> </a:t>
            </a:r>
            <a:r>
              <a:rPr lang="en-US" dirty="0" err="1"/>
              <a:t>asas</a:t>
            </a:r>
            <a:r>
              <a:rPr lang="en-US" dirty="0"/>
              <a:t> yang </a:t>
            </a:r>
            <a:r>
              <a:rPr lang="en-US" dirty="0" err="1"/>
              <a:t>aneh</a:t>
            </a:r>
            <a:r>
              <a:rPr lang="en-US" dirty="0"/>
              <a:t> </a:t>
            </a:r>
            <a:r>
              <a:rPr lang="en-US" dirty="0" err="1"/>
              <a:t>karena</a:t>
            </a:r>
            <a:r>
              <a:rPr lang="en-US" dirty="0"/>
              <a:t> </a:t>
            </a:r>
            <a:r>
              <a:rPr lang="en-US" dirty="0" err="1"/>
              <a:t>diterapkan</a:t>
            </a:r>
            <a:r>
              <a:rPr lang="en-US" dirty="0"/>
              <a:t> </a:t>
            </a:r>
            <a:r>
              <a:rPr lang="en-US" dirty="0" err="1"/>
              <a:t>dalam</a:t>
            </a:r>
            <a:r>
              <a:rPr lang="en-US" dirty="0"/>
              <a:t> </a:t>
            </a:r>
            <a:r>
              <a:rPr lang="en-US" dirty="0" err="1"/>
              <a:t>hukum</a:t>
            </a:r>
            <a:r>
              <a:rPr lang="en-US" dirty="0"/>
              <a:t>. </a:t>
            </a:r>
            <a:r>
              <a:rPr lang="en-US" dirty="0" err="1"/>
              <a:t>Asas</a:t>
            </a:r>
            <a:r>
              <a:rPr lang="en-US" dirty="0"/>
              <a:t> </a:t>
            </a:r>
            <a:r>
              <a:rPr lang="en-US" dirty="0" err="1"/>
              <a:t>ini</a:t>
            </a:r>
            <a:r>
              <a:rPr lang="en-US" dirty="0"/>
              <a:t> </a:t>
            </a:r>
            <a:r>
              <a:rPr lang="en-US" dirty="0" err="1"/>
              <a:t>bermakna</a:t>
            </a:r>
            <a:r>
              <a:rPr lang="en-US" dirty="0"/>
              <a:t> </a:t>
            </a:r>
            <a:r>
              <a:rPr lang="en-US" dirty="0" err="1"/>
              <a:t>bahwa</a:t>
            </a:r>
            <a:r>
              <a:rPr lang="en-US" dirty="0"/>
              <a:t> </a:t>
            </a:r>
            <a:r>
              <a:rPr lang="en-US" dirty="0" err="1"/>
              <a:t>tentang</a:t>
            </a:r>
            <a:r>
              <a:rPr lang="en-US" dirty="0"/>
              <a:t> </a:t>
            </a:r>
            <a:r>
              <a:rPr lang="en-US" dirty="0" err="1"/>
              <a:t>selera</a:t>
            </a:r>
            <a:r>
              <a:rPr lang="en-US" dirty="0"/>
              <a:t> </a:t>
            </a:r>
            <a:r>
              <a:rPr lang="en-US" dirty="0" err="1"/>
              <a:t>tidak</a:t>
            </a:r>
            <a:r>
              <a:rPr lang="en-US" dirty="0"/>
              <a:t> </a:t>
            </a:r>
            <a:r>
              <a:rPr lang="en-US" dirty="0" err="1"/>
              <a:t>dapat</a:t>
            </a:r>
            <a:r>
              <a:rPr lang="en-US" dirty="0"/>
              <a:t> </a:t>
            </a:r>
            <a:r>
              <a:rPr lang="en-US" dirty="0" err="1"/>
              <a:t>dipersengketakan</a:t>
            </a:r>
            <a:r>
              <a:rPr lang="en-US" dirty="0"/>
              <a:t>. </a:t>
            </a:r>
            <a:r>
              <a:rPr lang="en-US" dirty="0" err="1"/>
              <a:t>Dalam</a:t>
            </a:r>
            <a:r>
              <a:rPr lang="en-US" dirty="0"/>
              <a:t> </a:t>
            </a:r>
            <a:r>
              <a:rPr lang="en-US" dirty="0" err="1"/>
              <a:t>hukum</a:t>
            </a:r>
            <a:r>
              <a:rPr lang="en-US" dirty="0"/>
              <a:t> </a:t>
            </a:r>
            <a:r>
              <a:rPr lang="en-US" dirty="0" err="1"/>
              <a:t>pembuktian</a:t>
            </a:r>
            <a:r>
              <a:rPr lang="en-US" dirty="0"/>
              <a:t>, </a:t>
            </a:r>
            <a:r>
              <a:rPr lang="en-US" dirty="0" err="1"/>
              <a:t>asas</a:t>
            </a:r>
            <a:r>
              <a:rPr lang="en-US" dirty="0"/>
              <a:t> </a:t>
            </a:r>
            <a:r>
              <a:rPr lang="en-US" dirty="0" err="1"/>
              <a:t>ini</a:t>
            </a:r>
            <a:r>
              <a:rPr lang="en-US" dirty="0"/>
              <a:t> </a:t>
            </a:r>
            <a:r>
              <a:rPr lang="en-US" dirty="0" err="1"/>
              <a:t>merupakan</a:t>
            </a:r>
            <a:r>
              <a:rPr lang="en-US" dirty="0"/>
              <a:t> HAK MUTLAK </a:t>
            </a:r>
            <a:r>
              <a:rPr lang="en-US" dirty="0" err="1"/>
              <a:t>pihak</a:t>
            </a:r>
            <a:r>
              <a:rPr lang="en-US" dirty="0"/>
              <a:t> </a:t>
            </a:r>
            <a:r>
              <a:rPr lang="en-US" dirty="0" err="1"/>
              <a:t>Tergugat</a:t>
            </a:r>
            <a:r>
              <a:rPr lang="en-US" dirty="0"/>
              <a:t>.</a:t>
            </a:r>
            <a:endParaRPr lang="en-ID" dirty="0"/>
          </a:p>
        </p:txBody>
      </p:sp>
      <p:pic>
        <p:nvPicPr>
          <p:cNvPr id="18" name="Picture Placeholder 17">
            <a:extLst>
              <a:ext uri="{FF2B5EF4-FFF2-40B4-BE49-F238E27FC236}">
                <a16:creationId xmlns:a16="http://schemas.microsoft.com/office/drawing/2014/main" id="{5DF42C37-FDB6-4174-9DF1-A91BF03F62E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2000" r="22000"/>
          <a:stretch>
            <a:fillRect/>
          </a:stretch>
        </p:blipFill>
        <p:spPr/>
      </p:pic>
      <p:pic>
        <p:nvPicPr>
          <p:cNvPr id="19" name="Picture 18">
            <a:extLst>
              <a:ext uri="{FF2B5EF4-FFF2-40B4-BE49-F238E27FC236}">
                <a16:creationId xmlns:a16="http://schemas.microsoft.com/office/drawing/2014/main" id="{18C7E1DB-31E1-4474-86A8-535FD467AC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857468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B3BB3A6-0542-4CAD-A348-81B62DFAFED6}"/>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2848" b="2848"/>
          <a:stretch>
            <a:fillRect/>
          </a:stretch>
        </p:blipFill>
        <p:spPr/>
      </p:pic>
      <p:sp>
        <p:nvSpPr>
          <p:cNvPr id="3" name="Title 2">
            <a:extLst>
              <a:ext uri="{FF2B5EF4-FFF2-40B4-BE49-F238E27FC236}">
                <a16:creationId xmlns:a16="http://schemas.microsoft.com/office/drawing/2014/main" id="{C9919788-6C5C-4844-A3B1-F41C05213E09}"/>
              </a:ext>
            </a:extLst>
          </p:cNvPr>
          <p:cNvSpPr>
            <a:spLocks noGrp="1"/>
          </p:cNvSpPr>
          <p:nvPr>
            <p:ph type="title"/>
          </p:nvPr>
        </p:nvSpPr>
        <p:spPr>
          <a:xfrm>
            <a:off x="874465" y="789676"/>
            <a:ext cx="5881217" cy="775597"/>
          </a:xfrm>
        </p:spPr>
        <p:txBody>
          <a:bodyPr>
            <a:noAutofit/>
          </a:bodyPr>
          <a:lstStyle/>
          <a:p>
            <a:r>
              <a:rPr lang="en-US" dirty="0" err="1"/>
              <a:t>Asas</a:t>
            </a:r>
            <a:r>
              <a:rPr lang="en-US" dirty="0"/>
              <a:t> </a:t>
            </a:r>
            <a:r>
              <a:rPr lang="en-US" i="1" dirty="0"/>
              <a:t>Nemo Plus Juris </a:t>
            </a:r>
            <a:r>
              <a:rPr lang="en-US" i="1" dirty="0" err="1"/>
              <a:t>Transferre</a:t>
            </a:r>
            <a:r>
              <a:rPr lang="en-US" i="1" dirty="0"/>
              <a:t> </a:t>
            </a:r>
            <a:r>
              <a:rPr lang="en-US" i="1" dirty="0" err="1"/>
              <a:t>Potest</a:t>
            </a:r>
            <a:r>
              <a:rPr lang="en-US" i="1" dirty="0"/>
              <a:t> </a:t>
            </a:r>
            <a:r>
              <a:rPr lang="en-US" i="1" dirty="0" err="1"/>
              <a:t>Quam</a:t>
            </a:r>
            <a:r>
              <a:rPr lang="en-US" i="1" dirty="0"/>
              <a:t> Ipse </a:t>
            </a:r>
            <a:r>
              <a:rPr lang="en-US" i="1" dirty="0" err="1"/>
              <a:t>Habet</a:t>
            </a:r>
            <a:endParaRPr lang="en-ID" i="1" dirty="0"/>
          </a:p>
        </p:txBody>
      </p:sp>
      <p:sp>
        <p:nvSpPr>
          <p:cNvPr id="4" name="Text Placeholder 3">
            <a:extLst>
              <a:ext uri="{FF2B5EF4-FFF2-40B4-BE49-F238E27FC236}">
                <a16:creationId xmlns:a16="http://schemas.microsoft.com/office/drawing/2014/main" id="{D8A7EEF8-84E1-4A98-9373-A86361D6A3ED}"/>
              </a:ext>
            </a:extLst>
          </p:cNvPr>
          <p:cNvSpPr>
            <a:spLocks noGrp="1"/>
          </p:cNvSpPr>
          <p:nvPr>
            <p:ph type="body" sz="quarter" idx="14"/>
          </p:nvPr>
        </p:nvSpPr>
        <p:spPr/>
        <p:txBody>
          <a:bodyPr>
            <a:normAutofit/>
          </a:bodyPr>
          <a:lstStyle/>
          <a:p>
            <a:pPr algn="ctr"/>
            <a:r>
              <a:rPr lang="en-US" sz="2400" dirty="0" err="1"/>
              <a:t>Asas</a:t>
            </a:r>
            <a:r>
              <a:rPr lang="en-US" sz="2400" dirty="0"/>
              <a:t> </a:t>
            </a:r>
            <a:r>
              <a:rPr lang="en-US" sz="2400" dirty="0" err="1"/>
              <a:t>ini</a:t>
            </a:r>
            <a:r>
              <a:rPr lang="en-US" sz="2400" dirty="0"/>
              <a:t> </a:t>
            </a:r>
            <a:r>
              <a:rPr lang="en-US" sz="2400" dirty="0" err="1"/>
              <a:t>menentukan</a:t>
            </a:r>
            <a:r>
              <a:rPr lang="en-US" sz="2400" dirty="0"/>
              <a:t> </a:t>
            </a:r>
            <a:r>
              <a:rPr lang="en-US" sz="2400" dirty="0" err="1"/>
              <a:t>bahwa</a:t>
            </a:r>
            <a:r>
              <a:rPr lang="en-US" sz="2400" dirty="0"/>
              <a:t> </a:t>
            </a:r>
            <a:r>
              <a:rPr lang="en-US" sz="2400" dirty="0" err="1"/>
              <a:t>tidak</a:t>
            </a:r>
            <a:r>
              <a:rPr lang="en-US" sz="2400" dirty="0"/>
              <a:t> </a:t>
            </a:r>
            <a:r>
              <a:rPr lang="en-US" sz="2400" dirty="0" err="1"/>
              <a:t>ada</a:t>
            </a:r>
            <a:r>
              <a:rPr lang="en-US" sz="2400" dirty="0"/>
              <a:t> orang yang </a:t>
            </a:r>
            <a:r>
              <a:rPr lang="en-US" sz="2400" dirty="0" err="1"/>
              <a:t>dapat</a:t>
            </a:r>
            <a:r>
              <a:rPr lang="en-US" sz="2400" dirty="0"/>
              <a:t> </a:t>
            </a:r>
            <a:r>
              <a:rPr lang="en-US" sz="2400" dirty="0" err="1"/>
              <a:t>mengalihkan</a:t>
            </a:r>
            <a:r>
              <a:rPr lang="en-US" sz="2400" dirty="0"/>
              <a:t> </a:t>
            </a:r>
            <a:r>
              <a:rPr lang="en-US" sz="2400" dirty="0" err="1"/>
              <a:t>banyak</a:t>
            </a:r>
            <a:r>
              <a:rPr lang="en-US" sz="2400" dirty="0"/>
              <a:t> </a:t>
            </a:r>
            <a:r>
              <a:rPr lang="en-US" sz="2400" dirty="0" err="1"/>
              <a:t>hak</a:t>
            </a:r>
            <a:r>
              <a:rPr lang="en-US" sz="2400" dirty="0"/>
              <a:t> </a:t>
            </a:r>
            <a:r>
              <a:rPr lang="en-US" sz="2400" dirty="0" err="1"/>
              <a:t>daripada</a:t>
            </a:r>
            <a:r>
              <a:rPr lang="en-US" sz="2400" dirty="0"/>
              <a:t> yang </a:t>
            </a:r>
            <a:r>
              <a:rPr lang="en-US" sz="2400" dirty="0" err="1"/>
              <a:t>ia</a:t>
            </a:r>
            <a:r>
              <a:rPr lang="en-US" sz="2400" dirty="0"/>
              <a:t> </a:t>
            </a:r>
            <a:r>
              <a:rPr lang="en-US" sz="2400" dirty="0" err="1"/>
              <a:t>miliki</a:t>
            </a:r>
            <a:r>
              <a:rPr lang="en-US" sz="2400" dirty="0"/>
              <a:t>.</a:t>
            </a:r>
            <a:endParaRPr lang="en-ID" sz="2400" dirty="0"/>
          </a:p>
        </p:txBody>
      </p:sp>
      <p:pic>
        <p:nvPicPr>
          <p:cNvPr id="8" name="Picture 7">
            <a:extLst>
              <a:ext uri="{FF2B5EF4-FFF2-40B4-BE49-F238E27FC236}">
                <a16:creationId xmlns:a16="http://schemas.microsoft.com/office/drawing/2014/main" id="{AB033646-D15B-4773-AFF4-5DDB72ED09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89946"/>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694364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9A6E27FD-650F-464A-95A6-2D20E9A6859D}"/>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6495" b="6495"/>
          <a:stretch>
            <a:fillRect/>
          </a:stretch>
        </p:blipFill>
        <p:spPr/>
      </p:pic>
      <p:sp>
        <p:nvSpPr>
          <p:cNvPr id="4098" name="Rectangle 2">
            <a:extLst>
              <a:ext uri="{FF2B5EF4-FFF2-40B4-BE49-F238E27FC236}">
                <a16:creationId xmlns:a16="http://schemas.microsoft.com/office/drawing/2014/main" id="{9D40EEB6-03FE-4CED-90D1-E5553093CD6E}"/>
              </a:ext>
            </a:extLst>
          </p:cNvPr>
          <p:cNvSpPr>
            <a:spLocks noGrp="1" noChangeArrowheads="1"/>
          </p:cNvSpPr>
          <p:nvPr>
            <p:ph type="title"/>
          </p:nvPr>
        </p:nvSpPr>
        <p:spPr>
          <a:xfrm>
            <a:off x="838200" y="850357"/>
            <a:ext cx="5141186" cy="1310952"/>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pPr algn="ctr" eaLnBrk="1" hangingPunct="1"/>
            <a:r>
              <a:rPr lang="en-US" altLang="en-US" sz="3800" dirty="0"/>
              <a:t>DASAR HUKUM PEMBUKTIAN</a:t>
            </a:r>
          </a:p>
        </p:txBody>
      </p:sp>
      <p:pic>
        <p:nvPicPr>
          <p:cNvPr id="7" name="Picture Placeholder 6">
            <a:extLst>
              <a:ext uri="{FF2B5EF4-FFF2-40B4-BE49-F238E27FC236}">
                <a16:creationId xmlns:a16="http://schemas.microsoft.com/office/drawing/2014/main" id="{3409C02C-3164-419F-A3A4-AD16679CA5CE}"/>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18792" b="18792"/>
          <a:stretch>
            <a:fillRect/>
          </a:stretch>
        </p:blipFill>
        <p:spPr/>
      </p:pic>
      <p:sp>
        <p:nvSpPr>
          <p:cNvPr id="4099" name="Rectangle 3">
            <a:extLst>
              <a:ext uri="{FF2B5EF4-FFF2-40B4-BE49-F238E27FC236}">
                <a16:creationId xmlns:a16="http://schemas.microsoft.com/office/drawing/2014/main" id="{446CAB62-2308-4006-B784-8BAD918FD051}"/>
              </a:ext>
            </a:extLst>
          </p:cNvPr>
          <p:cNvSpPr>
            <a:spLocks noGrp="1" noChangeArrowheads="1"/>
          </p:cNvSpPr>
          <p:nvPr>
            <p:ph type="body" sz="quarter" idx="14"/>
          </p:nvPr>
        </p:nvSpPr>
        <p:spPr>
          <a:xfrm>
            <a:off x="5868693" y="4563256"/>
            <a:ext cx="5757392" cy="943926"/>
          </a:xfrm>
        </p:spPr>
        <p:txBody>
          <a:bodyPr>
            <a:normAutofit/>
          </a:bodyPr>
          <a:lstStyle/>
          <a:p>
            <a:pPr marL="363538" indent="-338138" algn="just">
              <a:buFont typeface="+mj-lt"/>
              <a:buAutoNum type="arabicPeriod"/>
            </a:pPr>
            <a:r>
              <a:rPr lang="en-US" altLang="en-US" sz="2000" b="1" dirty="0" err="1"/>
              <a:t>Pasal</a:t>
            </a:r>
            <a:r>
              <a:rPr lang="en-US" altLang="en-US" sz="2000" b="1" dirty="0"/>
              <a:t> 162 – 177 HIR / </a:t>
            </a:r>
            <a:r>
              <a:rPr lang="en-US" altLang="en-US" sz="2000" b="1" dirty="0" err="1"/>
              <a:t>Pasal</a:t>
            </a:r>
            <a:r>
              <a:rPr lang="en-US" altLang="en-US" sz="2000" b="1" dirty="0"/>
              <a:t> 282 – 388 </a:t>
            </a:r>
            <a:r>
              <a:rPr lang="en-US" altLang="en-US" sz="2000" b="1" dirty="0" err="1"/>
              <a:t>RBg</a:t>
            </a:r>
            <a:endParaRPr lang="en-US" altLang="en-US" sz="2000" b="1" dirty="0"/>
          </a:p>
          <a:p>
            <a:pPr marL="363538" indent="-338138" algn="just">
              <a:buFont typeface="+mj-lt"/>
              <a:buAutoNum type="arabicPeriod"/>
            </a:pPr>
            <a:r>
              <a:rPr lang="en-US" altLang="en-US" sz="2000" b="1" dirty="0" err="1"/>
              <a:t>Pasal</a:t>
            </a:r>
            <a:r>
              <a:rPr lang="en-US" altLang="en-US" sz="2000" b="1" dirty="0"/>
              <a:t> 1865 – 1945 BW</a:t>
            </a:r>
          </a:p>
        </p:txBody>
      </p:sp>
      <p:pic>
        <p:nvPicPr>
          <p:cNvPr id="10" name="Picture 9">
            <a:extLst>
              <a:ext uri="{FF2B5EF4-FFF2-40B4-BE49-F238E27FC236}">
                <a16:creationId xmlns:a16="http://schemas.microsoft.com/office/drawing/2014/main" id="{DDC5757E-6044-4371-87B3-E9AFF11AFF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02814" y="206819"/>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B38A76-08AF-4884-9DFB-F7118A71EE39}"/>
              </a:ext>
            </a:extLst>
          </p:cNvPr>
          <p:cNvSpPr>
            <a:spLocks noGrp="1"/>
          </p:cNvSpPr>
          <p:nvPr>
            <p:ph type="title"/>
          </p:nvPr>
        </p:nvSpPr>
        <p:spPr>
          <a:xfrm>
            <a:off x="3236043" y="206819"/>
            <a:ext cx="7470942" cy="1113139"/>
          </a:xfrm>
        </p:spPr>
        <p:txBody>
          <a:bodyPr>
            <a:normAutofit fontScale="90000"/>
          </a:bodyPr>
          <a:lstStyle/>
          <a:p>
            <a:pPr algn="ctr"/>
            <a:r>
              <a:rPr lang="en-US" altLang="en-US" dirty="0" err="1">
                <a:latin typeface="Segoe UI" panose="020B0502040204020203" pitchFamily="34" charset="0"/>
                <a:cs typeface="Segoe UI" panose="020B0502040204020203" pitchFamily="34" charset="0"/>
              </a:rPr>
              <a:t>Dalam</a:t>
            </a:r>
            <a:r>
              <a:rPr lang="en-US" altLang="en-US" dirty="0">
                <a:latin typeface="Segoe UI" panose="020B0502040204020203" pitchFamily="34" charset="0"/>
                <a:cs typeface="Segoe UI" panose="020B0502040204020203" pitchFamily="34" charset="0"/>
              </a:rPr>
              <a:t> proses </a:t>
            </a:r>
            <a:r>
              <a:rPr lang="en-US" altLang="en-US" dirty="0" err="1">
                <a:latin typeface="Segoe UI" panose="020B0502040204020203" pitchFamily="34" charset="0"/>
                <a:cs typeface="Segoe UI" panose="020B0502040204020203" pitchFamily="34" charset="0"/>
              </a:rPr>
              <a:t>pembuktian</a:t>
            </a:r>
            <a:r>
              <a:rPr lang="en-US" altLang="en-US" dirty="0">
                <a:latin typeface="Segoe UI" panose="020B0502040204020203" pitchFamily="34" charset="0"/>
                <a:cs typeface="Segoe UI" panose="020B0502040204020203" pitchFamily="34" charset="0"/>
              </a:rPr>
              <a:t>, </a:t>
            </a:r>
            <a:r>
              <a:rPr lang="en-US" altLang="en-US" dirty="0" err="1">
                <a:latin typeface="Segoe UI" panose="020B0502040204020203" pitchFamily="34" charset="0"/>
                <a:cs typeface="Segoe UI" panose="020B0502040204020203" pitchFamily="34" charset="0"/>
              </a:rPr>
              <a:t>setidaknya</a:t>
            </a:r>
            <a:r>
              <a:rPr lang="en-US" altLang="en-US" dirty="0">
                <a:latin typeface="Segoe UI" panose="020B0502040204020203" pitchFamily="34" charset="0"/>
                <a:cs typeface="Segoe UI" panose="020B0502040204020203" pitchFamily="34" charset="0"/>
              </a:rPr>
              <a:t> hakim </a:t>
            </a:r>
            <a:r>
              <a:rPr lang="en-US" altLang="en-US" dirty="0" err="1">
                <a:latin typeface="Segoe UI" panose="020B0502040204020203" pitchFamily="34" charset="0"/>
                <a:cs typeface="Segoe UI" panose="020B0502040204020203" pitchFamily="34" charset="0"/>
              </a:rPr>
              <a:t>membutuhkan</a:t>
            </a:r>
            <a:r>
              <a:rPr lang="en-US" altLang="en-US" dirty="0">
                <a:latin typeface="Segoe UI" panose="020B0502040204020203" pitchFamily="34" charset="0"/>
                <a:cs typeface="Segoe UI" panose="020B0502040204020203" pitchFamily="34" charset="0"/>
              </a:rPr>
              <a:t>:</a:t>
            </a:r>
            <a:endParaRPr lang="en-ID" i="1" dirty="0">
              <a:latin typeface="Segoe UI" panose="020B0502040204020203" pitchFamily="34" charset="0"/>
              <a:cs typeface="Segoe UI" panose="020B0502040204020203" pitchFamily="34" charset="0"/>
            </a:endParaRPr>
          </a:p>
        </p:txBody>
      </p:sp>
      <p:pic>
        <p:nvPicPr>
          <p:cNvPr id="9" name="Picture Placeholder 8">
            <a:extLst>
              <a:ext uri="{FF2B5EF4-FFF2-40B4-BE49-F238E27FC236}">
                <a16:creationId xmlns:a16="http://schemas.microsoft.com/office/drawing/2014/main" id="{F88BC6F6-02BD-47FA-A3FA-EBD164904C61}"/>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4015" r="14015"/>
          <a:stretch>
            <a:fillRect/>
          </a:stretch>
        </p:blipFill>
        <p:spPr/>
      </p:pic>
      <p:pic>
        <p:nvPicPr>
          <p:cNvPr id="10" name="Picture 9">
            <a:extLst>
              <a:ext uri="{FF2B5EF4-FFF2-40B4-BE49-F238E27FC236}">
                <a16:creationId xmlns:a16="http://schemas.microsoft.com/office/drawing/2014/main" id="{B1CF124C-978A-4269-B701-FFDA8A1D71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06819"/>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5" name="Title 5">
            <a:extLst>
              <a:ext uri="{FF2B5EF4-FFF2-40B4-BE49-F238E27FC236}">
                <a16:creationId xmlns:a16="http://schemas.microsoft.com/office/drawing/2014/main" id="{6BBF794E-5900-49F1-AC0C-BFAF5765B5F0}"/>
              </a:ext>
            </a:extLst>
          </p:cNvPr>
          <p:cNvSpPr txBox="1">
            <a:spLocks/>
          </p:cNvSpPr>
          <p:nvPr/>
        </p:nvSpPr>
        <p:spPr>
          <a:xfrm>
            <a:off x="5068387" y="1556151"/>
            <a:ext cx="6542769" cy="4445442"/>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000" b="1" kern="120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stStyle>
          <a:p>
            <a:r>
              <a:rPr lang="en-US" sz="2400" i="1" dirty="0" err="1">
                <a:solidFill>
                  <a:srgbClr val="C00000"/>
                </a:solidFill>
                <a:latin typeface="Segoe UI" panose="020B0502040204020203" pitchFamily="34" charset="0"/>
                <a:cs typeface="Segoe UI" panose="020B0502040204020203" pitchFamily="34" charset="0"/>
              </a:rPr>
              <a:t>Pengetahuan</a:t>
            </a:r>
            <a:r>
              <a:rPr lang="en-US" sz="2400" i="1" dirty="0">
                <a:solidFill>
                  <a:srgbClr val="C00000"/>
                </a:solidFill>
                <a:latin typeface="Segoe UI" panose="020B0502040204020203" pitchFamily="34" charset="0"/>
                <a:cs typeface="Segoe UI" panose="020B0502040204020203" pitchFamily="34" charset="0"/>
              </a:rPr>
              <a:t> </a:t>
            </a:r>
            <a:r>
              <a:rPr lang="en-US" sz="2400" i="1" dirty="0" err="1">
                <a:solidFill>
                  <a:srgbClr val="C00000"/>
                </a:solidFill>
                <a:latin typeface="Segoe UI" panose="020B0502040204020203" pitchFamily="34" charset="0"/>
                <a:cs typeface="Segoe UI" panose="020B0502040204020203" pitchFamily="34" charset="0"/>
              </a:rPr>
              <a:t>tentang</a:t>
            </a:r>
            <a:r>
              <a:rPr lang="en-US" sz="2400" i="1" dirty="0">
                <a:solidFill>
                  <a:srgbClr val="C00000"/>
                </a:solidFill>
                <a:latin typeface="Segoe UI" panose="020B0502040204020203" pitchFamily="34" charset="0"/>
                <a:cs typeface="Segoe UI" panose="020B0502040204020203" pitchFamily="34" charset="0"/>
              </a:rPr>
              <a:t> HUKUM</a:t>
            </a:r>
          </a:p>
          <a:p>
            <a:pPr marL="361950" indent="-361950">
              <a:buFont typeface="Arial" panose="020B0604020202020204" pitchFamily="34" charset="0"/>
              <a:buChar char="•"/>
            </a:pPr>
            <a:r>
              <a:rPr lang="en-US" sz="2400" b="0" dirty="0" err="1">
                <a:solidFill>
                  <a:schemeClr val="tx1"/>
                </a:solidFill>
                <a:latin typeface="Segoe UI" panose="020B0502040204020203" pitchFamily="34" charset="0"/>
                <a:cs typeface="Segoe UI" panose="020B0502040204020203" pitchFamily="34" charset="0"/>
              </a:rPr>
              <a:t>Hukum</a:t>
            </a:r>
            <a:r>
              <a:rPr lang="en-US" sz="2400" b="0" dirty="0">
                <a:solidFill>
                  <a:schemeClr val="tx1"/>
                </a:solidFill>
                <a:latin typeface="Segoe UI" panose="020B0502040204020203" pitchFamily="34" charset="0"/>
                <a:cs typeface="Segoe UI" panose="020B0502040204020203" pitchFamily="34" charset="0"/>
              </a:rPr>
              <a:t> </a:t>
            </a:r>
            <a:r>
              <a:rPr lang="en-US" sz="2400" b="0" dirty="0" err="1">
                <a:solidFill>
                  <a:schemeClr val="tx1"/>
                </a:solidFill>
                <a:latin typeface="Segoe UI" panose="020B0502040204020203" pitchFamily="34" charset="0"/>
                <a:cs typeface="Segoe UI" panose="020B0502040204020203" pitchFamily="34" charset="0"/>
              </a:rPr>
              <a:t>Tertulis</a:t>
            </a:r>
            <a:r>
              <a:rPr lang="en-US" sz="2400" b="0" dirty="0">
                <a:solidFill>
                  <a:schemeClr val="tx1"/>
                </a:solidFill>
                <a:latin typeface="Segoe UI" panose="020B0502040204020203" pitchFamily="34" charset="0"/>
                <a:cs typeface="Segoe UI" panose="020B0502040204020203" pitchFamily="34" charset="0"/>
              </a:rPr>
              <a:t> Yang </a:t>
            </a:r>
            <a:r>
              <a:rPr lang="en-US" sz="2400" b="0" dirty="0" err="1">
                <a:solidFill>
                  <a:schemeClr val="tx1"/>
                </a:solidFill>
                <a:latin typeface="Segoe UI" panose="020B0502040204020203" pitchFamily="34" charset="0"/>
                <a:cs typeface="Segoe UI" panose="020B0502040204020203" pitchFamily="34" charset="0"/>
              </a:rPr>
              <a:t>Berlaku</a:t>
            </a:r>
            <a:endParaRPr lang="en-US" sz="2400" b="0" dirty="0">
              <a:solidFill>
                <a:schemeClr val="tx1"/>
              </a:solidFill>
              <a:latin typeface="Segoe UI" panose="020B0502040204020203" pitchFamily="34" charset="0"/>
              <a:cs typeface="Segoe UI" panose="020B0502040204020203" pitchFamily="34" charset="0"/>
            </a:endParaRPr>
          </a:p>
          <a:p>
            <a:pPr marL="361950" indent="-361950">
              <a:buFont typeface="Arial" panose="020B0604020202020204" pitchFamily="34" charset="0"/>
              <a:buChar char="•"/>
            </a:pPr>
            <a:r>
              <a:rPr lang="en-US" sz="2400" b="0" dirty="0" err="1">
                <a:solidFill>
                  <a:schemeClr val="tx1"/>
                </a:solidFill>
                <a:latin typeface="Segoe UI" panose="020B0502040204020203" pitchFamily="34" charset="0"/>
                <a:cs typeface="Segoe UI" panose="020B0502040204020203" pitchFamily="34" charset="0"/>
              </a:rPr>
              <a:t>Hukum</a:t>
            </a:r>
            <a:r>
              <a:rPr lang="en-US" sz="2400" b="0" dirty="0">
                <a:solidFill>
                  <a:schemeClr val="tx1"/>
                </a:solidFill>
                <a:latin typeface="Segoe UI" panose="020B0502040204020203" pitchFamily="34" charset="0"/>
                <a:cs typeface="Segoe UI" panose="020B0502040204020203" pitchFamily="34" charset="0"/>
              </a:rPr>
              <a:t> </a:t>
            </a:r>
            <a:r>
              <a:rPr lang="en-US" sz="2400" b="0" dirty="0" err="1">
                <a:solidFill>
                  <a:schemeClr val="tx1"/>
                </a:solidFill>
                <a:latin typeface="Segoe UI" panose="020B0502040204020203" pitchFamily="34" charset="0"/>
                <a:cs typeface="Segoe UI" panose="020B0502040204020203" pitchFamily="34" charset="0"/>
              </a:rPr>
              <a:t>Kebiasaan</a:t>
            </a:r>
            <a:endParaRPr lang="en-US" sz="2400" b="0" dirty="0">
              <a:solidFill>
                <a:schemeClr val="tx1"/>
              </a:solidFill>
              <a:latin typeface="Segoe UI" panose="020B0502040204020203" pitchFamily="34" charset="0"/>
              <a:cs typeface="Segoe UI" panose="020B0502040204020203" pitchFamily="34" charset="0"/>
            </a:endParaRPr>
          </a:p>
          <a:p>
            <a:pPr marL="361950" indent="-361950">
              <a:buFont typeface="Arial" panose="020B0604020202020204" pitchFamily="34" charset="0"/>
              <a:buChar char="•"/>
            </a:pPr>
            <a:r>
              <a:rPr lang="en-US" sz="2400" b="0" dirty="0" err="1">
                <a:solidFill>
                  <a:schemeClr val="tx1"/>
                </a:solidFill>
                <a:latin typeface="Segoe UI" panose="020B0502040204020203" pitchFamily="34" charset="0"/>
                <a:cs typeface="Segoe UI" panose="020B0502040204020203" pitchFamily="34" charset="0"/>
              </a:rPr>
              <a:t>Kaidah-kaidah</a:t>
            </a:r>
            <a:r>
              <a:rPr lang="en-US" sz="2400" b="0" dirty="0">
                <a:solidFill>
                  <a:schemeClr val="tx1"/>
                </a:solidFill>
                <a:latin typeface="Segoe UI" panose="020B0502040204020203" pitchFamily="34" charset="0"/>
                <a:cs typeface="Segoe UI" panose="020B0502040204020203" pitchFamily="34" charset="0"/>
              </a:rPr>
              <a:t> </a:t>
            </a:r>
            <a:r>
              <a:rPr lang="en-US" sz="2400" b="0" dirty="0" err="1">
                <a:solidFill>
                  <a:schemeClr val="tx1"/>
                </a:solidFill>
                <a:latin typeface="Segoe UI" panose="020B0502040204020203" pitchFamily="34" charset="0"/>
                <a:cs typeface="Segoe UI" panose="020B0502040204020203" pitchFamily="34" charset="0"/>
              </a:rPr>
              <a:t>hukum</a:t>
            </a:r>
            <a:r>
              <a:rPr lang="en-US" sz="2400" b="0" dirty="0">
                <a:solidFill>
                  <a:schemeClr val="tx1"/>
                </a:solidFill>
                <a:latin typeface="Segoe UI" panose="020B0502040204020203" pitchFamily="34" charset="0"/>
                <a:cs typeface="Segoe UI" panose="020B0502040204020203" pitchFamily="34" charset="0"/>
              </a:rPr>
              <a:t> </a:t>
            </a:r>
            <a:r>
              <a:rPr lang="en-US" sz="2400" b="0" dirty="0" err="1">
                <a:solidFill>
                  <a:schemeClr val="tx1"/>
                </a:solidFill>
                <a:latin typeface="Segoe UI" panose="020B0502040204020203" pitchFamily="34" charset="0"/>
                <a:cs typeface="Segoe UI" panose="020B0502040204020203" pitchFamily="34" charset="0"/>
              </a:rPr>
              <a:t>asing</a:t>
            </a:r>
            <a:endParaRPr lang="en-US" sz="2400" b="0" dirty="0">
              <a:solidFill>
                <a:schemeClr val="tx1"/>
              </a:solidFill>
              <a:latin typeface="Segoe UI" panose="020B0502040204020203" pitchFamily="34" charset="0"/>
              <a:cs typeface="Segoe UI" panose="020B0502040204020203" pitchFamily="34" charset="0"/>
            </a:endParaRPr>
          </a:p>
          <a:p>
            <a:r>
              <a:rPr lang="en-US" sz="2400" i="1" dirty="0" err="1">
                <a:solidFill>
                  <a:srgbClr val="C00000"/>
                </a:solidFill>
                <a:latin typeface="Segoe UI" panose="020B0502040204020203" pitchFamily="34" charset="0"/>
                <a:cs typeface="Segoe UI" panose="020B0502040204020203" pitchFamily="34" charset="0"/>
              </a:rPr>
              <a:t>Pengetahuan</a:t>
            </a:r>
            <a:r>
              <a:rPr lang="en-US" sz="2400" i="1" dirty="0">
                <a:solidFill>
                  <a:srgbClr val="C00000"/>
                </a:solidFill>
                <a:latin typeface="Segoe UI" panose="020B0502040204020203" pitchFamily="34" charset="0"/>
                <a:cs typeface="Segoe UI" panose="020B0502040204020203" pitchFamily="34" charset="0"/>
              </a:rPr>
              <a:t> </a:t>
            </a:r>
            <a:r>
              <a:rPr lang="en-US" sz="2400" i="1" dirty="0" err="1">
                <a:solidFill>
                  <a:srgbClr val="C00000"/>
                </a:solidFill>
                <a:latin typeface="Segoe UI" panose="020B0502040204020203" pitchFamily="34" charset="0"/>
                <a:cs typeface="Segoe UI" panose="020B0502040204020203" pitchFamily="34" charset="0"/>
              </a:rPr>
              <a:t>tentang</a:t>
            </a:r>
            <a:r>
              <a:rPr lang="en-US" sz="2400" i="1" dirty="0">
                <a:solidFill>
                  <a:srgbClr val="C00000"/>
                </a:solidFill>
                <a:latin typeface="Segoe UI" panose="020B0502040204020203" pitchFamily="34" charset="0"/>
                <a:cs typeface="Segoe UI" panose="020B0502040204020203" pitchFamily="34" charset="0"/>
              </a:rPr>
              <a:t> FAKTA</a:t>
            </a:r>
          </a:p>
          <a:p>
            <a:pPr marL="361950" lvl="1" indent="-361950">
              <a:lnSpc>
                <a:spcPct val="80000"/>
              </a:lnSpc>
              <a:buFont typeface="Arial" panose="020B0604020202020204" pitchFamily="34" charset="0"/>
              <a:buChar char="•"/>
            </a:pPr>
            <a:r>
              <a:rPr lang="nl-NL" altLang="en-US" sz="2400" dirty="0">
                <a:latin typeface="Segoe UI" panose="020B0502040204020203" pitchFamily="34" charset="0"/>
                <a:cs typeface="Segoe UI" panose="020B0502040204020203" pitchFamily="34" charset="0"/>
              </a:rPr>
              <a:t>Dalam hal hakim menjatuhkan putusan </a:t>
            </a:r>
            <a:r>
              <a:rPr lang="nl-NL" altLang="en-US" sz="2400" i="1" dirty="0">
                <a:latin typeface="Segoe UI" panose="020B0502040204020203" pitchFamily="34" charset="0"/>
                <a:cs typeface="Segoe UI" panose="020B0502040204020203" pitchFamily="34" charset="0"/>
              </a:rPr>
              <a:t>verstek;</a:t>
            </a:r>
          </a:p>
          <a:p>
            <a:pPr marL="361950" lvl="1" indent="-361950">
              <a:lnSpc>
                <a:spcPct val="80000"/>
              </a:lnSpc>
              <a:buFont typeface="Arial" panose="020B0604020202020204" pitchFamily="34" charset="0"/>
              <a:buChar char="•"/>
            </a:pPr>
            <a:r>
              <a:rPr lang="nl-NL" altLang="en-US" sz="2400" dirty="0">
                <a:latin typeface="Segoe UI" panose="020B0502040204020203" pitchFamily="34" charset="0"/>
                <a:cs typeface="Segoe UI" panose="020B0502040204020203" pitchFamily="34" charset="0"/>
              </a:rPr>
              <a:t>Dalam hal tergugat mengakui kebenaran gugatan penggugat;</a:t>
            </a:r>
            <a:endParaRPr lang="en-US" altLang="en-US" sz="2400" dirty="0">
              <a:latin typeface="Segoe UI" panose="020B0502040204020203" pitchFamily="34" charset="0"/>
              <a:cs typeface="Segoe UI" panose="020B0502040204020203" pitchFamily="34" charset="0"/>
            </a:endParaRPr>
          </a:p>
          <a:p>
            <a:pPr marL="361950" lvl="1" indent="-361950">
              <a:lnSpc>
                <a:spcPct val="80000"/>
              </a:lnSpc>
              <a:buFont typeface="Arial" panose="020B0604020202020204" pitchFamily="34" charset="0"/>
              <a:buChar char="•"/>
            </a:pPr>
            <a:r>
              <a:rPr lang="en-US" altLang="en-US" sz="2400" dirty="0" err="1">
                <a:latin typeface="Segoe UI" panose="020B0502040204020203" pitchFamily="34" charset="0"/>
                <a:cs typeface="Segoe UI" panose="020B0502040204020203" pitchFamily="34" charset="0"/>
              </a:rPr>
              <a:t>Dalam</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hal</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tidak</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ada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penyangkalan</a:t>
            </a:r>
            <a:r>
              <a:rPr lang="en-US" altLang="en-US" sz="2400" dirty="0">
                <a:latin typeface="Segoe UI" panose="020B0502040204020203" pitchFamily="34" charset="0"/>
                <a:cs typeface="Segoe UI" panose="020B0502040204020203" pitchFamily="34" charset="0"/>
              </a:rPr>
              <a:t>;</a:t>
            </a:r>
          </a:p>
          <a:p>
            <a:pPr marL="361950" lvl="1" indent="-361950">
              <a:lnSpc>
                <a:spcPct val="80000"/>
              </a:lnSpc>
              <a:buFont typeface="Arial" panose="020B0604020202020204" pitchFamily="34" charset="0"/>
              <a:buChar char="•"/>
            </a:pPr>
            <a:r>
              <a:rPr lang="en-US" altLang="en-US" sz="2400" dirty="0" err="1">
                <a:latin typeface="Segoe UI" panose="020B0502040204020203" pitchFamily="34" charset="0"/>
                <a:cs typeface="Segoe UI" panose="020B0502040204020203" pitchFamily="34" charset="0"/>
              </a:rPr>
              <a:t>Dalam</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hal</a:t>
            </a:r>
            <a:r>
              <a:rPr lang="en-US" altLang="en-US" sz="2400" dirty="0">
                <a:latin typeface="Segoe UI" panose="020B0502040204020203" pitchFamily="34" charset="0"/>
                <a:cs typeface="Segoe UI" panose="020B0502040204020203" pitchFamily="34" charset="0"/>
              </a:rPr>
              <a:t> hakim </a:t>
            </a:r>
            <a:r>
              <a:rPr lang="en-US" altLang="en-US" sz="2400" dirty="0" err="1">
                <a:latin typeface="Segoe UI" panose="020B0502040204020203" pitchFamily="34" charset="0"/>
                <a:cs typeface="Segoe UI" panose="020B0502040204020203" pitchFamily="34" charset="0"/>
              </a:rPr>
              <a:t>karena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jabatannya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dianggap</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telah</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mengetahui</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fakta-faktanya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yaitu</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fakta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notoir</a:t>
            </a:r>
            <a:r>
              <a:rPr lang="en-US" altLang="en-US" sz="2400" dirty="0">
                <a:latin typeface="Segoe UI" panose="020B0502040204020203" pitchFamily="34" charset="0"/>
                <a:cs typeface="Segoe UI" panose="020B0502040204020203" pitchFamily="34" charset="0"/>
              </a:rPr>
              <a:t> dan </a:t>
            </a:r>
            <a:r>
              <a:rPr lang="en-US" altLang="en-US" sz="2400" dirty="0" err="1">
                <a:latin typeface="Segoe UI" panose="020B0502040204020203" pitchFamily="34" charset="0"/>
                <a:cs typeface="Segoe UI" panose="020B0502040204020203" pitchFamily="34" charset="0"/>
              </a:rPr>
              <a:t>fakta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prosesuil</a:t>
            </a:r>
            <a:r>
              <a:rPr lang="en-US" altLang="en-US" sz="2400" dirty="0">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930191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E4A8C8F-6C92-4C6A-AA83-BF4E58A29EE7}"/>
              </a:ext>
            </a:extLst>
          </p:cNvPr>
          <p:cNvSpPr>
            <a:spLocks noGrp="1" noChangeArrowheads="1"/>
          </p:cNvSpPr>
          <p:nvPr>
            <p:ph type="title"/>
          </p:nvPr>
        </p:nvSpPr>
        <p:spPr>
          <a:xfrm>
            <a:off x="2992582" y="681037"/>
            <a:ext cx="6206836" cy="466148"/>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ctr" eaLnBrk="1" hangingPunct="1"/>
            <a:r>
              <a:rPr lang="en-US" altLang="en-US" sz="3600" b="1" dirty="0"/>
              <a:t>BEBAN PEMBUKTIAN</a:t>
            </a:r>
          </a:p>
        </p:txBody>
      </p:sp>
      <p:sp>
        <p:nvSpPr>
          <p:cNvPr id="9219" name="Rectangle 3">
            <a:extLst>
              <a:ext uri="{FF2B5EF4-FFF2-40B4-BE49-F238E27FC236}">
                <a16:creationId xmlns:a16="http://schemas.microsoft.com/office/drawing/2014/main" id="{4EEBEB2A-C65F-4684-85A4-1D2B7467F6BA}"/>
              </a:ext>
            </a:extLst>
          </p:cNvPr>
          <p:cNvSpPr>
            <a:spLocks noGrp="1" noChangeArrowheads="1"/>
          </p:cNvSpPr>
          <p:nvPr>
            <p:ph type="body" idx="1"/>
          </p:nvPr>
        </p:nvSpPr>
        <p:spPr>
          <a:xfrm>
            <a:off x="621291" y="1856969"/>
            <a:ext cx="10949417" cy="4351338"/>
          </a:xfrm>
        </p:spPr>
        <p:txBody>
          <a:bodyPr/>
          <a:lstStyle/>
          <a:p>
            <a:pPr eaLnBrk="1" hangingPunct="1">
              <a:lnSpc>
                <a:spcPct val="80000"/>
              </a:lnSpc>
              <a:buFont typeface="Wingdings" panose="05000000000000000000" pitchFamily="2" charset="2"/>
              <a:buNone/>
            </a:pPr>
            <a:r>
              <a:rPr lang="en-US" altLang="en-US" b="1" dirty="0" err="1"/>
              <a:t>Pasal</a:t>
            </a:r>
            <a:r>
              <a:rPr lang="en-US" altLang="en-US" b="1" dirty="0"/>
              <a:t> 163 HIR / 283 </a:t>
            </a:r>
            <a:r>
              <a:rPr lang="en-US" altLang="en-US" b="1" dirty="0" err="1"/>
              <a:t>RBg</a:t>
            </a:r>
            <a:endParaRPr lang="en-US" altLang="en-US" b="1" dirty="0"/>
          </a:p>
          <a:p>
            <a:pPr eaLnBrk="1" hangingPunct="1">
              <a:lnSpc>
                <a:spcPct val="80000"/>
              </a:lnSpc>
              <a:buFont typeface="Wingdings" panose="05000000000000000000" pitchFamily="2" charset="2"/>
              <a:buNone/>
            </a:pPr>
            <a:endParaRPr lang="en-US" altLang="en-US" b="1" dirty="0"/>
          </a:p>
          <a:p>
            <a:pPr algn="ctr" eaLnBrk="1" hangingPunct="1">
              <a:lnSpc>
                <a:spcPct val="80000"/>
              </a:lnSpc>
              <a:buFont typeface="Wingdings" panose="05000000000000000000" pitchFamily="2" charset="2"/>
              <a:buNone/>
            </a:pPr>
            <a:r>
              <a:rPr lang="en-US" altLang="en-US" b="1" dirty="0"/>
              <a:t>“</a:t>
            </a:r>
            <a:r>
              <a:rPr lang="en-US" altLang="en-US" b="1" i="1" dirty="0" err="1"/>
              <a:t>Barang</a:t>
            </a:r>
            <a:r>
              <a:rPr lang="en-US" altLang="en-US" b="1" i="1" dirty="0"/>
              <a:t> </a:t>
            </a:r>
            <a:r>
              <a:rPr lang="en-US" altLang="en-US" b="1" i="1" dirty="0" err="1"/>
              <a:t>siapa</a:t>
            </a:r>
            <a:r>
              <a:rPr lang="en-US" altLang="en-US" b="1" i="1" dirty="0"/>
              <a:t> yang </a:t>
            </a:r>
            <a:r>
              <a:rPr lang="en-US" altLang="en-US" b="1" i="1" dirty="0" err="1"/>
              <a:t>menyatakan</a:t>
            </a:r>
            <a:r>
              <a:rPr lang="en-US" altLang="en-US" b="1" i="1" dirty="0"/>
              <a:t> </a:t>
            </a:r>
            <a:r>
              <a:rPr lang="en-US" altLang="en-US" b="1" i="1" dirty="0" err="1"/>
              <a:t>ia</a:t>
            </a:r>
            <a:r>
              <a:rPr lang="en-US" altLang="en-US" b="1" i="1" dirty="0"/>
              <a:t> </a:t>
            </a:r>
            <a:r>
              <a:rPr lang="en-US" altLang="en-US" b="1" i="1" dirty="0" err="1"/>
              <a:t>mempunyai</a:t>
            </a:r>
            <a:r>
              <a:rPr lang="en-US" altLang="en-US" b="1" i="1" dirty="0"/>
              <a:t> </a:t>
            </a:r>
            <a:r>
              <a:rPr lang="en-US" altLang="en-US" b="1" i="1" dirty="0" err="1"/>
              <a:t>hak</a:t>
            </a:r>
            <a:r>
              <a:rPr lang="en-US" altLang="en-US" b="1" i="1" dirty="0"/>
              <a:t> </a:t>
            </a:r>
            <a:r>
              <a:rPr lang="en-US" altLang="en-US" b="1" i="1" dirty="0" err="1"/>
              <a:t>atau</a:t>
            </a:r>
            <a:r>
              <a:rPr lang="en-US" altLang="en-US" b="1" i="1" dirty="0"/>
              <a:t> </a:t>
            </a:r>
            <a:r>
              <a:rPr lang="en-US" altLang="en-US" b="1" i="1" dirty="0" err="1"/>
              <a:t>ia</a:t>
            </a:r>
            <a:r>
              <a:rPr lang="en-US" altLang="en-US" b="1" i="1" dirty="0"/>
              <a:t> </a:t>
            </a:r>
            <a:r>
              <a:rPr lang="en-US" altLang="en-US" b="1" i="1" dirty="0" err="1"/>
              <a:t>menyebutkan</a:t>
            </a:r>
            <a:r>
              <a:rPr lang="en-US" altLang="en-US" b="1" i="1" dirty="0"/>
              <a:t> </a:t>
            </a:r>
            <a:r>
              <a:rPr lang="en-US" altLang="en-US" b="1" i="1" dirty="0" err="1"/>
              <a:t>sesuatu</a:t>
            </a:r>
            <a:r>
              <a:rPr lang="en-US" altLang="en-US" b="1" i="1" dirty="0"/>
              <a:t> </a:t>
            </a:r>
            <a:r>
              <a:rPr lang="en-US" altLang="en-US" b="1" i="1" dirty="0" err="1"/>
              <a:t>perbuatan</a:t>
            </a:r>
            <a:r>
              <a:rPr lang="en-US" altLang="en-US" b="1" i="1" dirty="0"/>
              <a:t> </a:t>
            </a:r>
            <a:r>
              <a:rPr lang="en-US" altLang="en-US" b="1" i="1" dirty="0" err="1"/>
              <a:t>untuk</a:t>
            </a:r>
            <a:r>
              <a:rPr lang="en-US" altLang="en-US" b="1" i="1" dirty="0"/>
              <a:t> </a:t>
            </a:r>
            <a:r>
              <a:rPr lang="en-US" altLang="en-US" b="1" i="1" dirty="0" err="1"/>
              <a:t>menguatkan</a:t>
            </a:r>
            <a:r>
              <a:rPr lang="en-US" altLang="en-US" b="1" i="1" dirty="0"/>
              <a:t> </a:t>
            </a:r>
            <a:r>
              <a:rPr lang="en-US" altLang="en-US" b="1" i="1" dirty="0" err="1"/>
              <a:t>haknya</a:t>
            </a:r>
            <a:r>
              <a:rPr lang="en-US" altLang="en-US" b="1" i="1" dirty="0"/>
              <a:t> </a:t>
            </a:r>
            <a:r>
              <a:rPr lang="en-US" altLang="en-US" b="1" i="1" dirty="0" err="1"/>
              <a:t>itu</a:t>
            </a:r>
            <a:r>
              <a:rPr lang="en-US" altLang="en-US" b="1" i="1" dirty="0"/>
              <a:t> </a:t>
            </a:r>
            <a:r>
              <a:rPr lang="en-US" altLang="en-US" b="1" i="1" dirty="0" err="1"/>
              <a:t>atau</a:t>
            </a:r>
            <a:r>
              <a:rPr lang="en-US" altLang="en-US" b="1" i="1" dirty="0"/>
              <a:t> </a:t>
            </a:r>
            <a:r>
              <a:rPr lang="en-US" altLang="en-US" b="1" i="1" dirty="0" err="1"/>
              <a:t>untuk</a:t>
            </a:r>
            <a:r>
              <a:rPr lang="en-US" altLang="en-US" b="1" i="1" dirty="0"/>
              <a:t> </a:t>
            </a:r>
            <a:r>
              <a:rPr lang="en-US" altLang="en-US" b="1" i="1" dirty="0" err="1"/>
              <a:t>membantah</a:t>
            </a:r>
            <a:r>
              <a:rPr lang="en-US" altLang="en-US" b="1" i="1" dirty="0"/>
              <a:t> </a:t>
            </a:r>
            <a:r>
              <a:rPr lang="en-US" altLang="en-US" b="1" i="1" dirty="0" err="1"/>
              <a:t>hak</a:t>
            </a:r>
            <a:r>
              <a:rPr lang="en-US" altLang="en-US" b="1" i="1" dirty="0"/>
              <a:t> orang lain, </a:t>
            </a:r>
            <a:r>
              <a:rPr lang="en-US" altLang="en-US" b="1" i="1" dirty="0" err="1"/>
              <a:t>maka</a:t>
            </a:r>
            <a:r>
              <a:rPr lang="en-US" altLang="en-US" b="1" i="1" dirty="0"/>
              <a:t> orang </a:t>
            </a:r>
            <a:r>
              <a:rPr lang="en-US" altLang="en-US" b="1" i="1" dirty="0" err="1"/>
              <a:t>itu</a:t>
            </a:r>
            <a:r>
              <a:rPr lang="en-US" altLang="en-US" b="1" i="1" dirty="0"/>
              <a:t> </a:t>
            </a:r>
            <a:r>
              <a:rPr lang="en-US" altLang="en-US" b="1" i="1" dirty="0" err="1"/>
              <a:t>harus</a:t>
            </a:r>
            <a:r>
              <a:rPr lang="en-US" altLang="en-US" b="1" i="1" dirty="0"/>
              <a:t> </a:t>
            </a:r>
            <a:r>
              <a:rPr lang="en-US" altLang="en-US" b="1" i="1" dirty="0" err="1"/>
              <a:t>membuktikan</a:t>
            </a:r>
            <a:r>
              <a:rPr lang="en-US" altLang="en-US" b="1" i="1" dirty="0"/>
              <a:t> </a:t>
            </a:r>
            <a:r>
              <a:rPr lang="en-US" altLang="en-US" b="1" i="1" dirty="0" err="1"/>
              <a:t>adanya</a:t>
            </a:r>
            <a:r>
              <a:rPr lang="en-US" altLang="en-US" b="1" i="1" dirty="0"/>
              <a:t> </a:t>
            </a:r>
            <a:r>
              <a:rPr lang="en-US" altLang="en-US" b="1" i="1" dirty="0" err="1"/>
              <a:t>hak</a:t>
            </a:r>
            <a:r>
              <a:rPr lang="en-US" altLang="en-US" b="1" i="1" dirty="0"/>
              <a:t> </a:t>
            </a:r>
            <a:r>
              <a:rPr lang="en-US" altLang="en-US" b="1" i="1" dirty="0" err="1"/>
              <a:t>itu</a:t>
            </a:r>
            <a:r>
              <a:rPr lang="en-US" altLang="en-US" b="1" i="1" dirty="0"/>
              <a:t> </a:t>
            </a:r>
            <a:r>
              <a:rPr lang="en-US" altLang="en-US" b="1" i="1" dirty="0" err="1"/>
              <a:t>atau</a:t>
            </a:r>
            <a:r>
              <a:rPr lang="en-US" altLang="en-US" b="1" i="1" dirty="0"/>
              <a:t> </a:t>
            </a:r>
            <a:r>
              <a:rPr lang="en-US" altLang="en-US" b="1" i="1" dirty="0" err="1"/>
              <a:t>adanya</a:t>
            </a:r>
            <a:r>
              <a:rPr lang="en-US" altLang="en-US" b="1" i="1" dirty="0"/>
              <a:t> </a:t>
            </a:r>
            <a:r>
              <a:rPr lang="en-US" altLang="en-US" b="1" i="1" dirty="0" err="1"/>
              <a:t>kejadian</a:t>
            </a:r>
            <a:r>
              <a:rPr lang="en-US" altLang="en-US" b="1" i="1" dirty="0"/>
              <a:t> </a:t>
            </a:r>
            <a:r>
              <a:rPr lang="en-US" altLang="en-US" b="1" i="1" dirty="0" err="1"/>
              <a:t>itu</a:t>
            </a:r>
            <a:r>
              <a:rPr lang="en-US" altLang="en-US" b="1" dirty="0"/>
              <a:t>”.</a:t>
            </a:r>
          </a:p>
          <a:p>
            <a:pPr algn="ctr" eaLnBrk="1" hangingPunct="1">
              <a:lnSpc>
                <a:spcPct val="80000"/>
              </a:lnSpc>
              <a:buFont typeface="Wingdings" panose="05000000000000000000" pitchFamily="2" charset="2"/>
              <a:buNone/>
            </a:pPr>
            <a:endParaRPr lang="en-US" altLang="en-US" b="1" dirty="0"/>
          </a:p>
          <a:p>
            <a:pPr algn="just" eaLnBrk="1" hangingPunct="1">
              <a:lnSpc>
                <a:spcPct val="80000"/>
              </a:lnSpc>
              <a:buFont typeface="Wingdings" panose="05000000000000000000" pitchFamily="2" charset="2"/>
              <a:buNone/>
            </a:pPr>
            <a:r>
              <a:rPr lang="en-US" altLang="en-US" b="1" dirty="0">
                <a:solidFill>
                  <a:srgbClr val="C00000"/>
                </a:solidFill>
              </a:rPr>
              <a:t>Kesimpulan:</a:t>
            </a:r>
          </a:p>
          <a:p>
            <a:pPr marL="0" indent="0" eaLnBrk="1" hangingPunct="1">
              <a:lnSpc>
                <a:spcPct val="80000"/>
              </a:lnSpc>
              <a:buNone/>
            </a:pPr>
            <a:r>
              <a:rPr lang="en-US" altLang="en-US" i="1" dirty="0" err="1">
                <a:solidFill>
                  <a:srgbClr val="C00000"/>
                </a:solidFill>
              </a:rPr>
              <a:t>Siapa</a:t>
            </a:r>
            <a:r>
              <a:rPr lang="en-US" altLang="en-US" i="1" dirty="0">
                <a:solidFill>
                  <a:srgbClr val="C00000"/>
                </a:solidFill>
              </a:rPr>
              <a:t> yang </a:t>
            </a:r>
            <a:r>
              <a:rPr lang="en-US" altLang="en-US" i="1" dirty="0" err="1">
                <a:solidFill>
                  <a:srgbClr val="C00000"/>
                </a:solidFill>
              </a:rPr>
              <a:t>mendalilkan</a:t>
            </a:r>
            <a:r>
              <a:rPr lang="en-US" altLang="en-US" i="1" dirty="0">
                <a:solidFill>
                  <a:srgbClr val="C00000"/>
                </a:solidFill>
              </a:rPr>
              <a:t> </a:t>
            </a:r>
            <a:r>
              <a:rPr lang="en-US" altLang="en-US" i="1" dirty="0" err="1">
                <a:solidFill>
                  <a:srgbClr val="C00000"/>
                </a:solidFill>
              </a:rPr>
              <a:t>sesuatu</a:t>
            </a:r>
            <a:r>
              <a:rPr lang="en-US" altLang="en-US" i="1" dirty="0">
                <a:solidFill>
                  <a:srgbClr val="C00000"/>
                </a:solidFill>
              </a:rPr>
              <a:t> </a:t>
            </a:r>
            <a:r>
              <a:rPr lang="en-US" altLang="en-US" i="1" dirty="0" err="1">
                <a:solidFill>
                  <a:srgbClr val="C00000"/>
                </a:solidFill>
              </a:rPr>
              <a:t>maka</a:t>
            </a:r>
            <a:r>
              <a:rPr lang="en-US" altLang="en-US" i="1" dirty="0">
                <a:solidFill>
                  <a:srgbClr val="C00000"/>
                </a:solidFill>
              </a:rPr>
              <a:t> </a:t>
            </a:r>
            <a:r>
              <a:rPr lang="en-US" altLang="en-US" i="1" dirty="0" err="1">
                <a:solidFill>
                  <a:srgbClr val="C00000"/>
                </a:solidFill>
              </a:rPr>
              <a:t>ia</a:t>
            </a:r>
            <a:r>
              <a:rPr lang="en-US" altLang="en-US" i="1" dirty="0">
                <a:solidFill>
                  <a:srgbClr val="C00000"/>
                </a:solidFill>
              </a:rPr>
              <a:t> yang </a:t>
            </a:r>
            <a:r>
              <a:rPr lang="en-US" altLang="en-US" i="1" dirty="0" err="1">
                <a:solidFill>
                  <a:srgbClr val="C00000"/>
                </a:solidFill>
              </a:rPr>
              <a:t>harus</a:t>
            </a:r>
            <a:r>
              <a:rPr lang="en-US" altLang="en-US" i="1" dirty="0">
                <a:solidFill>
                  <a:srgbClr val="C00000"/>
                </a:solidFill>
              </a:rPr>
              <a:t> </a:t>
            </a:r>
            <a:r>
              <a:rPr lang="en-US" altLang="en-US" i="1" dirty="0" err="1">
                <a:solidFill>
                  <a:srgbClr val="C00000"/>
                </a:solidFill>
              </a:rPr>
              <a:t>membuktikan</a:t>
            </a:r>
            <a:r>
              <a:rPr lang="en-US" altLang="en-US" i="1" dirty="0">
                <a:solidFill>
                  <a:srgbClr val="C00000"/>
                </a:solidFill>
              </a:rPr>
              <a:t>.</a:t>
            </a:r>
          </a:p>
        </p:txBody>
      </p:sp>
      <p:pic>
        <p:nvPicPr>
          <p:cNvPr id="4" name="Picture 3">
            <a:extLst>
              <a:ext uri="{FF2B5EF4-FFF2-40B4-BE49-F238E27FC236}">
                <a16:creationId xmlns:a16="http://schemas.microsoft.com/office/drawing/2014/main" id="{6F92E862-A31F-4A54-AADE-A319155B0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814" y="206819"/>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AF0C28-FCEE-4BAA-9C0B-47F41F97DAD6}"/>
              </a:ext>
            </a:extLst>
          </p:cNvPr>
          <p:cNvSpPr>
            <a:spLocks noGrp="1"/>
          </p:cNvSpPr>
          <p:nvPr>
            <p:ph type="title"/>
          </p:nvPr>
        </p:nvSpPr>
        <p:spPr>
          <a:xfrm>
            <a:off x="5629569" y="1163664"/>
            <a:ext cx="5962062" cy="553998"/>
          </a:xfrm>
        </p:spPr>
        <p:txBody>
          <a:bodyPr>
            <a:noAutofit/>
          </a:bodyPr>
          <a:lstStyle/>
          <a:p>
            <a:r>
              <a:rPr lang="en-US" sz="2800" dirty="0"/>
              <a:t>YANG TIDAK PERLU DIBUKTIKAN</a:t>
            </a:r>
            <a:endParaRPr lang="en-ID" sz="2800" dirty="0"/>
          </a:p>
        </p:txBody>
      </p:sp>
      <p:pic>
        <p:nvPicPr>
          <p:cNvPr id="10" name="Picture Placeholder 9">
            <a:extLst>
              <a:ext uri="{FF2B5EF4-FFF2-40B4-BE49-F238E27FC236}">
                <a16:creationId xmlns:a16="http://schemas.microsoft.com/office/drawing/2014/main" id="{691120E7-B9FE-4BF2-BFB1-C3B9A7424254}"/>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5073" r="25073"/>
          <a:stretch>
            <a:fillRect/>
          </a:stretch>
        </p:blipFill>
        <p:spPr/>
      </p:pic>
      <p:sp>
        <p:nvSpPr>
          <p:cNvPr id="6" name="Text Placeholder 5">
            <a:extLst>
              <a:ext uri="{FF2B5EF4-FFF2-40B4-BE49-F238E27FC236}">
                <a16:creationId xmlns:a16="http://schemas.microsoft.com/office/drawing/2014/main" id="{326F757D-345D-4B58-B210-396B0090BB0A}"/>
              </a:ext>
            </a:extLst>
          </p:cNvPr>
          <p:cNvSpPr>
            <a:spLocks noGrp="1"/>
          </p:cNvSpPr>
          <p:nvPr>
            <p:ph type="body" sz="quarter" idx="14"/>
          </p:nvPr>
        </p:nvSpPr>
        <p:spPr/>
        <p:txBody>
          <a:bodyPr>
            <a:normAutofit lnSpcReduction="10000"/>
          </a:bodyPr>
          <a:lstStyle/>
          <a:p>
            <a:pPr marL="457200" indent="-457200">
              <a:buFont typeface="+mj-lt"/>
              <a:buAutoNum type="arabicPeriod"/>
            </a:pPr>
            <a:r>
              <a:rPr lang="en-US" dirty="0" err="1"/>
              <a:t>Peristiwa</a:t>
            </a:r>
            <a:r>
              <a:rPr lang="en-US" dirty="0"/>
              <a:t> yang </a:t>
            </a:r>
            <a:r>
              <a:rPr lang="en-US" dirty="0" err="1"/>
              <a:t>dianggap</a:t>
            </a:r>
            <a:r>
              <a:rPr lang="en-US" dirty="0"/>
              <a:t> </a:t>
            </a:r>
            <a:r>
              <a:rPr lang="en-US" dirty="0" err="1"/>
              <a:t>tidak</a:t>
            </a:r>
            <a:r>
              <a:rPr lang="en-US" dirty="0"/>
              <a:t> </a:t>
            </a:r>
            <a:r>
              <a:rPr lang="en-US" dirty="0" err="1"/>
              <a:t>perlu</a:t>
            </a:r>
            <a:r>
              <a:rPr lang="en-US" dirty="0"/>
              <a:t> </a:t>
            </a:r>
            <a:r>
              <a:rPr lang="en-US" dirty="0" err="1"/>
              <a:t>diketahui</a:t>
            </a:r>
            <a:r>
              <a:rPr lang="en-US" dirty="0"/>
              <a:t> oleh hakim </a:t>
            </a:r>
            <a:r>
              <a:rPr lang="en-US" dirty="0" err="1"/>
              <a:t>atau</a:t>
            </a:r>
            <a:r>
              <a:rPr lang="en-US" dirty="0"/>
              <a:t> </a:t>
            </a:r>
            <a:r>
              <a:rPr lang="en-US" dirty="0" err="1"/>
              <a:t>dianggap</a:t>
            </a:r>
            <a:r>
              <a:rPr lang="en-US" dirty="0"/>
              <a:t> </a:t>
            </a:r>
            <a:r>
              <a:rPr lang="en-US" dirty="0" err="1"/>
              <a:t>tidak</a:t>
            </a:r>
            <a:r>
              <a:rPr lang="en-US" dirty="0"/>
              <a:t> </a:t>
            </a:r>
            <a:r>
              <a:rPr lang="en-US" dirty="0" err="1"/>
              <a:t>mungkin</a:t>
            </a:r>
            <a:r>
              <a:rPr lang="en-US" dirty="0"/>
              <a:t> </a:t>
            </a:r>
            <a:r>
              <a:rPr lang="en-US" dirty="0" err="1"/>
              <a:t>diketahui</a:t>
            </a:r>
            <a:r>
              <a:rPr lang="en-US" dirty="0"/>
              <a:t> oleh hakim;</a:t>
            </a:r>
          </a:p>
          <a:p>
            <a:pPr marL="457200" indent="-457200">
              <a:buFont typeface="+mj-lt"/>
              <a:buAutoNum type="arabicPeriod"/>
            </a:pPr>
            <a:r>
              <a:rPr lang="en-US" dirty="0"/>
              <a:t>Hakim </a:t>
            </a:r>
            <a:r>
              <a:rPr lang="en-US" dirty="0" err="1"/>
              <a:t>secara</a:t>
            </a:r>
            <a:r>
              <a:rPr lang="en-US" dirty="0"/>
              <a:t> </a:t>
            </a:r>
            <a:r>
              <a:rPr lang="en-US" i="1" dirty="0"/>
              <a:t>ex officio </a:t>
            </a:r>
            <a:r>
              <a:rPr lang="en-US" dirty="0" err="1"/>
              <a:t>dianggap</a:t>
            </a:r>
            <a:r>
              <a:rPr lang="en-US" dirty="0"/>
              <a:t> </a:t>
            </a:r>
            <a:r>
              <a:rPr lang="en-US" dirty="0" err="1"/>
              <a:t>telah</a:t>
            </a:r>
            <a:r>
              <a:rPr lang="en-US" dirty="0"/>
              <a:t> </a:t>
            </a:r>
            <a:r>
              <a:rPr lang="en-US" dirty="0" err="1"/>
              <a:t>mengetahui</a:t>
            </a:r>
            <a:r>
              <a:rPr lang="en-US" dirty="0"/>
              <a:t> </a:t>
            </a:r>
            <a:r>
              <a:rPr lang="en-US" dirty="0" err="1"/>
              <a:t>atau</a:t>
            </a:r>
            <a:r>
              <a:rPr lang="en-US" dirty="0"/>
              <a:t> </a:t>
            </a:r>
            <a:r>
              <a:rPr lang="en-US" dirty="0" err="1"/>
              <a:t>mengenal</a:t>
            </a:r>
            <a:r>
              <a:rPr lang="en-US" dirty="0"/>
              <a:t> </a:t>
            </a:r>
            <a:r>
              <a:rPr lang="en-US" dirty="0" err="1"/>
              <a:t>peristiwanya</a:t>
            </a:r>
            <a:r>
              <a:rPr lang="en-US" dirty="0"/>
              <a:t> </a:t>
            </a:r>
            <a:r>
              <a:rPr lang="en-US" dirty="0" err="1"/>
              <a:t>sehingga</a:t>
            </a:r>
            <a:r>
              <a:rPr lang="en-US" dirty="0"/>
              <a:t> </a:t>
            </a:r>
            <a:r>
              <a:rPr lang="en-US" dirty="0" err="1"/>
              <a:t>peristiwa</a:t>
            </a:r>
            <a:r>
              <a:rPr lang="en-US" dirty="0"/>
              <a:t> </a:t>
            </a:r>
            <a:r>
              <a:rPr lang="en-US" dirty="0" err="1"/>
              <a:t>atau</a:t>
            </a:r>
            <a:r>
              <a:rPr lang="en-US" dirty="0"/>
              <a:t> </a:t>
            </a:r>
            <a:r>
              <a:rPr lang="en-US" dirty="0" err="1"/>
              <a:t>kejadian-kejadian</a:t>
            </a:r>
            <a:r>
              <a:rPr lang="en-US" dirty="0"/>
              <a:t> yang </a:t>
            </a:r>
            <a:r>
              <a:rPr lang="en-US" dirty="0" err="1"/>
              <a:t>menjadi</a:t>
            </a:r>
            <a:r>
              <a:rPr lang="en-US" dirty="0"/>
              <a:t> </a:t>
            </a:r>
            <a:r>
              <a:rPr lang="en-US" dirty="0" err="1"/>
              <a:t>dasar</a:t>
            </a:r>
            <a:r>
              <a:rPr lang="en-US" dirty="0"/>
              <a:t> </a:t>
            </a:r>
            <a:r>
              <a:rPr lang="en-US" dirty="0" err="1"/>
              <a:t>gugatan</a:t>
            </a:r>
            <a:r>
              <a:rPr lang="en-US" dirty="0"/>
              <a:t> </a:t>
            </a:r>
            <a:r>
              <a:rPr lang="en-US" dirty="0" err="1"/>
              <a:t>tidak</a:t>
            </a:r>
            <a:r>
              <a:rPr lang="en-US" dirty="0"/>
              <a:t> </a:t>
            </a:r>
            <a:r>
              <a:rPr lang="en-US" dirty="0" err="1"/>
              <a:t>perlu</a:t>
            </a:r>
            <a:r>
              <a:rPr lang="en-US" dirty="0"/>
              <a:t> </a:t>
            </a:r>
            <a:r>
              <a:rPr lang="en-US" dirty="0" err="1"/>
              <a:t>dibuktikan</a:t>
            </a:r>
            <a:r>
              <a:rPr lang="en-US" dirty="0"/>
              <a:t> </a:t>
            </a:r>
            <a:r>
              <a:rPr lang="en-US" dirty="0" err="1"/>
              <a:t>lebih</a:t>
            </a:r>
            <a:r>
              <a:rPr lang="en-US" dirty="0"/>
              <a:t> </a:t>
            </a:r>
            <a:r>
              <a:rPr lang="en-US" dirty="0" err="1"/>
              <a:t>lanjut</a:t>
            </a:r>
            <a:endParaRPr lang="en-ID" dirty="0"/>
          </a:p>
        </p:txBody>
      </p:sp>
      <p:pic>
        <p:nvPicPr>
          <p:cNvPr id="8" name="Picture 7">
            <a:extLst>
              <a:ext uri="{FF2B5EF4-FFF2-40B4-BE49-F238E27FC236}">
                <a16:creationId xmlns:a16="http://schemas.microsoft.com/office/drawing/2014/main" id="{1BCA6CCC-FE0A-4A60-B439-D7B1ADB9D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06819"/>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654859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3D8322D5-8607-47FD-99A4-2739CBE0A37E}"/>
              </a:ext>
            </a:extLst>
          </p:cNvPr>
          <p:cNvPicPr>
            <a:picLocks noGrp="1" noChangeAspect="1"/>
          </p:cNvPicPr>
          <p:nvPr>
            <p:ph type="pic" sz="quarter" idx="32"/>
          </p:nvPr>
        </p:nvPicPr>
        <p:blipFill>
          <a:blip r:embed="rId2">
            <a:extLst>
              <a:ext uri="{28A0092B-C50C-407E-A947-70E740481C1C}">
                <a14:useLocalDpi xmlns:a14="http://schemas.microsoft.com/office/drawing/2010/main" val="0"/>
              </a:ext>
            </a:extLst>
          </a:blip>
          <a:srcRect l="28542" r="28542"/>
          <a:stretch>
            <a:fillRect/>
          </a:stretch>
        </p:blipFill>
        <p:spPr/>
      </p:pic>
      <p:sp>
        <p:nvSpPr>
          <p:cNvPr id="6" name="Title 5">
            <a:extLst>
              <a:ext uri="{FF2B5EF4-FFF2-40B4-BE49-F238E27FC236}">
                <a16:creationId xmlns:a16="http://schemas.microsoft.com/office/drawing/2014/main" id="{CC519B62-106C-4412-B6C3-39D3D064E7BE}"/>
              </a:ext>
            </a:extLst>
          </p:cNvPr>
          <p:cNvSpPr>
            <a:spLocks noGrp="1"/>
          </p:cNvSpPr>
          <p:nvPr>
            <p:ph type="title"/>
          </p:nvPr>
        </p:nvSpPr>
        <p:spPr>
          <a:xfrm>
            <a:off x="632732" y="751313"/>
            <a:ext cx="5962062" cy="464423"/>
          </a:xfrm>
        </p:spPr>
        <p:txBody>
          <a:bodyPr/>
          <a:lstStyle/>
          <a:p>
            <a:r>
              <a:rPr lang="en-US" altLang="en-US" sz="3200" dirty="0"/>
              <a:t>MACAM-MACAM ALAT BUKTI</a:t>
            </a:r>
            <a:endParaRPr lang="en-ID" sz="3200" dirty="0"/>
          </a:p>
        </p:txBody>
      </p:sp>
      <p:sp>
        <p:nvSpPr>
          <p:cNvPr id="7" name="Text Placeholder 6">
            <a:extLst>
              <a:ext uri="{FF2B5EF4-FFF2-40B4-BE49-F238E27FC236}">
                <a16:creationId xmlns:a16="http://schemas.microsoft.com/office/drawing/2014/main" id="{4767BD2C-5C5C-440C-BB54-D50626D2C303}"/>
              </a:ext>
            </a:extLst>
          </p:cNvPr>
          <p:cNvSpPr>
            <a:spLocks noGrp="1"/>
          </p:cNvSpPr>
          <p:nvPr>
            <p:ph type="body" sz="quarter" idx="13"/>
          </p:nvPr>
        </p:nvSpPr>
        <p:spPr>
          <a:xfrm>
            <a:off x="632732" y="1284012"/>
            <a:ext cx="5962062" cy="387798"/>
          </a:xfrm>
        </p:spPr>
        <p:txBody>
          <a:bodyPr>
            <a:normAutofit/>
          </a:bodyPr>
          <a:lstStyle/>
          <a:p>
            <a:pPr algn="ctr"/>
            <a:r>
              <a:rPr lang="en-US" sz="2400" i="1" dirty="0" err="1"/>
              <a:t>Pasal</a:t>
            </a:r>
            <a:r>
              <a:rPr lang="en-US" sz="2400" i="1" dirty="0"/>
              <a:t> 164 HIR</a:t>
            </a:r>
            <a:endParaRPr lang="en-ID" sz="2400" i="1" dirty="0"/>
          </a:p>
        </p:txBody>
      </p:sp>
      <p:sp>
        <p:nvSpPr>
          <p:cNvPr id="8" name="Text Placeholder 7">
            <a:extLst>
              <a:ext uri="{FF2B5EF4-FFF2-40B4-BE49-F238E27FC236}">
                <a16:creationId xmlns:a16="http://schemas.microsoft.com/office/drawing/2014/main" id="{7CC71C55-B965-4765-9380-6E2D335F7C4D}"/>
              </a:ext>
            </a:extLst>
          </p:cNvPr>
          <p:cNvSpPr>
            <a:spLocks noGrp="1"/>
          </p:cNvSpPr>
          <p:nvPr>
            <p:ph type="body" sz="quarter" idx="14"/>
          </p:nvPr>
        </p:nvSpPr>
        <p:spPr>
          <a:xfrm>
            <a:off x="632732" y="2489338"/>
            <a:ext cx="5962060" cy="2825245"/>
          </a:xfrm>
        </p:spPr>
        <p:txBody>
          <a:bodyPr/>
          <a:lstStyle/>
          <a:p>
            <a:pPr marL="457200" indent="-457200">
              <a:buFont typeface="+mj-lt"/>
              <a:buAutoNum type="arabicPeriod"/>
            </a:pPr>
            <a:r>
              <a:rPr lang="en-US" altLang="en-US" dirty="0" err="1"/>
              <a:t>Alat</a:t>
            </a:r>
            <a:r>
              <a:rPr lang="en-US" altLang="en-US" dirty="0"/>
              <a:t> </a:t>
            </a:r>
            <a:r>
              <a:rPr lang="en-US" altLang="en-US" dirty="0" err="1"/>
              <a:t>bukti</a:t>
            </a:r>
            <a:r>
              <a:rPr lang="en-US" altLang="en-US" dirty="0"/>
              <a:t> </a:t>
            </a:r>
            <a:r>
              <a:rPr lang="en-US" altLang="en-US" dirty="0" err="1"/>
              <a:t>surat</a:t>
            </a:r>
            <a:r>
              <a:rPr lang="en-US" altLang="en-US" dirty="0"/>
              <a:t> (</a:t>
            </a:r>
            <a:r>
              <a:rPr lang="en-US" altLang="en-US" dirty="0">
                <a:solidFill>
                  <a:srgbClr val="C00000"/>
                </a:solidFill>
              </a:rPr>
              <a:t>165-167 HIR</a:t>
            </a:r>
            <a:r>
              <a:rPr lang="en-US" altLang="en-US" dirty="0"/>
              <a:t>);</a:t>
            </a:r>
          </a:p>
          <a:p>
            <a:pPr marL="457200" indent="-457200">
              <a:buFont typeface="+mj-lt"/>
              <a:buAutoNum type="arabicPeriod"/>
            </a:pPr>
            <a:r>
              <a:rPr lang="en-US" altLang="en-US" dirty="0" err="1"/>
              <a:t>Alat</a:t>
            </a:r>
            <a:r>
              <a:rPr lang="en-US" altLang="en-US" dirty="0"/>
              <a:t> </a:t>
            </a:r>
            <a:r>
              <a:rPr lang="en-US" altLang="en-US" dirty="0" err="1"/>
              <a:t>bukti</a:t>
            </a:r>
            <a:r>
              <a:rPr lang="en-US" altLang="en-US" dirty="0"/>
              <a:t> </a:t>
            </a:r>
            <a:r>
              <a:rPr lang="en-US" altLang="en-US" dirty="0" err="1"/>
              <a:t>saksi</a:t>
            </a:r>
            <a:r>
              <a:rPr lang="en-US" altLang="en-US" dirty="0"/>
              <a:t> (</a:t>
            </a:r>
            <a:r>
              <a:rPr lang="en-US" altLang="en-US" dirty="0">
                <a:solidFill>
                  <a:srgbClr val="C00000"/>
                </a:solidFill>
              </a:rPr>
              <a:t>168-172 HIR</a:t>
            </a:r>
            <a:r>
              <a:rPr lang="en-US" altLang="en-US" dirty="0"/>
              <a:t>);</a:t>
            </a:r>
          </a:p>
          <a:p>
            <a:pPr marL="457200" indent="-457200">
              <a:buFont typeface="+mj-lt"/>
              <a:buAutoNum type="arabicPeriod"/>
            </a:pPr>
            <a:r>
              <a:rPr lang="en-US" altLang="en-US" dirty="0" err="1"/>
              <a:t>Persangkaan</a:t>
            </a:r>
            <a:r>
              <a:rPr lang="en-US" altLang="en-US" dirty="0"/>
              <a:t> (</a:t>
            </a:r>
            <a:r>
              <a:rPr lang="en-US" altLang="en-US" dirty="0">
                <a:solidFill>
                  <a:srgbClr val="C00000"/>
                </a:solidFill>
              </a:rPr>
              <a:t>173-174 HIR</a:t>
            </a:r>
            <a:r>
              <a:rPr lang="en-US" altLang="en-US" dirty="0"/>
              <a:t>);</a:t>
            </a:r>
          </a:p>
          <a:p>
            <a:pPr marL="457200" indent="-457200">
              <a:buFont typeface="+mj-lt"/>
              <a:buAutoNum type="arabicPeriod"/>
            </a:pPr>
            <a:r>
              <a:rPr lang="en-US" altLang="en-US" dirty="0" err="1"/>
              <a:t>Pengakuan</a:t>
            </a:r>
            <a:r>
              <a:rPr lang="en-US" altLang="en-US" dirty="0"/>
              <a:t> (</a:t>
            </a:r>
            <a:r>
              <a:rPr lang="en-US" altLang="en-US" dirty="0">
                <a:solidFill>
                  <a:srgbClr val="C00000"/>
                </a:solidFill>
              </a:rPr>
              <a:t>175-176 HIR</a:t>
            </a:r>
            <a:r>
              <a:rPr lang="en-US" altLang="en-US" dirty="0"/>
              <a:t>); dan</a:t>
            </a:r>
          </a:p>
          <a:p>
            <a:pPr marL="457200" indent="-457200">
              <a:buFont typeface="+mj-lt"/>
              <a:buAutoNum type="arabicPeriod"/>
            </a:pPr>
            <a:r>
              <a:rPr lang="en-US" altLang="en-US" dirty="0" err="1"/>
              <a:t>Sumpah</a:t>
            </a:r>
            <a:r>
              <a:rPr lang="en-US" altLang="en-US" dirty="0"/>
              <a:t> (</a:t>
            </a:r>
            <a:r>
              <a:rPr lang="en-US" altLang="en-US" dirty="0">
                <a:solidFill>
                  <a:srgbClr val="C00000"/>
                </a:solidFill>
              </a:rPr>
              <a:t>177 </a:t>
            </a:r>
            <a:r>
              <a:rPr lang="en-US" altLang="en-US" i="1" dirty="0">
                <a:solidFill>
                  <a:srgbClr val="C00000"/>
                </a:solidFill>
              </a:rPr>
              <a:t>jo </a:t>
            </a:r>
            <a:r>
              <a:rPr lang="en-US" altLang="en-US" dirty="0">
                <a:solidFill>
                  <a:srgbClr val="C00000"/>
                </a:solidFill>
              </a:rPr>
              <a:t>155, 156 HIR</a:t>
            </a:r>
            <a:r>
              <a:rPr lang="en-US" altLang="en-US" dirty="0"/>
              <a:t>).</a:t>
            </a:r>
            <a:endParaRPr lang="en-ID" dirty="0"/>
          </a:p>
        </p:txBody>
      </p:sp>
      <p:pic>
        <p:nvPicPr>
          <p:cNvPr id="12" name="Picture 11">
            <a:extLst>
              <a:ext uri="{FF2B5EF4-FFF2-40B4-BE49-F238E27FC236}">
                <a16:creationId xmlns:a16="http://schemas.microsoft.com/office/drawing/2014/main" id="{FB95F9B2-5F39-4E4B-8A56-6B4BE70A5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206819"/>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396347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898A9362-3A21-4C6F-9C51-E91F19DD134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4785" r="24785"/>
          <a:stretch>
            <a:fillRect/>
          </a:stretch>
        </p:blipFill>
        <p:spPr/>
      </p:pic>
      <p:sp>
        <p:nvSpPr>
          <p:cNvPr id="12291" name="Rectangle 3">
            <a:extLst>
              <a:ext uri="{FF2B5EF4-FFF2-40B4-BE49-F238E27FC236}">
                <a16:creationId xmlns:a16="http://schemas.microsoft.com/office/drawing/2014/main" id="{CF1482B5-6D27-4ACD-B237-B80194A1D2C8}"/>
              </a:ext>
            </a:extLst>
          </p:cNvPr>
          <p:cNvSpPr>
            <a:spLocks noGrp="1" noChangeArrowheads="1"/>
          </p:cNvSpPr>
          <p:nvPr>
            <p:ph type="body" sz="quarter" idx="13"/>
          </p:nvPr>
        </p:nvSpPr>
        <p:spPr>
          <a:xfrm>
            <a:off x="4731885" y="3311753"/>
            <a:ext cx="1368354" cy="418228"/>
          </a:xfrm>
        </p:spPr>
        <p:txBody>
          <a:bodyPr/>
          <a:lstStyle/>
          <a:p>
            <a:pPr eaLnBrk="1" hangingPunct="1">
              <a:buFont typeface="Wingdings" panose="05000000000000000000" pitchFamily="2" charset="2"/>
              <a:buNone/>
            </a:pPr>
            <a:r>
              <a:rPr lang="en-US" altLang="en-US" sz="2800" b="1" dirty="0">
                <a:latin typeface="Segoe UI" panose="020B0502040204020203" pitchFamily="34" charset="0"/>
                <a:cs typeface="Segoe UI" panose="020B0502040204020203" pitchFamily="34" charset="0"/>
              </a:rPr>
              <a:t>SURAT</a:t>
            </a:r>
          </a:p>
        </p:txBody>
      </p:sp>
      <p:sp>
        <p:nvSpPr>
          <p:cNvPr id="12290" name="Rectangle 2">
            <a:extLst>
              <a:ext uri="{FF2B5EF4-FFF2-40B4-BE49-F238E27FC236}">
                <a16:creationId xmlns:a16="http://schemas.microsoft.com/office/drawing/2014/main" id="{93EF18DC-9269-4ADE-90A9-ADDAF4D50FC7}"/>
              </a:ext>
            </a:extLst>
          </p:cNvPr>
          <p:cNvSpPr>
            <a:spLocks noGrp="1" noChangeArrowheads="1"/>
          </p:cNvSpPr>
          <p:nvPr>
            <p:ph type="title" idx="4294967295"/>
          </p:nvPr>
        </p:nvSpPr>
        <p:spPr>
          <a:xfrm>
            <a:off x="5824741" y="1554501"/>
            <a:ext cx="4324593" cy="580448"/>
          </a:xfrm>
        </p:spPr>
        <p:txBody>
          <a:bodyPr>
            <a:normAutofit fontScale="90000"/>
          </a:bodyPr>
          <a:lstStyle/>
          <a:p>
            <a:pPr eaLnBrk="1" hangingPunct="1"/>
            <a:r>
              <a:rPr lang="en-US" altLang="en-US" dirty="0" err="1"/>
              <a:t>Alat</a:t>
            </a:r>
            <a:r>
              <a:rPr lang="en-US" altLang="en-US" dirty="0"/>
              <a:t> </a:t>
            </a:r>
            <a:r>
              <a:rPr lang="en-US" altLang="en-US" dirty="0" err="1"/>
              <a:t>Bukti</a:t>
            </a:r>
            <a:r>
              <a:rPr lang="en-US" altLang="en-US" dirty="0"/>
              <a:t> Surat</a:t>
            </a:r>
          </a:p>
        </p:txBody>
      </p:sp>
      <p:sp>
        <p:nvSpPr>
          <p:cNvPr id="12294" name="Line 9">
            <a:extLst>
              <a:ext uri="{FF2B5EF4-FFF2-40B4-BE49-F238E27FC236}">
                <a16:creationId xmlns:a16="http://schemas.microsoft.com/office/drawing/2014/main" id="{A561C6CF-F208-4E3C-A94D-BE9E6A472A1C}"/>
              </a:ext>
            </a:extLst>
          </p:cNvPr>
          <p:cNvSpPr>
            <a:spLocks noChangeShapeType="1"/>
          </p:cNvSpPr>
          <p:nvPr/>
        </p:nvSpPr>
        <p:spPr bwMode="auto">
          <a:xfrm>
            <a:off x="6142374" y="3567583"/>
            <a:ext cx="5334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D" dirty="0"/>
          </a:p>
        </p:txBody>
      </p:sp>
      <p:pic>
        <p:nvPicPr>
          <p:cNvPr id="9" name="Picture 8">
            <a:extLst>
              <a:ext uri="{FF2B5EF4-FFF2-40B4-BE49-F238E27FC236}">
                <a16:creationId xmlns:a16="http://schemas.microsoft.com/office/drawing/2014/main" id="{75B312CA-1A0F-4B59-AF38-1F196F5ECB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96428"/>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0" name="Rectangle 3">
            <a:extLst>
              <a:ext uri="{FF2B5EF4-FFF2-40B4-BE49-F238E27FC236}">
                <a16:creationId xmlns:a16="http://schemas.microsoft.com/office/drawing/2014/main" id="{751D84EF-F02A-42F3-95CB-A4C1416AB7AD}"/>
              </a:ext>
            </a:extLst>
          </p:cNvPr>
          <p:cNvSpPr txBox="1">
            <a:spLocks noChangeArrowheads="1"/>
          </p:cNvSpPr>
          <p:nvPr/>
        </p:nvSpPr>
        <p:spPr>
          <a:xfrm>
            <a:off x="6689629" y="2971800"/>
            <a:ext cx="833389" cy="41822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Courier New" panose="02070309020205020404" pitchFamily="49" charset="0"/>
              <a:buNone/>
              <a:defRPr sz="32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SemiBold" panose="00000700000000000000" pitchFamily="2" charset="0"/>
                <a:ea typeface="+mn-ea"/>
                <a:cs typeface="Poppins SemiBold" panose="000007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SemiBold" panose="00000700000000000000" pitchFamily="2" charset="0"/>
                <a:ea typeface="+mn-ea"/>
                <a:cs typeface="Poppins SemiBold" panose="000007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2400" dirty="0" err="1">
                <a:latin typeface="Segoe UI" panose="020B0502040204020203" pitchFamily="34" charset="0"/>
                <a:cs typeface="Segoe UI" panose="020B0502040204020203" pitchFamily="34" charset="0"/>
              </a:rPr>
              <a:t>Akta</a:t>
            </a:r>
            <a:endParaRPr lang="en-US" altLang="en-US" sz="2400" dirty="0">
              <a:latin typeface="Segoe UI" panose="020B0502040204020203" pitchFamily="34" charset="0"/>
              <a:cs typeface="Segoe UI" panose="020B0502040204020203" pitchFamily="34" charset="0"/>
            </a:endParaRPr>
          </a:p>
        </p:txBody>
      </p:sp>
      <p:sp>
        <p:nvSpPr>
          <p:cNvPr id="12" name="Rectangle 3">
            <a:extLst>
              <a:ext uri="{FF2B5EF4-FFF2-40B4-BE49-F238E27FC236}">
                <a16:creationId xmlns:a16="http://schemas.microsoft.com/office/drawing/2014/main" id="{D5B81A5F-0E11-47C3-9EFC-8CD869D6B491}"/>
              </a:ext>
            </a:extLst>
          </p:cNvPr>
          <p:cNvSpPr txBox="1">
            <a:spLocks noChangeArrowheads="1"/>
          </p:cNvSpPr>
          <p:nvPr/>
        </p:nvSpPr>
        <p:spPr>
          <a:xfrm>
            <a:off x="6671841" y="3729981"/>
            <a:ext cx="1827923" cy="418229"/>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Courier New" panose="02070309020205020404" pitchFamily="49" charset="0"/>
              <a:buNone/>
              <a:defRPr sz="32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SemiBold" panose="00000700000000000000" pitchFamily="2" charset="0"/>
                <a:ea typeface="+mn-ea"/>
                <a:cs typeface="Poppins SemiBold" panose="000007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SemiBold" panose="00000700000000000000" pitchFamily="2" charset="0"/>
                <a:ea typeface="+mn-ea"/>
                <a:cs typeface="Poppins SemiBold" panose="000007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2400" dirty="0" err="1">
                <a:latin typeface="Segoe UI" panose="020B0502040204020203" pitchFamily="34" charset="0"/>
                <a:cs typeface="Segoe UI" panose="020B0502040204020203" pitchFamily="34" charset="0"/>
              </a:rPr>
              <a:t>Bukan</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Akta</a:t>
            </a:r>
            <a:endParaRPr lang="en-US" altLang="en-US" sz="2400" dirty="0">
              <a:latin typeface="Segoe UI" panose="020B0502040204020203" pitchFamily="34" charset="0"/>
              <a:cs typeface="Segoe UI" panose="020B0502040204020203" pitchFamily="34" charset="0"/>
            </a:endParaRPr>
          </a:p>
        </p:txBody>
      </p:sp>
      <p:sp>
        <p:nvSpPr>
          <p:cNvPr id="13" name="Rectangle 3">
            <a:extLst>
              <a:ext uri="{FF2B5EF4-FFF2-40B4-BE49-F238E27FC236}">
                <a16:creationId xmlns:a16="http://schemas.microsoft.com/office/drawing/2014/main" id="{C69F00DE-6078-4638-BB96-0923E23FF7C1}"/>
              </a:ext>
            </a:extLst>
          </p:cNvPr>
          <p:cNvSpPr txBox="1">
            <a:spLocks noChangeArrowheads="1"/>
          </p:cNvSpPr>
          <p:nvPr/>
        </p:nvSpPr>
        <p:spPr>
          <a:xfrm>
            <a:off x="7987038" y="2638984"/>
            <a:ext cx="1920377" cy="40740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Courier New" panose="02070309020205020404" pitchFamily="49" charset="0"/>
              <a:buNone/>
              <a:defRPr sz="32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SemiBold" panose="00000700000000000000" pitchFamily="2" charset="0"/>
                <a:ea typeface="+mn-ea"/>
                <a:cs typeface="Poppins SemiBold" panose="000007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SemiBold" panose="00000700000000000000" pitchFamily="2" charset="0"/>
                <a:ea typeface="+mn-ea"/>
                <a:cs typeface="Poppins SemiBold" panose="000007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2400" dirty="0" err="1">
                <a:latin typeface="Segoe UI" panose="020B0502040204020203" pitchFamily="34" charset="0"/>
                <a:cs typeface="Segoe UI" panose="020B0502040204020203" pitchFamily="34" charset="0"/>
              </a:rPr>
              <a:t>Akta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Otentik</a:t>
            </a:r>
            <a:endParaRPr lang="en-US" altLang="en-US" sz="2400" dirty="0">
              <a:latin typeface="Segoe UI" panose="020B0502040204020203" pitchFamily="34" charset="0"/>
              <a:cs typeface="Segoe UI" panose="020B0502040204020203" pitchFamily="34" charset="0"/>
            </a:endParaRPr>
          </a:p>
        </p:txBody>
      </p:sp>
      <p:sp>
        <p:nvSpPr>
          <p:cNvPr id="14" name="Rectangle 3">
            <a:extLst>
              <a:ext uri="{FF2B5EF4-FFF2-40B4-BE49-F238E27FC236}">
                <a16:creationId xmlns:a16="http://schemas.microsoft.com/office/drawing/2014/main" id="{87A1EDF8-B0E0-440C-9099-06ADE1B6B8C7}"/>
              </a:ext>
            </a:extLst>
          </p:cNvPr>
          <p:cNvSpPr txBox="1">
            <a:spLocks noChangeArrowheads="1"/>
          </p:cNvSpPr>
          <p:nvPr/>
        </p:nvSpPr>
        <p:spPr>
          <a:xfrm>
            <a:off x="7987038" y="3255928"/>
            <a:ext cx="2798047" cy="418229"/>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Courier New" panose="02070309020205020404" pitchFamily="49" charset="0"/>
              <a:buNone/>
              <a:defRPr sz="3200" kern="1200">
                <a:solidFill>
                  <a:schemeClr val="bg1"/>
                </a:solidFill>
                <a:latin typeface="Poppins Light" panose="00000400000000000000" pitchFamily="2" charset="0"/>
                <a:ea typeface="+mn-ea"/>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SemiBold" panose="00000700000000000000" pitchFamily="2" charset="0"/>
                <a:ea typeface="+mn-ea"/>
                <a:cs typeface="Poppins SemiBold" panose="000007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SemiBold" panose="00000700000000000000" pitchFamily="2" charset="0"/>
                <a:ea typeface="+mn-ea"/>
                <a:cs typeface="Poppins SemiBold" panose="000007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SemiBold" panose="00000700000000000000" pitchFamily="2" charset="0"/>
                <a:ea typeface="+mn-ea"/>
                <a:cs typeface="Poppins SemiBold" panose="000007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en-US" sz="2400" dirty="0" err="1">
                <a:latin typeface="Segoe UI" panose="020B0502040204020203" pitchFamily="34" charset="0"/>
                <a:cs typeface="Segoe UI" panose="020B0502040204020203" pitchFamily="34" charset="0"/>
              </a:rPr>
              <a:t>Akta</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bawah</a:t>
            </a:r>
            <a:r>
              <a:rPr lang="en-US" altLang="en-US" sz="2400" dirty="0">
                <a:latin typeface="Segoe UI" panose="020B0502040204020203" pitchFamily="34" charset="0"/>
                <a:cs typeface="Segoe UI" panose="020B0502040204020203" pitchFamily="34" charset="0"/>
              </a:rPr>
              <a:t> </a:t>
            </a:r>
            <a:r>
              <a:rPr lang="en-US" altLang="en-US" sz="2400" dirty="0" err="1">
                <a:latin typeface="Segoe UI" panose="020B0502040204020203" pitchFamily="34" charset="0"/>
                <a:cs typeface="Segoe UI" panose="020B0502040204020203" pitchFamily="34" charset="0"/>
              </a:rPr>
              <a:t>tangan</a:t>
            </a:r>
            <a:endParaRPr lang="en-US" altLang="en-US" sz="2400" dirty="0">
              <a:latin typeface="Segoe UI" panose="020B0502040204020203" pitchFamily="34" charset="0"/>
              <a:cs typeface="Segoe UI" panose="020B0502040204020203" pitchFamily="34" charset="0"/>
            </a:endParaRPr>
          </a:p>
        </p:txBody>
      </p:sp>
      <p:sp>
        <p:nvSpPr>
          <p:cNvPr id="15" name="Line 9">
            <a:extLst>
              <a:ext uri="{FF2B5EF4-FFF2-40B4-BE49-F238E27FC236}">
                <a16:creationId xmlns:a16="http://schemas.microsoft.com/office/drawing/2014/main" id="{9A4BF1C0-9B43-475C-828F-BA105252DD86}"/>
              </a:ext>
            </a:extLst>
          </p:cNvPr>
          <p:cNvSpPr>
            <a:spLocks noChangeShapeType="1"/>
          </p:cNvSpPr>
          <p:nvPr/>
        </p:nvSpPr>
        <p:spPr bwMode="auto">
          <a:xfrm flipV="1">
            <a:off x="6156229" y="3308171"/>
            <a:ext cx="533400" cy="2416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D" dirty="0"/>
          </a:p>
        </p:txBody>
      </p:sp>
      <p:sp>
        <p:nvSpPr>
          <p:cNvPr id="16" name="Line 9">
            <a:extLst>
              <a:ext uri="{FF2B5EF4-FFF2-40B4-BE49-F238E27FC236}">
                <a16:creationId xmlns:a16="http://schemas.microsoft.com/office/drawing/2014/main" id="{14F9341D-3A07-4784-9134-12304016671C}"/>
              </a:ext>
            </a:extLst>
          </p:cNvPr>
          <p:cNvSpPr>
            <a:spLocks noChangeShapeType="1"/>
          </p:cNvSpPr>
          <p:nvPr/>
        </p:nvSpPr>
        <p:spPr bwMode="auto">
          <a:xfrm flipV="1">
            <a:off x="7416054" y="2884584"/>
            <a:ext cx="533400" cy="2416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D" dirty="0"/>
          </a:p>
        </p:txBody>
      </p:sp>
      <p:sp>
        <p:nvSpPr>
          <p:cNvPr id="17" name="Line 9">
            <a:extLst>
              <a:ext uri="{FF2B5EF4-FFF2-40B4-BE49-F238E27FC236}">
                <a16:creationId xmlns:a16="http://schemas.microsoft.com/office/drawing/2014/main" id="{806BCA76-2678-4D53-84A6-7CBE5BC5030C}"/>
              </a:ext>
            </a:extLst>
          </p:cNvPr>
          <p:cNvSpPr>
            <a:spLocks noChangeShapeType="1"/>
          </p:cNvSpPr>
          <p:nvPr/>
        </p:nvSpPr>
        <p:spPr bwMode="auto">
          <a:xfrm>
            <a:off x="7434846" y="3125090"/>
            <a:ext cx="5334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D"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9EE1D2-4A6F-42C0-AE65-8C06979E4B90}"/>
              </a:ext>
            </a:extLst>
          </p:cNvPr>
          <p:cNvSpPr>
            <a:spLocks noGrp="1"/>
          </p:cNvSpPr>
          <p:nvPr>
            <p:ph type="title"/>
          </p:nvPr>
        </p:nvSpPr>
        <p:spPr>
          <a:xfrm>
            <a:off x="4788015" y="859506"/>
            <a:ext cx="4459893" cy="564049"/>
          </a:xfrm>
        </p:spPr>
        <p:txBody>
          <a:bodyPr>
            <a:normAutofit fontScale="90000"/>
          </a:bodyPr>
          <a:lstStyle/>
          <a:p>
            <a:r>
              <a:rPr lang="en-US" dirty="0"/>
              <a:t>ALAT BUKTI SURAT</a:t>
            </a:r>
            <a:endParaRPr lang="en-ID" dirty="0"/>
          </a:p>
        </p:txBody>
      </p:sp>
      <p:pic>
        <p:nvPicPr>
          <p:cNvPr id="9" name="Picture Placeholder 8">
            <a:extLst>
              <a:ext uri="{FF2B5EF4-FFF2-40B4-BE49-F238E27FC236}">
                <a16:creationId xmlns:a16="http://schemas.microsoft.com/office/drawing/2014/main" id="{5C003B80-4E55-4178-8914-5FEDCAC2CF8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21826" r="21826"/>
          <a:stretch>
            <a:fillRect/>
          </a:stretch>
        </p:blipFill>
        <p:spPr/>
      </p:pic>
      <p:sp>
        <p:nvSpPr>
          <p:cNvPr id="6" name="Text Placeholder 5">
            <a:extLst>
              <a:ext uri="{FF2B5EF4-FFF2-40B4-BE49-F238E27FC236}">
                <a16:creationId xmlns:a16="http://schemas.microsoft.com/office/drawing/2014/main" id="{37E5F023-1CD7-4F72-92CA-B6EB1F0457A4}"/>
              </a:ext>
            </a:extLst>
          </p:cNvPr>
          <p:cNvSpPr>
            <a:spLocks noGrp="1"/>
          </p:cNvSpPr>
          <p:nvPr>
            <p:ph type="body" sz="quarter" idx="17"/>
          </p:nvPr>
        </p:nvSpPr>
        <p:spPr/>
        <p:txBody>
          <a:bodyPr>
            <a:normAutofit fontScale="85000" lnSpcReduction="20000"/>
          </a:bodyPr>
          <a:lstStyle/>
          <a:p>
            <a:pPr marL="609600" indent="-609600"/>
            <a:r>
              <a:rPr lang="en-US" altLang="en-US" b="1" dirty="0"/>
              <a:t>AKTA</a:t>
            </a:r>
          </a:p>
          <a:p>
            <a:pPr marL="446088" indent="-446088">
              <a:buFont typeface="Arial" panose="020B0604020202020204" pitchFamily="34" charset="0"/>
              <a:buChar char="•"/>
            </a:pPr>
            <a:r>
              <a:rPr lang="en-US" altLang="en-US" dirty="0" err="1"/>
              <a:t>Sengaja</a:t>
            </a:r>
            <a:r>
              <a:rPr lang="en-US" altLang="en-US" dirty="0"/>
              <a:t> </a:t>
            </a:r>
            <a:r>
              <a:rPr lang="en-US" altLang="en-US" dirty="0" err="1"/>
              <a:t>dibuat</a:t>
            </a:r>
            <a:r>
              <a:rPr lang="en-US" altLang="en-US" dirty="0"/>
              <a:t> </a:t>
            </a:r>
            <a:r>
              <a:rPr lang="en-US" altLang="en-US" dirty="0" err="1"/>
              <a:t>untuk</a:t>
            </a:r>
            <a:r>
              <a:rPr lang="en-US" altLang="en-US" dirty="0"/>
              <a:t> </a:t>
            </a:r>
            <a:r>
              <a:rPr lang="en-US" altLang="en-US" dirty="0" err="1"/>
              <a:t>ditujukan</a:t>
            </a:r>
            <a:r>
              <a:rPr lang="en-US" altLang="en-US" dirty="0"/>
              <a:t> </a:t>
            </a:r>
            <a:r>
              <a:rPr lang="en-US" altLang="en-US" dirty="0" err="1"/>
              <a:t>sebagai</a:t>
            </a:r>
            <a:r>
              <a:rPr lang="en-US" altLang="en-US" dirty="0"/>
              <a:t> </a:t>
            </a:r>
            <a:r>
              <a:rPr lang="en-US" altLang="en-US" dirty="0" err="1"/>
              <a:t>alat</a:t>
            </a:r>
            <a:r>
              <a:rPr lang="en-US" altLang="en-US" dirty="0"/>
              <a:t> </a:t>
            </a:r>
            <a:r>
              <a:rPr lang="en-US" altLang="en-US" dirty="0" err="1"/>
              <a:t>bukti</a:t>
            </a:r>
            <a:r>
              <a:rPr lang="en-US" altLang="en-US" dirty="0"/>
              <a:t>;</a:t>
            </a:r>
          </a:p>
          <a:p>
            <a:pPr marL="446088" indent="-446088">
              <a:buFont typeface="Arial" panose="020B0604020202020204" pitchFamily="34" charset="0"/>
              <a:buChar char="•"/>
            </a:pPr>
            <a:r>
              <a:rPr lang="en-US" altLang="en-US" dirty="0" err="1"/>
              <a:t>Dibagi</a:t>
            </a:r>
            <a:r>
              <a:rPr lang="en-US" altLang="en-US" dirty="0"/>
              <a:t> </a:t>
            </a:r>
            <a:r>
              <a:rPr lang="en-US" altLang="en-US" dirty="0" err="1"/>
              <a:t>menjadi</a:t>
            </a:r>
            <a:r>
              <a:rPr lang="en-US" altLang="en-US" dirty="0"/>
              <a:t> </a:t>
            </a:r>
            <a:r>
              <a:rPr lang="en-US" altLang="en-US" b="1" dirty="0" err="1"/>
              <a:t>Akta</a:t>
            </a:r>
            <a:r>
              <a:rPr lang="en-US" altLang="en-US" b="1" dirty="0"/>
              <a:t> </a:t>
            </a:r>
            <a:r>
              <a:rPr lang="en-US" altLang="en-US" b="1" dirty="0" err="1"/>
              <a:t>Otentik</a:t>
            </a:r>
            <a:r>
              <a:rPr lang="en-US" altLang="en-US" b="1" dirty="0"/>
              <a:t> </a:t>
            </a:r>
            <a:r>
              <a:rPr lang="en-US" altLang="en-US" dirty="0"/>
              <a:t>dan </a:t>
            </a:r>
            <a:r>
              <a:rPr lang="en-US" altLang="en-US" b="1" dirty="0" err="1"/>
              <a:t>Akta</a:t>
            </a:r>
            <a:r>
              <a:rPr lang="en-US" altLang="en-US" b="1" dirty="0"/>
              <a:t> </a:t>
            </a:r>
            <a:r>
              <a:rPr lang="en-US" altLang="en-US" b="1" dirty="0" err="1"/>
              <a:t>Bawah</a:t>
            </a:r>
            <a:r>
              <a:rPr lang="en-US" altLang="en-US" b="1" dirty="0"/>
              <a:t> </a:t>
            </a:r>
            <a:r>
              <a:rPr lang="en-US" altLang="en-US" b="1" dirty="0" err="1"/>
              <a:t>Tangan</a:t>
            </a:r>
            <a:r>
              <a:rPr lang="en-US" altLang="en-US" dirty="0"/>
              <a:t>;</a:t>
            </a:r>
          </a:p>
          <a:p>
            <a:pPr marL="609600" indent="-609600"/>
            <a:r>
              <a:rPr lang="en-US" altLang="en-US" b="1" dirty="0"/>
              <a:t>BUKAN AKTA</a:t>
            </a:r>
            <a:endParaRPr lang="sv-SE" altLang="en-US" b="1" dirty="0"/>
          </a:p>
          <a:p>
            <a:pPr marL="433388" indent="-433388">
              <a:buFont typeface="Arial" panose="020B0604020202020204" pitchFamily="34" charset="0"/>
              <a:buChar char="•"/>
            </a:pPr>
            <a:r>
              <a:rPr lang="sv-SE" altLang="en-US" dirty="0"/>
              <a:t>Dibuat tidak ditujukan untuk menjadi alat bukti di pengadilan;</a:t>
            </a:r>
          </a:p>
          <a:p>
            <a:r>
              <a:rPr lang="en-US" altLang="en-US" dirty="0"/>
              <a:t>     </a:t>
            </a:r>
            <a:r>
              <a:rPr lang="en-US" altLang="en-US" dirty="0" err="1"/>
              <a:t>Misalnya</a:t>
            </a:r>
            <a:r>
              <a:rPr lang="en-US" altLang="en-US" dirty="0"/>
              <a:t>:</a:t>
            </a:r>
            <a:r>
              <a:rPr lang="en-US" altLang="en-US" dirty="0">
                <a:solidFill>
                  <a:srgbClr val="C00000"/>
                </a:solidFill>
              </a:rPr>
              <a:t> </a:t>
            </a:r>
            <a:r>
              <a:rPr lang="en-US" altLang="en-US" i="1" dirty="0">
                <a:solidFill>
                  <a:srgbClr val="C00000"/>
                </a:solidFill>
              </a:rPr>
              <a:t>memo, </a:t>
            </a:r>
            <a:r>
              <a:rPr lang="en-US" altLang="en-US" i="1" dirty="0" err="1">
                <a:solidFill>
                  <a:srgbClr val="C00000"/>
                </a:solidFill>
              </a:rPr>
              <a:t>undangan</a:t>
            </a:r>
            <a:r>
              <a:rPr lang="en-US" altLang="en-US" i="1" dirty="0">
                <a:solidFill>
                  <a:srgbClr val="C00000"/>
                </a:solidFill>
              </a:rPr>
              <a:t>, </a:t>
            </a:r>
            <a:r>
              <a:rPr lang="en-US" altLang="en-US" i="1" dirty="0" err="1">
                <a:solidFill>
                  <a:srgbClr val="C00000"/>
                </a:solidFill>
              </a:rPr>
              <a:t>d.l.l.</a:t>
            </a:r>
            <a:endParaRPr lang="en-US" altLang="en-US" i="1" dirty="0">
              <a:solidFill>
                <a:srgbClr val="C00000"/>
              </a:solidFill>
            </a:endParaRPr>
          </a:p>
          <a:p>
            <a:endParaRPr lang="en-ID" dirty="0"/>
          </a:p>
        </p:txBody>
      </p:sp>
      <p:pic>
        <p:nvPicPr>
          <p:cNvPr id="7" name="Picture 6">
            <a:extLst>
              <a:ext uri="{FF2B5EF4-FFF2-40B4-BE49-F238E27FC236}">
                <a16:creationId xmlns:a16="http://schemas.microsoft.com/office/drawing/2014/main" id="{ABC9517B-3FAE-407C-8E3D-A6BBECD01F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54864"/>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1220923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B86C279-7007-435A-8DFA-138B86C155C6}"/>
              </a:ext>
            </a:extLst>
          </p:cNvPr>
          <p:cNvSpPr>
            <a:spLocks noGrp="1"/>
          </p:cNvSpPr>
          <p:nvPr>
            <p:ph type="body" sz="quarter" idx="13"/>
          </p:nvPr>
        </p:nvSpPr>
        <p:spPr>
          <a:xfrm>
            <a:off x="5906795" y="998608"/>
            <a:ext cx="5248419" cy="443198"/>
          </a:xfrm>
        </p:spPr>
        <p:txBody>
          <a:bodyPr/>
          <a:lstStyle/>
          <a:p>
            <a:r>
              <a:rPr lang="en-US" sz="3600" dirty="0">
                <a:solidFill>
                  <a:schemeClr val="accent1"/>
                </a:solidFill>
              </a:rPr>
              <a:t>AKTA OTENTIK</a:t>
            </a:r>
          </a:p>
        </p:txBody>
      </p:sp>
      <p:sp>
        <p:nvSpPr>
          <p:cNvPr id="6" name="Rectangle 3">
            <a:extLst>
              <a:ext uri="{FF2B5EF4-FFF2-40B4-BE49-F238E27FC236}">
                <a16:creationId xmlns:a16="http://schemas.microsoft.com/office/drawing/2014/main" id="{ECCA5E56-C475-4E43-BA74-5F3C25135D67}"/>
              </a:ext>
            </a:extLst>
          </p:cNvPr>
          <p:cNvSpPr>
            <a:spLocks noGrp="1" noChangeArrowheads="1"/>
          </p:cNvSpPr>
          <p:nvPr>
            <p:ph type="title"/>
          </p:nvPr>
        </p:nvSpPr>
        <p:spPr>
          <a:xfrm>
            <a:off x="5902639" y="2084533"/>
            <a:ext cx="5953990" cy="3703204"/>
          </a:xfrm>
        </p:spPr>
        <p:txBody>
          <a:bodyPr/>
          <a:lstStyle/>
          <a:p>
            <a:pPr eaLnBrk="1" hangingPunct="1">
              <a:lnSpc>
                <a:spcPct val="80000"/>
              </a:lnSpc>
              <a:buFont typeface="Wingdings" panose="05000000000000000000" pitchFamily="2" charset="2"/>
              <a:buNone/>
            </a:pPr>
            <a:r>
              <a:rPr lang="en-US" altLang="en-US" sz="2400" b="0" dirty="0" err="1">
                <a:solidFill>
                  <a:schemeClr val="tx1"/>
                </a:solidFill>
                <a:latin typeface="Segoe UI" panose="020B0502040204020203" pitchFamily="34" charset="0"/>
                <a:cs typeface="Segoe UI" panose="020B0502040204020203" pitchFamily="34" charset="0"/>
              </a:rPr>
              <a:t>Adalah</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suatu</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akta</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yg</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dibuat</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dalam</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bentuk</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menurut</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undang-undang</a:t>
            </a:r>
            <a:r>
              <a:rPr lang="en-US" altLang="en-US" sz="2400" b="0" dirty="0">
                <a:solidFill>
                  <a:schemeClr val="tx1"/>
                </a:solidFill>
                <a:latin typeface="Segoe UI" panose="020B0502040204020203" pitchFamily="34" charset="0"/>
                <a:cs typeface="Segoe UI" panose="020B0502040204020203" pitchFamily="34" charset="0"/>
              </a:rPr>
              <a:t> oleh </a:t>
            </a:r>
            <a:r>
              <a:rPr lang="en-US" altLang="en-US" sz="2400" b="0" dirty="0" err="1">
                <a:solidFill>
                  <a:schemeClr val="tx1"/>
                </a:solidFill>
                <a:latin typeface="Segoe UI" panose="020B0502040204020203" pitchFamily="34" charset="0"/>
                <a:cs typeface="Segoe UI" panose="020B0502040204020203" pitchFamily="34" charset="0"/>
              </a:rPr>
              <a:t>atau</a:t>
            </a:r>
            <a:r>
              <a:rPr lang="en-US" altLang="en-US" sz="2400" b="0" dirty="0">
                <a:solidFill>
                  <a:schemeClr val="tx1"/>
                </a:solidFill>
                <a:latin typeface="Segoe UI" panose="020B0502040204020203" pitchFamily="34" charset="0"/>
                <a:cs typeface="Segoe UI" panose="020B0502040204020203" pitchFamily="34" charset="0"/>
              </a:rPr>
              <a:t> di </a:t>
            </a:r>
            <a:r>
              <a:rPr lang="en-US" altLang="en-US" sz="2400" b="0" dirty="0" err="1">
                <a:solidFill>
                  <a:schemeClr val="tx1"/>
                </a:solidFill>
                <a:latin typeface="Segoe UI" panose="020B0502040204020203" pitchFamily="34" charset="0"/>
                <a:cs typeface="Segoe UI" panose="020B0502040204020203" pitchFamily="34" charset="0"/>
              </a:rPr>
              <a:t>hadapan</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seorang</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pegawai</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umum</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yg</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berwenang</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untuk</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itu</a:t>
            </a:r>
            <a:r>
              <a:rPr lang="en-US" altLang="en-US" sz="2400" b="0" dirty="0">
                <a:solidFill>
                  <a:schemeClr val="tx1"/>
                </a:solidFill>
                <a:latin typeface="Segoe UI" panose="020B0502040204020203" pitchFamily="34" charset="0"/>
                <a:cs typeface="Segoe UI" panose="020B0502040204020203" pitchFamily="34" charset="0"/>
              </a:rPr>
              <a:t>, di </a:t>
            </a:r>
            <a:r>
              <a:rPr lang="en-US" altLang="en-US" sz="2400" b="0" dirty="0" err="1">
                <a:solidFill>
                  <a:schemeClr val="tx1"/>
                </a:solidFill>
                <a:latin typeface="Segoe UI" panose="020B0502040204020203" pitchFamily="34" charset="0"/>
                <a:cs typeface="Segoe UI" panose="020B0502040204020203" pitchFamily="34" charset="0"/>
              </a:rPr>
              <a:t>tempat</a:t>
            </a:r>
            <a:r>
              <a:rPr lang="en-US" altLang="en-US" sz="2400" b="0" dirty="0">
                <a:solidFill>
                  <a:schemeClr val="tx1"/>
                </a:solidFill>
                <a:latin typeface="Segoe UI" panose="020B0502040204020203" pitchFamily="34" charset="0"/>
                <a:cs typeface="Segoe UI" panose="020B0502040204020203" pitchFamily="34" charset="0"/>
              </a:rPr>
              <a:t> di mana </a:t>
            </a:r>
            <a:r>
              <a:rPr lang="en-US" altLang="en-US" sz="2400" b="0" dirty="0" err="1">
                <a:solidFill>
                  <a:schemeClr val="tx1"/>
                </a:solidFill>
                <a:latin typeface="Segoe UI" panose="020B0502040204020203" pitchFamily="34" charset="0"/>
                <a:cs typeface="Segoe UI" panose="020B0502040204020203" pitchFamily="34" charset="0"/>
              </a:rPr>
              <a:t>akta</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itu</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dibuat</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i="1" dirty="0">
                <a:solidFill>
                  <a:srgbClr val="C00000"/>
                </a:solidFill>
                <a:latin typeface="Segoe UI" panose="020B0502040204020203" pitchFamily="34" charset="0"/>
                <a:cs typeface="Segoe UI" panose="020B0502040204020203" pitchFamily="34" charset="0"/>
              </a:rPr>
              <a:t>Ps. 165 HIR/285 </a:t>
            </a:r>
            <a:r>
              <a:rPr lang="en-US" altLang="en-US" sz="2400" b="0" i="1" dirty="0" err="1">
                <a:solidFill>
                  <a:srgbClr val="C00000"/>
                </a:solidFill>
                <a:latin typeface="Segoe UI" panose="020B0502040204020203" pitchFamily="34" charset="0"/>
                <a:cs typeface="Segoe UI" panose="020B0502040204020203" pitchFamily="34" charset="0"/>
              </a:rPr>
              <a:t>RBg</a:t>
            </a:r>
            <a:r>
              <a:rPr lang="en-US" altLang="en-US" sz="2400" b="0" dirty="0">
                <a:solidFill>
                  <a:schemeClr val="tx1"/>
                </a:solidFill>
                <a:latin typeface="Segoe UI" panose="020B0502040204020203" pitchFamily="34" charset="0"/>
                <a:cs typeface="Segoe UI" panose="020B0502040204020203" pitchFamily="34" charset="0"/>
              </a:rPr>
              <a:t>)</a:t>
            </a:r>
          </a:p>
          <a:p>
            <a:pPr eaLnBrk="1" hangingPunct="1">
              <a:lnSpc>
                <a:spcPct val="80000"/>
              </a:lnSpc>
            </a:pPr>
            <a:br>
              <a:rPr lang="en-US" altLang="en-US" sz="2400" b="0" dirty="0">
                <a:solidFill>
                  <a:schemeClr val="tx1"/>
                </a:solidFill>
                <a:latin typeface="Segoe UI" panose="020B0502040204020203" pitchFamily="34" charset="0"/>
                <a:cs typeface="Segoe UI" panose="020B0502040204020203" pitchFamily="34" charset="0"/>
              </a:rPr>
            </a:br>
            <a:r>
              <a:rPr lang="en-US" altLang="en-US" sz="2400" b="0" dirty="0" err="1">
                <a:solidFill>
                  <a:schemeClr val="tx1"/>
                </a:solidFill>
                <a:latin typeface="Segoe UI" panose="020B0502040204020203" pitchFamily="34" charset="0"/>
                <a:cs typeface="Segoe UI" panose="020B0502040204020203" pitchFamily="34" charset="0"/>
              </a:rPr>
              <a:t>Kekuatan</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hukum</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akta</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otentik</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merupakan</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bukti</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yg</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sempurna</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bagi</a:t>
            </a:r>
            <a:r>
              <a:rPr lang="en-US" altLang="en-US" sz="2400" b="0" dirty="0">
                <a:solidFill>
                  <a:schemeClr val="tx1"/>
                </a:solidFill>
                <a:latin typeface="Segoe UI" panose="020B0502040204020203" pitchFamily="34" charset="0"/>
                <a:cs typeface="Segoe UI" panose="020B0502040204020203" pitchFamily="34" charset="0"/>
              </a:rPr>
              <a:t> para </a:t>
            </a:r>
            <a:r>
              <a:rPr lang="en-US" altLang="en-US" sz="2400" b="0" dirty="0" err="1">
                <a:solidFill>
                  <a:schemeClr val="tx1"/>
                </a:solidFill>
                <a:latin typeface="Segoe UI" panose="020B0502040204020203" pitchFamily="34" charset="0"/>
                <a:cs typeface="Segoe UI" panose="020B0502040204020203" pitchFamily="34" charset="0"/>
              </a:rPr>
              <a:t>pihak</a:t>
            </a:r>
            <a:r>
              <a:rPr lang="en-US" altLang="en-US" sz="2400" b="0" dirty="0">
                <a:solidFill>
                  <a:schemeClr val="tx1"/>
                </a:solidFill>
                <a:latin typeface="Segoe UI" panose="020B0502040204020203" pitchFamily="34" charset="0"/>
                <a:cs typeface="Segoe UI" panose="020B0502040204020203" pitchFamily="34" charset="0"/>
              </a:rPr>
              <a:t> dan </a:t>
            </a:r>
            <a:r>
              <a:rPr lang="en-US" altLang="en-US" sz="2400" b="0" dirty="0" err="1">
                <a:solidFill>
                  <a:schemeClr val="tx1"/>
                </a:solidFill>
                <a:latin typeface="Segoe UI" panose="020B0502040204020203" pitchFamily="34" charset="0"/>
                <a:cs typeface="Segoe UI" panose="020B0502040204020203" pitchFamily="34" charset="0"/>
              </a:rPr>
              <a:t>ahli</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dirty="0" err="1">
                <a:solidFill>
                  <a:schemeClr val="tx1"/>
                </a:solidFill>
                <a:latin typeface="Segoe UI" panose="020B0502040204020203" pitchFamily="34" charset="0"/>
                <a:cs typeface="Segoe UI" panose="020B0502040204020203" pitchFamily="34" charset="0"/>
              </a:rPr>
              <a:t>warisnya</a:t>
            </a:r>
            <a:r>
              <a:rPr lang="en-US" altLang="en-US" sz="2400" b="0" dirty="0">
                <a:solidFill>
                  <a:schemeClr val="tx1"/>
                </a:solidFill>
                <a:latin typeface="Segoe UI" panose="020B0502040204020203" pitchFamily="34" charset="0"/>
                <a:cs typeface="Segoe UI" panose="020B0502040204020203" pitchFamily="34" charset="0"/>
              </a:rPr>
              <a:t>. (</a:t>
            </a:r>
            <a:r>
              <a:rPr lang="en-US" altLang="en-US" sz="2400" b="0" i="1" dirty="0">
                <a:solidFill>
                  <a:srgbClr val="C00000"/>
                </a:solidFill>
                <a:latin typeface="Segoe UI" panose="020B0502040204020203" pitchFamily="34" charset="0"/>
                <a:cs typeface="Segoe UI" panose="020B0502040204020203" pitchFamily="34" charset="0"/>
              </a:rPr>
              <a:t>Ps. 165 HIR</a:t>
            </a:r>
            <a:r>
              <a:rPr lang="en-US" altLang="en-US" sz="2400" b="0" dirty="0">
                <a:solidFill>
                  <a:schemeClr val="tx1"/>
                </a:solidFill>
                <a:latin typeface="Segoe UI" panose="020B0502040204020203" pitchFamily="34" charset="0"/>
                <a:cs typeface="Segoe UI" panose="020B0502040204020203" pitchFamily="34" charset="0"/>
              </a:rPr>
              <a:t>)</a:t>
            </a:r>
            <a:endParaRPr lang="nl-NL" altLang="en-US" sz="2400" b="0" dirty="0">
              <a:solidFill>
                <a:schemeClr val="tx1"/>
              </a:solidFill>
              <a:latin typeface="Segoe UI" panose="020B0502040204020203" pitchFamily="34" charset="0"/>
              <a:cs typeface="Segoe UI" panose="020B0502040204020203" pitchFamily="34" charset="0"/>
            </a:endParaRPr>
          </a:p>
          <a:p>
            <a:pPr eaLnBrk="1" hangingPunct="1">
              <a:lnSpc>
                <a:spcPct val="80000"/>
              </a:lnSpc>
            </a:pPr>
            <a:br>
              <a:rPr lang="nl-NL" altLang="en-US" sz="2400" b="0" dirty="0">
                <a:solidFill>
                  <a:schemeClr val="tx1"/>
                </a:solidFill>
                <a:latin typeface="Segoe UI" panose="020B0502040204020203" pitchFamily="34" charset="0"/>
                <a:cs typeface="Segoe UI" panose="020B0502040204020203" pitchFamily="34" charset="0"/>
              </a:rPr>
            </a:br>
            <a:r>
              <a:rPr lang="nl-NL" altLang="en-US" sz="2400" b="0" dirty="0">
                <a:solidFill>
                  <a:schemeClr val="tx1"/>
                </a:solidFill>
                <a:latin typeface="Segoe UI" panose="020B0502040204020203" pitchFamily="34" charset="0"/>
                <a:cs typeface="Segoe UI" panose="020B0502040204020203" pitchFamily="34" charset="0"/>
              </a:rPr>
              <a:t>Terhadap pihak ketiga akta tersebut merupakan alat bukti bebas.</a:t>
            </a:r>
            <a:endParaRPr lang="en-US" altLang="en-US" sz="2400" b="0" dirty="0">
              <a:solidFill>
                <a:schemeClr val="tx1"/>
              </a:solidFill>
              <a:latin typeface="Segoe UI" panose="020B0502040204020203" pitchFamily="34" charset="0"/>
              <a:cs typeface="Segoe UI" panose="020B0502040204020203" pitchFamily="34" charset="0"/>
            </a:endParaRPr>
          </a:p>
        </p:txBody>
      </p:sp>
      <p:pic>
        <p:nvPicPr>
          <p:cNvPr id="5" name="Picture Placeholder 4">
            <a:extLst>
              <a:ext uri="{FF2B5EF4-FFF2-40B4-BE49-F238E27FC236}">
                <a16:creationId xmlns:a16="http://schemas.microsoft.com/office/drawing/2014/main" id="{FB422FFC-252B-4038-8428-8559B06D9F97}"/>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1865" r="21865"/>
          <a:stretch>
            <a:fillRect/>
          </a:stretch>
        </p:blipFill>
        <p:spPr/>
      </p:pic>
      <p:pic>
        <p:nvPicPr>
          <p:cNvPr id="11" name="Picture 10">
            <a:extLst>
              <a:ext uri="{FF2B5EF4-FFF2-40B4-BE49-F238E27FC236}">
                <a16:creationId xmlns:a16="http://schemas.microsoft.com/office/drawing/2014/main" id="{8203C770-5BDF-4D11-A9DD-B5B9DFAA3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54864"/>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583990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158AA-A406-44E8-8F32-089A3AA3D050}"/>
              </a:ext>
            </a:extLst>
          </p:cNvPr>
          <p:cNvSpPr>
            <a:spLocks noGrp="1"/>
          </p:cNvSpPr>
          <p:nvPr>
            <p:ph type="title"/>
          </p:nvPr>
        </p:nvSpPr>
        <p:spPr>
          <a:xfrm>
            <a:off x="838200" y="850357"/>
            <a:ext cx="4710545" cy="1020007"/>
          </a:xfrm>
        </p:spPr>
        <p:txBody>
          <a:bodyPr>
            <a:normAutofit fontScale="90000"/>
          </a:bodyPr>
          <a:lstStyle/>
          <a:p>
            <a:r>
              <a:rPr lang="en-US" dirty="0"/>
              <a:t>AKTA BAWAH TANGAN</a:t>
            </a:r>
            <a:endParaRPr lang="en-ID" dirty="0"/>
          </a:p>
        </p:txBody>
      </p:sp>
      <p:pic>
        <p:nvPicPr>
          <p:cNvPr id="7" name="Picture Placeholder 6">
            <a:extLst>
              <a:ext uri="{FF2B5EF4-FFF2-40B4-BE49-F238E27FC236}">
                <a16:creationId xmlns:a16="http://schemas.microsoft.com/office/drawing/2014/main" id="{68AC8C16-8403-44C1-8428-C5B921F505F6}"/>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4870" r="4870"/>
          <a:stretch>
            <a:fillRect/>
          </a:stretch>
        </p:blipFill>
        <p:spPr/>
      </p:pic>
      <p:sp>
        <p:nvSpPr>
          <p:cNvPr id="5" name="Text Placeholder 4">
            <a:extLst>
              <a:ext uri="{FF2B5EF4-FFF2-40B4-BE49-F238E27FC236}">
                <a16:creationId xmlns:a16="http://schemas.microsoft.com/office/drawing/2014/main" id="{0721B907-F02E-431A-BB61-71BA2FAB8066}"/>
              </a:ext>
            </a:extLst>
          </p:cNvPr>
          <p:cNvSpPr>
            <a:spLocks noGrp="1"/>
          </p:cNvSpPr>
          <p:nvPr>
            <p:ph type="body" sz="quarter" idx="14"/>
          </p:nvPr>
        </p:nvSpPr>
        <p:spPr>
          <a:xfrm>
            <a:off x="5912427" y="2066236"/>
            <a:ext cx="5715000" cy="3627982"/>
          </a:xfrm>
        </p:spPr>
        <p:txBody>
          <a:bodyPr>
            <a:normAutofit/>
          </a:bodyPr>
          <a:lstStyle/>
          <a:p>
            <a:pPr>
              <a:lnSpc>
                <a:spcPct val="80000"/>
              </a:lnSpc>
            </a:pPr>
            <a:r>
              <a:rPr lang="fr-FR" altLang="en-US" dirty="0" err="1"/>
              <a:t>Adalah</a:t>
            </a:r>
            <a:r>
              <a:rPr lang="fr-FR" altLang="en-US" dirty="0"/>
              <a:t> </a:t>
            </a:r>
            <a:r>
              <a:rPr lang="fr-FR" altLang="en-US" dirty="0" err="1"/>
              <a:t>surat</a:t>
            </a:r>
            <a:r>
              <a:rPr lang="fr-FR" altLang="en-US" dirty="0"/>
              <a:t> </a:t>
            </a:r>
            <a:r>
              <a:rPr lang="fr-FR" altLang="en-US" dirty="0" err="1"/>
              <a:t>yg</a:t>
            </a:r>
            <a:r>
              <a:rPr lang="fr-FR" altLang="en-US" dirty="0"/>
              <a:t> </a:t>
            </a:r>
            <a:r>
              <a:rPr lang="fr-FR" altLang="en-US" dirty="0" err="1"/>
              <a:t>dibuat</a:t>
            </a:r>
            <a:r>
              <a:rPr lang="fr-FR" altLang="en-US" dirty="0"/>
              <a:t> dan </a:t>
            </a:r>
            <a:r>
              <a:rPr lang="fr-FR" altLang="en-US" dirty="0" err="1"/>
              <a:t>ditandatangani</a:t>
            </a:r>
            <a:r>
              <a:rPr lang="fr-FR" altLang="en-US" dirty="0"/>
              <a:t> </a:t>
            </a:r>
            <a:r>
              <a:rPr lang="fr-FR" altLang="en-US" dirty="0" err="1"/>
              <a:t>oleh</a:t>
            </a:r>
            <a:r>
              <a:rPr lang="fr-FR" altLang="en-US" dirty="0"/>
              <a:t> para </a:t>
            </a:r>
            <a:r>
              <a:rPr lang="fr-FR" altLang="en-US" dirty="0" err="1"/>
              <a:t>pihak</a:t>
            </a:r>
            <a:r>
              <a:rPr lang="fr-FR" altLang="en-US" dirty="0"/>
              <a:t> </a:t>
            </a:r>
            <a:r>
              <a:rPr lang="fr-FR" altLang="en-US" dirty="0" err="1"/>
              <a:t>dengan</a:t>
            </a:r>
            <a:r>
              <a:rPr lang="fr-FR" altLang="en-US" dirty="0"/>
              <a:t> </a:t>
            </a:r>
            <a:r>
              <a:rPr lang="fr-FR" altLang="en-US" dirty="0" err="1"/>
              <a:t>maksud</a:t>
            </a:r>
            <a:r>
              <a:rPr lang="fr-FR" altLang="en-US" dirty="0"/>
              <a:t> </a:t>
            </a:r>
            <a:r>
              <a:rPr lang="fr-FR" altLang="en-US" dirty="0" err="1"/>
              <a:t>untuk</a:t>
            </a:r>
            <a:r>
              <a:rPr lang="fr-FR" altLang="en-US" dirty="0"/>
              <a:t> </a:t>
            </a:r>
            <a:r>
              <a:rPr lang="fr-FR" altLang="en-US" dirty="0" err="1"/>
              <a:t>dijadikan</a:t>
            </a:r>
            <a:r>
              <a:rPr lang="fr-FR" altLang="en-US" dirty="0"/>
              <a:t> </a:t>
            </a:r>
            <a:r>
              <a:rPr lang="fr-FR" altLang="en-US" dirty="0" err="1"/>
              <a:t>bukti</a:t>
            </a:r>
            <a:r>
              <a:rPr lang="fr-FR" altLang="en-US" dirty="0"/>
              <a:t> dari </a:t>
            </a:r>
            <a:r>
              <a:rPr lang="fr-FR" altLang="en-US" dirty="0" err="1"/>
              <a:t>suatu</a:t>
            </a:r>
            <a:r>
              <a:rPr lang="fr-FR" altLang="en-US" dirty="0"/>
              <a:t> </a:t>
            </a:r>
            <a:r>
              <a:rPr lang="fr-FR" altLang="en-US" dirty="0" err="1"/>
              <a:t>perbuatan</a:t>
            </a:r>
            <a:r>
              <a:rPr lang="fr-FR" altLang="en-US" dirty="0"/>
              <a:t> </a:t>
            </a:r>
            <a:r>
              <a:rPr lang="fr-FR" altLang="en-US" dirty="0" err="1"/>
              <a:t>hukum</a:t>
            </a:r>
            <a:r>
              <a:rPr lang="fr-FR" altLang="en-US" dirty="0"/>
              <a:t> </a:t>
            </a:r>
            <a:r>
              <a:rPr lang="fr-FR" altLang="en-US" dirty="0" err="1"/>
              <a:t>tetapi</a:t>
            </a:r>
            <a:r>
              <a:rPr lang="fr-FR" altLang="en-US" dirty="0"/>
              <a:t> </a:t>
            </a:r>
            <a:r>
              <a:rPr lang="fr-FR" altLang="en-US" dirty="0" err="1"/>
              <a:t>akta</a:t>
            </a:r>
            <a:r>
              <a:rPr lang="fr-FR" altLang="en-US" dirty="0"/>
              <a:t> </a:t>
            </a:r>
            <a:r>
              <a:rPr lang="fr-FR" altLang="en-US" dirty="0" err="1"/>
              <a:t>tersebut</a:t>
            </a:r>
            <a:r>
              <a:rPr lang="fr-FR" altLang="en-US" dirty="0"/>
              <a:t> </a:t>
            </a:r>
            <a:r>
              <a:rPr lang="fr-FR" altLang="en-US" dirty="0" err="1"/>
              <a:t>tidak</a:t>
            </a:r>
            <a:r>
              <a:rPr lang="fr-FR" altLang="en-US" dirty="0"/>
              <a:t> </a:t>
            </a:r>
            <a:r>
              <a:rPr lang="fr-FR" altLang="en-US" dirty="0" err="1"/>
              <a:t>dibuat</a:t>
            </a:r>
            <a:r>
              <a:rPr lang="fr-FR" altLang="en-US" dirty="0"/>
              <a:t> di </a:t>
            </a:r>
            <a:r>
              <a:rPr lang="fr-FR" altLang="en-US" dirty="0" err="1"/>
              <a:t>hadapan</a:t>
            </a:r>
            <a:r>
              <a:rPr lang="fr-FR" altLang="en-US" dirty="0"/>
              <a:t> </a:t>
            </a:r>
            <a:r>
              <a:rPr lang="fr-FR" altLang="en-US" dirty="0" err="1"/>
              <a:t>seorang</a:t>
            </a:r>
            <a:r>
              <a:rPr lang="fr-FR" altLang="en-US" dirty="0"/>
              <a:t> </a:t>
            </a:r>
            <a:r>
              <a:rPr lang="fr-FR" altLang="en-US" dirty="0" err="1"/>
              <a:t>pejabat</a:t>
            </a:r>
            <a:r>
              <a:rPr lang="fr-FR" altLang="en-US" dirty="0"/>
              <a:t> </a:t>
            </a:r>
            <a:r>
              <a:rPr lang="fr-FR" altLang="en-US" dirty="0" err="1"/>
              <a:t>umum</a:t>
            </a:r>
            <a:r>
              <a:rPr lang="fr-FR" altLang="en-US" dirty="0"/>
              <a:t>.</a:t>
            </a:r>
          </a:p>
          <a:p>
            <a:pPr>
              <a:lnSpc>
                <a:spcPct val="80000"/>
              </a:lnSpc>
            </a:pPr>
            <a:r>
              <a:rPr lang="fr-FR" altLang="en-US" dirty="0" err="1"/>
              <a:t>Apabila</a:t>
            </a:r>
            <a:r>
              <a:rPr lang="fr-FR" altLang="en-US" dirty="0"/>
              <a:t> </a:t>
            </a:r>
            <a:r>
              <a:rPr lang="fr-FR" altLang="en-US" dirty="0" err="1"/>
              <a:t>akta</a:t>
            </a:r>
            <a:r>
              <a:rPr lang="fr-FR" altLang="en-US" dirty="0"/>
              <a:t> </a:t>
            </a:r>
            <a:r>
              <a:rPr lang="fr-FR" altLang="en-US" dirty="0" err="1"/>
              <a:t>tersebut</a:t>
            </a:r>
            <a:r>
              <a:rPr lang="fr-FR" altLang="en-US" dirty="0"/>
              <a:t> </a:t>
            </a:r>
            <a:r>
              <a:rPr lang="fr-FR" altLang="en-US" dirty="0" err="1"/>
              <a:t>sudah</a:t>
            </a:r>
            <a:r>
              <a:rPr lang="fr-FR" altLang="en-US" dirty="0"/>
              <a:t> </a:t>
            </a:r>
            <a:r>
              <a:rPr lang="fr-FR" altLang="en-US" dirty="0" err="1"/>
              <a:t>diakui</a:t>
            </a:r>
            <a:r>
              <a:rPr lang="fr-FR" altLang="en-US" dirty="0"/>
              <a:t> </a:t>
            </a:r>
            <a:r>
              <a:rPr lang="fr-FR" altLang="en-US" dirty="0" err="1"/>
              <a:t>oleh</a:t>
            </a:r>
            <a:r>
              <a:rPr lang="fr-FR" altLang="en-US" dirty="0"/>
              <a:t> para </a:t>
            </a:r>
            <a:r>
              <a:rPr lang="fr-FR" altLang="en-US" dirty="0" err="1"/>
              <a:t>pihak</a:t>
            </a:r>
            <a:r>
              <a:rPr lang="fr-FR" altLang="en-US" dirty="0"/>
              <a:t>, akan </a:t>
            </a:r>
            <a:r>
              <a:rPr lang="fr-FR" altLang="en-US" dirty="0" err="1"/>
              <a:t>memberikan</a:t>
            </a:r>
            <a:r>
              <a:rPr lang="fr-FR" altLang="en-US" dirty="0"/>
              <a:t> </a:t>
            </a:r>
            <a:r>
              <a:rPr lang="fr-FR" altLang="en-US" dirty="0" err="1"/>
              <a:t>kekuatan</a:t>
            </a:r>
            <a:r>
              <a:rPr lang="fr-FR" altLang="en-US" dirty="0"/>
              <a:t> </a:t>
            </a:r>
            <a:r>
              <a:rPr lang="fr-FR" altLang="en-US" dirty="0" err="1"/>
              <a:t>pembuktian</a:t>
            </a:r>
            <a:r>
              <a:rPr lang="fr-FR" altLang="en-US" dirty="0"/>
              <a:t> yang </a:t>
            </a:r>
            <a:r>
              <a:rPr lang="fr-FR" altLang="en-US" dirty="0" err="1"/>
              <a:t>sempurna</a:t>
            </a:r>
            <a:r>
              <a:rPr lang="fr-FR" altLang="en-US" dirty="0"/>
              <a:t> </a:t>
            </a:r>
            <a:r>
              <a:rPr lang="fr-FR" altLang="en-US" dirty="0" err="1"/>
              <a:t>bagi</a:t>
            </a:r>
            <a:r>
              <a:rPr lang="fr-FR" altLang="en-US" dirty="0"/>
              <a:t> </a:t>
            </a:r>
            <a:r>
              <a:rPr lang="fr-FR" altLang="en-US" dirty="0" err="1"/>
              <a:t>akta</a:t>
            </a:r>
            <a:r>
              <a:rPr lang="fr-FR" altLang="en-US" dirty="0"/>
              <a:t> </a:t>
            </a:r>
            <a:r>
              <a:rPr lang="fr-FR" altLang="en-US" dirty="0" err="1"/>
              <a:t>tersebut</a:t>
            </a:r>
            <a:r>
              <a:rPr lang="fr-FR" altLang="en-US" dirty="0"/>
              <a:t>. </a:t>
            </a:r>
            <a:r>
              <a:rPr lang="en-US" altLang="en-US" dirty="0"/>
              <a:t>(</a:t>
            </a:r>
            <a:r>
              <a:rPr lang="en-US" altLang="en-US" i="1" dirty="0" err="1">
                <a:solidFill>
                  <a:srgbClr val="C00000"/>
                </a:solidFill>
              </a:rPr>
              <a:t>Ordonansi</a:t>
            </a:r>
            <a:r>
              <a:rPr lang="en-US" altLang="en-US" i="1" dirty="0">
                <a:solidFill>
                  <a:srgbClr val="C00000"/>
                </a:solidFill>
              </a:rPr>
              <a:t> 1867/29 Ps. 6, Ps. 2</a:t>
            </a:r>
            <a:r>
              <a:rPr lang="en-US" altLang="en-US" dirty="0"/>
              <a:t>)</a:t>
            </a:r>
            <a:endParaRPr lang="en-ID" dirty="0"/>
          </a:p>
        </p:txBody>
      </p:sp>
      <p:pic>
        <p:nvPicPr>
          <p:cNvPr id="8" name="Picture 7">
            <a:extLst>
              <a:ext uri="{FF2B5EF4-FFF2-40B4-BE49-F238E27FC236}">
                <a16:creationId xmlns:a16="http://schemas.microsoft.com/office/drawing/2014/main" id="{E7A3B985-9958-4CAB-B830-C083BDE6FC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794388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2BC2ACF9-FF1E-4810-9076-7B6C9BE1CADA}"/>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l="5781" r="5781"/>
          <a:stretch>
            <a:fillRect/>
          </a:stretch>
        </p:blipFill>
        <p:spPr>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410" name="Rectangle 2">
            <a:extLst>
              <a:ext uri="{FF2B5EF4-FFF2-40B4-BE49-F238E27FC236}">
                <a16:creationId xmlns:a16="http://schemas.microsoft.com/office/drawing/2014/main" id="{230A13C6-C731-412D-AF14-E8A018082D23}"/>
              </a:ext>
            </a:extLst>
          </p:cNvPr>
          <p:cNvSpPr>
            <a:spLocks noGrp="1" noChangeArrowheads="1"/>
          </p:cNvSpPr>
          <p:nvPr>
            <p:ph type="title"/>
          </p:nvPr>
        </p:nvSpPr>
        <p:spPr/>
        <p:txBody>
          <a:bodyPr/>
          <a:lstStyle/>
          <a:p>
            <a:pPr eaLnBrk="1" hangingPunct="1"/>
            <a:r>
              <a:rPr lang="en-US" altLang="en-US" dirty="0"/>
              <a:t>ALAT BUKTI SAKSI</a:t>
            </a:r>
          </a:p>
        </p:txBody>
      </p:sp>
      <p:sp>
        <p:nvSpPr>
          <p:cNvPr id="2" name="Text Placeholder 1">
            <a:extLst>
              <a:ext uri="{FF2B5EF4-FFF2-40B4-BE49-F238E27FC236}">
                <a16:creationId xmlns:a16="http://schemas.microsoft.com/office/drawing/2014/main" id="{066C9E8E-CC8F-425B-BBA5-54B4F9C9B54E}"/>
              </a:ext>
            </a:extLst>
          </p:cNvPr>
          <p:cNvSpPr>
            <a:spLocks noGrp="1"/>
          </p:cNvSpPr>
          <p:nvPr>
            <p:ph type="body" sz="quarter" idx="14"/>
          </p:nvPr>
        </p:nvSpPr>
        <p:spPr>
          <a:xfrm>
            <a:off x="529856" y="1722475"/>
            <a:ext cx="5962060" cy="4529470"/>
          </a:xfrm>
        </p:spPr>
        <p:txBody>
          <a:bodyPr>
            <a:normAutofit fontScale="85000" lnSpcReduction="10000"/>
          </a:bodyPr>
          <a:lstStyle/>
          <a:p>
            <a:pPr marL="342900" indent="-342900">
              <a:buFont typeface="Arial" panose="020B0604020202020204" pitchFamily="34" charset="0"/>
              <a:buChar char="•"/>
            </a:pPr>
            <a:r>
              <a:rPr lang="en-US" altLang="en-US" dirty="0"/>
              <a:t>Yang </a:t>
            </a:r>
            <a:r>
              <a:rPr lang="en-US" altLang="en-US" dirty="0" err="1"/>
              <a:t>dapat</a:t>
            </a:r>
            <a:r>
              <a:rPr lang="en-US" altLang="en-US" dirty="0"/>
              <a:t> </a:t>
            </a:r>
            <a:r>
              <a:rPr lang="en-US" altLang="en-US" dirty="0" err="1"/>
              <a:t>diterangkan</a:t>
            </a:r>
            <a:r>
              <a:rPr lang="en-US" altLang="en-US" dirty="0"/>
              <a:t> oleh </a:t>
            </a:r>
            <a:r>
              <a:rPr lang="en-US" altLang="en-US" dirty="0" err="1"/>
              <a:t>saksi</a:t>
            </a:r>
            <a:r>
              <a:rPr lang="en-US" altLang="en-US" dirty="0"/>
              <a:t> </a:t>
            </a:r>
            <a:r>
              <a:rPr lang="en-US" altLang="en-US" dirty="0" err="1"/>
              <a:t>adalah</a:t>
            </a:r>
            <a:r>
              <a:rPr lang="en-US" altLang="en-US" dirty="0"/>
              <a:t> </a:t>
            </a:r>
            <a:r>
              <a:rPr lang="en-US" altLang="en-US" dirty="0" err="1"/>
              <a:t>apa</a:t>
            </a:r>
            <a:r>
              <a:rPr lang="en-US" altLang="en-US" dirty="0"/>
              <a:t> yang </a:t>
            </a:r>
            <a:r>
              <a:rPr lang="en-US" altLang="en-US" dirty="0" err="1"/>
              <a:t>saksi</a:t>
            </a:r>
            <a:r>
              <a:rPr lang="en-US" altLang="en-US" dirty="0"/>
              <a:t> </a:t>
            </a:r>
            <a:r>
              <a:rPr lang="en-US" altLang="en-US" dirty="0" err="1"/>
              <a:t>lihat</a:t>
            </a:r>
            <a:r>
              <a:rPr lang="en-US" altLang="en-US" dirty="0"/>
              <a:t>, </a:t>
            </a:r>
            <a:r>
              <a:rPr lang="en-US" altLang="en-US" dirty="0" err="1"/>
              <a:t>dengar</a:t>
            </a:r>
            <a:r>
              <a:rPr lang="en-US" altLang="en-US" dirty="0"/>
              <a:t> dan </a:t>
            </a:r>
            <a:r>
              <a:rPr lang="en-US" altLang="en-US" dirty="0" err="1"/>
              <a:t>alami</a:t>
            </a:r>
            <a:r>
              <a:rPr lang="en-US" altLang="en-US" dirty="0"/>
              <a:t> </a:t>
            </a:r>
            <a:r>
              <a:rPr lang="en-US" altLang="en-US" dirty="0" err="1"/>
              <a:t>sendiri</a:t>
            </a:r>
            <a:r>
              <a:rPr lang="en-US" altLang="en-US" dirty="0"/>
              <a:t>.</a:t>
            </a:r>
          </a:p>
          <a:p>
            <a:pPr marL="342900" indent="-342900">
              <a:buFont typeface="Arial" panose="020B0604020202020204" pitchFamily="34" charset="0"/>
              <a:buChar char="•"/>
            </a:pPr>
            <a:r>
              <a:rPr lang="en-US" altLang="en-US" dirty="0" err="1"/>
              <a:t>Perihal</a:t>
            </a:r>
            <a:r>
              <a:rPr lang="en-US" altLang="en-US" dirty="0"/>
              <a:t> </a:t>
            </a:r>
            <a:r>
              <a:rPr lang="en-US" altLang="en-US" dirty="0" err="1"/>
              <a:t>alat</a:t>
            </a:r>
            <a:r>
              <a:rPr lang="en-US" altLang="en-US" dirty="0"/>
              <a:t> </a:t>
            </a:r>
            <a:r>
              <a:rPr lang="en-US" altLang="en-US" dirty="0" err="1"/>
              <a:t>bukti</a:t>
            </a:r>
            <a:r>
              <a:rPr lang="en-US" altLang="en-US" dirty="0"/>
              <a:t> </a:t>
            </a:r>
            <a:r>
              <a:rPr lang="en-US" altLang="en-US" dirty="0" err="1"/>
              <a:t>saksi</a:t>
            </a:r>
            <a:r>
              <a:rPr lang="en-US" altLang="en-US" dirty="0"/>
              <a:t> </a:t>
            </a:r>
            <a:r>
              <a:rPr lang="en-US" altLang="en-US" dirty="0" err="1"/>
              <a:t>terdapat</a:t>
            </a:r>
            <a:r>
              <a:rPr lang="en-US" altLang="en-US" dirty="0"/>
              <a:t> </a:t>
            </a:r>
            <a:r>
              <a:rPr lang="en-US" altLang="en-US" dirty="0" err="1"/>
              <a:t>dalam</a:t>
            </a:r>
            <a:r>
              <a:rPr lang="en-US" altLang="en-US" dirty="0"/>
              <a:t> </a:t>
            </a:r>
            <a:r>
              <a:rPr lang="en-US" altLang="en-US" dirty="0" err="1"/>
              <a:t>Pasal</a:t>
            </a:r>
            <a:r>
              <a:rPr lang="en-US" altLang="en-US" dirty="0"/>
              <a:t> 171 HIR / 308 </a:t>
            </a:r>
            <a:r>
              <a:rPr lang="en-US" altLang="en-US" dirty="0" err="1"/>
              <a:t>RBg</a:t>
            </a:r>
            <a:r>
              <a:rPr lang="en-US" altLang="en-US" dirty="0"/>
              <a:t>.</a:t>
            </a:r>
          </a:p>
          <a:p>
            <a:pPr marL="342900" indent="-342900">
              <a:buFont typeface="Arial" panose="020B0604020202020204" pitchFamily="34" charset="0"/>
              <a:buChar char="•"/>
            </a:pPr>
            <a:r>
              <a:rPr lang="en-US" altLang="en-US" dirty="0" err="1"/>
              <a:t>Kesaksian</a:t>
            </a:r>
            <a:r>
              <a:rPr lang="en-US" altLang="en-US" dirty="0"/>
              <a:t> </a:t>
            </a:r>
            <a:r>
              <a:rPr lang="en-US" altLang="en-US" dirty="0" err="1"/>
              <a:t>harus</a:t>
            </a:r>
            <a:r>
              <a:rPr lang="en-US" altLang="en-US" dirty="0"/>
              <a:t> </a:t>
            </a:r>
            <a:r>
              <a:rPr lang="en-US" altLang="en-US" dirty="0" err="1"/>
              <a:t>terbatas</a:t>
            </a:r>
            <a:r>
              <a:rPr lang="en-US" altLang="en-US" dirty="0"/>
              <a:t> pada </a:t>
            </a:r>
            <a:r>
              <a:rPr lang="en-US" altLang="en-US" dirty="0" err="1"/>
              <a:t>peristiwa-peristiwa</a:t>
            </a:r>
            <a:r>
              <a:rPr lang="en-US" altLang="en-US" dirty="0"/>
              <a:t> </a:t>
            </a:r>
            <a:r>
              <a:rPr lang="en-US" altLang="en-US" dirty="0" err="1"/>
              <a:t>yg</a:t>
            </a:r>
            <a:r>
              <a:rPr lang="en-US" altLang="en-US" dirty="0"/>
              <a:t> </a:t>
            </a:r>
            <a:r>
              <a:rPr lang="en-US" altLang="en-US" dirty="0" err="1"/>
              <a:t>dialaminya</a:t>
            </a:r>
            <a:r>
              <a:rPr lang="en-US" altLang="en-US" dirty="0"/>
              <a:t> </a:t>
            </a:r>
            <a:r>
              <a:rPr lang="en-US" altLang="en-US" dirty="0" err="1"/>
              <a:t>sendiri</a:t>
            </a:r>
            <a:r>
              <a:rPr lang="en-US" altLang="en-US" dirty="0"/>
              <a:t>, </a:t>
            </a:r>
            <a:r>
              <a:rPr lang="en-US" altLang="en-US" dirty="0" err="1"/>
              <a:t>sedangkan</a:t>
            </a:r>
            <a:r>
              <a:rPr lang="en-US" altLang="en-US" dirty="0"/>
              <a:t> </a:t>
            </a:r>
            <a:r>
              <a:rPr lang="en-US" altLang="en-US" dirty="0" err="1"/>
              <a:t>pendapat-pendapat</a:t>
            </a:r>
            <a:r>
              <a:rPr lang="en-US" altLang="en-US" dirty="0"/>
              <a:t> </a:t>
            </a:r>
            <a:r>
              <a:rPr lang="en-US" altLang="en-US" dirty="0" err="1"/>
              <a:t>atau</a:t>
            </a:r>
            <a:r>
              <a:rPr lang="en-US" altLang="en-US" dirty="0"/>
              <a:t> </a:t>
            </a:r>
            <a:r>
              <a:rPr lang="en-US" altLang="en-US" dirty="0" err="1"/>
              <a:t>persangkaan</a:t>
            </a:r>
            <a:r>
              <a:rPr lang="en-US" altLang="en-US" dirty="0"/>
              <a:t> </a:t>
            </a:r>
            <a:r>
              <a:rPr lang="en-US" altLang="en-US" dirty="0" err="1"/>
              <a:t>yg</a:t>
            </a:r>
            <a:r>
              <a:rPr lang="en-US" altLang="en-US" dirty="0"/>
              <a:t> </a:t>
            </a:r>
            <a:r>
              <a:rPr lang="en-US" altLang="en-US" dirty="0" err="1"/>
              <a:t>didapat</a:t>
            </a:r>
            <a:r>
              <a:rPr lang="en-US" altLang="en-US" dirty="0"/>
              <a:t> </a:t>
            </a:r>
            <a:r>
              <a:rPr lang="en-US" altLang="en-US" dirty="0" err="1"/>
              <a:t>secara</a:t>
            </a:r>
            <a:r>
              <a:rPr lang="en-US" altLang="en-US" dirty="0"/>
              <a:t> </a:t>
            </a:r>
            <a:r>
              <a:rPr lang="en-US" altLang="en-US" dirty="0" err="1"/>
              <a:t>berfikir</a:t>
            </a:r>
            <a:r>
              <a:rPr lang="en-US" altLang="en-US" dirty="0"/>
              <a:t> </a:t>
            </a:r>
            <a:r>
              <a:rPr lang="en-US" altLang="en-US" dirty="0" err="1"/>
              <a:t>bukan</a:t>
            </a:r>
            <a:r>
              <a:rPr lang="en-US" altLang="en-US" dirty="0"/>
              <a:t> </a:t>
            </a:r>
            <a:r>
              <a:rPr lang="en-US" altLang="en-US" dirty="0" err="1"/>
              <a:t>merupakan</a:t>
            </a:r>
            <a:r>
              <a:rPr lang="en-US" altLang="en-US" dirty="0"/>
              <a:t> </a:t>
            </a:r>
            <a:r>
              <a:rPr lang="en-US" altLang="en-US" dirty="0" err="1"/>
              <a:t>kesaksian</a:t>
            </a:r>
            <a:r>
              <a:rPr lang="en-US" altLang="en-US" dirty="0"/>
              <a:t>.</a:t>
            </a:r>
          </a:p>
          <a:p>
            <a:pPr marL="342900" indent="-342900">
              <a:buFont typeface="Arial" panose="020B0604020202020204" pitchFamily="34" charset="0"/>
              <a:buChar char="•"/>
            </a:pPr>
            <a:r>
              <a:rPr lang="en-US" altLang="en-US" dirty="0" err="1"/>
              <a:t>Keterangan</a:t>
            </a:r>
            <a:r>
              <a:rPr lang="en-US" altLang="en-US" dirty="0"/>
              <a:t> </a:t>
            </a:r>
            <a:r>
              <a:rPr lang="en-US" altLang="en-US" dirty="0" err="1"/>
              <a:t>seorang</a:t>
            </a:r>
            <a:r>
              <a:rPr lang="en-US" altLang="en-US" dirty="0"/>
              <a:t> </a:t>
            </a:r>
            <a:r>
              <a:rPr lang="en-US" altLang="en-US" dirty="0" err="1"/>
              <a:t>saksi</a:t>
            </a:r>
            <a:r>
              <a:rPr lang="en-US" altLang="en-US" dirty="0"/>
              <a:t> </a:t>
            </a:r>
            <a:r>
              <a:rPr lang="en-US" altLang="en-US" dirty="0" err="1"/>
              <a:t>saja</a:t>
            </a:r>
            <a:r>
              <a:rPr lang="en-US" altLang="en-US" dirty="0"/>
              <a:t> </a:t>
            </a:r>
            <a:r>
              <a:rPr lang="en-US" altLang="en-US" dirty="0" err="1"/>
              <a:t>dengan</a:t>
            </a:r>
            <a:r>
              <a:rPr lang="en-US" altLang="en-US" dirty="0"/>
              <a:t> </a:t>
            </a:r>
            <a:r>
              <a:rPr lang="en-US" altLang="en-US" dirty="0" err="1"/>
              <a:t>tidak</a:t>
            </a:r>
            <a:r>
              <a:rPr lang="en-US" altLang="en-US" dirty="0"/>
              <a:t> </a:t>
            </a:r>
            <a:r>
              <a:rPr lang="en-US" altLang="en-US" dirty="0" err="1"/>
              <a:t>ada</a:t>
            </a:r>
            <a:r>
              <a:rPr lang="en-US" altLang="en-US" dirty="0"/>
              <a:t> </a:t>
            </a:r>
            <a:r>
              <a:rPr lang="en-US" altLang="en-US" dirty="0" err="1"/>
              <a:t>sesuatu</a:t>
            </a:r>
            <a:r>
              <a:rPr lang="en-US" altLang="en-US" dirty="0"/>
              <a:t> </a:t>
            </a:r>
            <a:r>
              <a:rPr lang="en-US" altLang="en-US" dirty="0" err="1"/>
              <a:t>alat</a:t>
            </a:r>
            <a:r>
              <a:rPr lang="en-US" altLang="en-US" dirty="0"/>
              <a:t> </a:t>
            </a:r>
            <a:r>
              <a:rPr lang="en-US" altLang="en-US" dirty="0" err="1"/>
              <a:t>bukti</a:t>
            </a:r>
            <a:r>
              <a:rPr lang="en-US" altLang="en-US" dirty="0"/>
              <a:t> </a:t>
            </a:r>
            <a:r>
              <a:rPr lang="en-US" altLang="en-US" dirty="0" err="1"/>
              <a:t>lainnya</a:t>
            </a:r>
            <a:r>
              <a:rPr lang="en-US" altLang="en-US" dirty="0"/>
              <a:t> </a:t>
            </a:r>
            <a:r>
              <a:rPr lang="en-US" altLang="en-US" dirty="0" err="1"/>
              <a:t>tidak</a:t>
            </a:r>
            <a:r>
              <a:rPr lang="en-US" altLang="en-US" dirty="0"/>
              <a:t> </a:t>
            </a:r>
            <a:r>
              <a:rPr lang="en-US" altLang="en-US" dirty="0" err="1"/>
              <a:t>dapat</a:t>
            </a:r>
            <a:r>
              <a:rPr lang="en-US" altLang="en-US" dirty="0"/>
              <a:t> </a:t>
            </a:r>
            <a:r>
              <a:rPr lang="en-US" altLang="en-US" dirty="0" err="1"/>
              <a:t>dianggap</a:t>
            </a:r>
            <a:r>
              <a:rPr lang="en-US" altLang="en-US" dirty="0"/>
              <a:t> </a:t>
            </a:r>
            <a:r>
              <a:rPr lang="en-US" altLang="en-US" dirty="0" err="1"/>
              <a:t>sebagai</a:t>
            </a:r>
            <a:r>
              <a:rPr lang="en-US" altLang="en-US" dirty="0"/>
              <a:t> </a:t>
            </a:r>
            <a:r>
              <a:rPr lang="en-US" altLang="en-US" dirty="0" err="1"/>
              <a:t>bukti</a:t>
            </a:r>
            <a:r>
              <a:rPr lang="en-US" altLang="en-US" dirty="0"/>
              <a:t> </a:t>
            </a:r>
            <a:r>
              <a:rPr lang="en-US" altLang="en-US" dirty="0" err="1"/>
              <a:t>yg</a:t>
            </a:r>
            <a:r>
              <a:rPr lang="en-US" altLang="en-US" dirty="0"/>
              <a:t> </a:t>
            </a:r>
            <a:r>
              <a:rPr lang="en-US" altLang="en-US" dirty="0" err="1"/>
              <a:t>cukup</a:t>
            </a:r>
            <a:r>
              <a:rPr lang="en-US" altLang="en-US" dirty="0"/>
              <a:t>.</a:t>
            </a:r>
          </a:p>
          <a:p>
            <a:pPr marL="342900" indent="-342900">
              <a:buFont typeface="Arial" panose="020B0604020202020204" pitchFamily="34" charset="0"/>
              <a:buChar char="•"/>
            </a:pPr>
            <a:r>
              <a:rPr lang="fr-FR" altLang="en-US" i="1" dirty="0" err="1"/>
              <a:t>Unus</a:t>
            </a:r>
            <a:r>
              <a:rPr lang="fr-FR" altLang="en-US" i="1" dirty="0"/>
              <a:t> testis </a:t>
            </a:r>
            <a:r>
              <a:rPr lang="fr-FR" altLang="en-US" i="1" dirty="0" err="1"/>
              <a:t>nullus</a:t>
            </a:r>
            <a:r>
              <a:rPr lang="fr-FR" altLang="en-US" i="1" dirty="0"/>
              <a:t> testis </a:t>
            </a:r>
            <a:r>
              <a:rPr lang="fr-FR" altLang="en-US" dirty="0"/>
              <a:t>(</a:t>
            </a:r>
            <a:r>
              <a:rPr lang="fr-FR" altLang="en-US" dirty="0" err="1"/>
              <a:t>satu</a:t>
            </a:r>
            <a:r>
              <a:rPr lang="fr-FR" altLang="en-US" dirty="0"/>
              <a:t> </a:t>
            </a:r>
            <a:r>
              <a:rPr lang="fr-FR" altLang="en-US" dirty="0" err="1"/>
              <a:t>saksi</a:t>
            </a:r>
            <a:r>
              <a:rPr lang="fr-FR" altLang="en-US" dirty="0"/>
              <a:t> </a:t>
            </a:r>
            <a:r>
              <a:rPr lang="fr-FR" altLang="en-US" dirty="0" err="1"/>
              <a:t>bukan</a:t>
            </a:r>
            <a:r>
              <a:rPr lang="fr-FR" altLang="en-US" dirty="0"/>
              <a:t> </a:t>
            </a:r>
            <a:r>
              <a:rPr lang="fr-FR" altLang="en-US" dirty="0" err="1"/>
              <a:t>saksi</a:t>
            </a:r>
            <a:r>
              <a:rPr lang="fr-FR" altLang="en-US" dirty="0"/>
              <a:t>).</a:t>
            </a:r>
            <a:endParaRPr lang="id-ID" altLang="en-US" dirty="0"/>
          </a:p>
        </p:txBody>
      </p:sp>
      <p:pic>
        <p:nvPicPr>
          <p:cNvPr id="10" name="Picture 9">
            <a:extLst>
              <a:ext uri="{FF2B5EF4-FFF2-40B4-BE49-F238E27FC236}">
                <a16:creationId xmlns:a16="http://schemas.microsoft.com/office/drawing/2014/main" id="{93BF19CF-33C2-4AFF-857B-D65C9E472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209F9FF-AB50-4B76-B474-5669477E454D}"/>
              </a:ext>
            </a:extLst>
          </p:cNvPr>
          <p:cNvSpPr>
            <a:spLocks noGrp="1"/>
          </p:cNvSpPr>
          <p:nvPr>
            <p:ph type="title"/>
          </p:nvPr>
        </p:nvSpPr>
        <p:spPr/>
        <p:txBody>
          <a:bodyPr>
            <a:normAutofit fontScale="90000"/>
          </a:bodyPr>
          <a:lstStyle/>
          <a:p>
            <a:r>
              <a:rPr lang="en-US" dirty="0"/>
              <a:t>TIDAK DAPAT DIDENGAR SEBAGAI SAKSI</a:t>
            </a:r>
            <a:endParaRPr lang="en-ID" dirty="0"/>
          </a:p>
        </p:txBody>
      </p:sp>
      <p:pic>
        <p:nvPicPr>
          <p:cNvPr id="12" name="Picture Placeholder 11">
            <a:extLst>
              <a:ext uri="{FF2B5EF4-FFF2-40B4-BE49-F238E27FC236}">
                <a16:creationId xmlns:a16="http://schemas.microsoft.com/office/drawing/2014/main" id="{987AE8C6-2026-4C48-B771-14B89C30DF5B}"/>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1913" r="21913"/>
          <a:stretch>
            <a:fillRect/>
          </a:stretch>
        </p:blipFill>
        <p:spPr/>
      </p:pic>
      <p:sp>
        <p:nvSpPr>
          <p:cNvPr id="10" name="Text Placeholder 9">
            <a:extLst>
              <a:ext uri="{FF2B5EF4-FFF2-40B4-BE49-F238E27FC236}">
                <a16:creationId xmlns:a16="http://schemas.microsoft.com/office/drawing/2014/main" id="{C05D53B1-9D62-4C05-81FD-A582E8A7A7F3}"/>
              </a:ext>
            </a:extLst>
          </p:cNvPr>
          <p:cNvSpPr>
            <a:spLocks noGrp="1"/>
          </p:cNvSpPr>
          <p:nvPr>
            <p:ph type="body" sz="quarter" idx="17"/>
          </p:nvPr>
        </p:nvSpPr>
        <p:spPr>
          <a:xfrm>
            <a:off x="4770120" y="2422880"/>
            <a:ext cx="6597752" cy="3021058"/>
          </a:xfrm>
        </p:spPr>
        <p:txBody>
          <a:bodyPr>
            <a:normAutofit fontScale="77500" lnSpcReduction="20000"/>
          </a:bodyPr>
          <a:lstStyle/>
          <a:p>
            <a:pPr marL="457200" indent="-457200">
              <a:buFont typeface="+mj-lt"/>
              <a:buAutoNum type="arabicPeriod"/>
            </a:pPr>
            <a:r>
              <a:rPr lang="en-US" dirty="0" err="1"/>
              <a:t>Keturunan</a:t>
            </a:r>
            <a:r>
              <a:rPr lang="en-US" dirty="0"/>
              <a:t> </a:t>
            </a:r>
            <a:r>
              <a:rPr lang="en-US" dirty="0" err="1"/>
              <a:t>lurus</a:t>
            </a:r>
            <a:r>
              <a:rPr lang="en-US" dirty="0"/>
              <a:t> yang </a:t>
            </a:r>
            <a:r>
              <a:rPr lang="en-US" dirty="0" err="1"/>
              <a:t>terikat</a:t>
            </a:r>
            <a:r>
              <a:rPr lang="en-US" dirty="0"/>
              <a:t> </a:t>
            </a:r>
            <a:r>
              <a:rPr lang="en-US" dirty="0" err="1"/>
              <a:t>dalam</a:t>
            </a:r>
            <a:r>
              <a:rPr lang="en-US" dirty="0"/>
              <a:t> </a:t>
            </a:r>
            <a:r>
              <a:rPr lang="en-US" dirty="0" err="1"/>
              <a:t>hubungan</a:t>
            </a:r>
            <a:r>
              <a:rPr lang="en-US" dirty="0"/>
              <a:t> </a:t>
            </a:r>
            <a:r>
              <a:rPr lang="en-US" dirty="0" err="1"/>
              <a:t>keluarga</a:t>
            </a:r>
            <a:r>
              <a:rPr lang="en-US" dirty="0"/>
              <a:t> </a:t>
            </a:r>
            <a:r>
              <a:rPr lang="en-US" dirty="0" err="1"/>
              <a:t>sedarah</a:t>
            </a:r>
            <a:r>
              <a:rPr lang="en-US" dirty="0"/>
              <a:t> </a:t>
            </a:r>
            <a:r>
              <a:rPr lang="en-US" dirty="0" err="1"/>
              <a:t>atau</a:t>
            </a:r>
            <a:r>
              <a:rPr lang="en-US" dirty="0"/>
              <a:t> </a:t>
            </a:r>
            <a:r>
              <a:rPr lang="en-US" dirty="0" err="1"/>
              <a:t>semenda</a:t>
            </a:r>
            <a:r>
              <a:rPr lang="en-US" dirty="0"/>
              <a:t> </a:t>
            </a:r>
            <a:r>
              <a:rPr lang="en-US" dirty="0" err="1"/>
              <a:t>dengan</a:t>
            </a:r>
            <a:r>
              <a:rPr lang="en-US" dirty="0"/>
              <a:t> salah </a:t>
            </a:r>
            <a:r>
              <a:rPr lang="en-US" dirty="0" err="1"/>
              <a:t>satu</a:t>
            </a:r>
            <a:r>
              <a:rPr lang="en-US" dirty="0"/>
              <a:t> </a:t>
            </a:r>
            <a:r>
              <a:rPr lang="en-US" dirty="0" err="1"/>
              <a:t>pihak</a:t>
            </a:r>
            <a:r>
              <a:rPr lang="en-US" dirty="0"/>
              <a:t> </a:t>
            </a:r>
            <a:r>
              <a:rPr lang="en-US" dirty="0" err="1"/>
              <a:t>berperkara</a:t>
            </a:r>
            <a:r>
              <a:rPr lang="en-US" dirty="0"/>
              <a:t>; (</a:t>
            </a:r>
            <a:r>
              <a:rPr lang="en-US" i="1" dirty="0" err="1">
                <a:solidFill>
                  <a:srgbClr val="C00000"/>
                </a:solidFill>
              </a:rPr>
              <a:t>Putusan</a:t>
            </a:r>
            <a:r>
              <a:rPr lang="en-US" i="1" dirty="0">
                <a:solidFill>
                  <a:srgbClr val="C00000"/>
                </a:solidFill>
              </a:rPr>
              <a:t> MA No. 84 K/Sip/1973</a:t>
            </a:r>
            <a:r>
              <a:rPr lang="en-US" dirty="0"/>
              <a:t>)</a:t>
            </a:r>
          </a:p>
          <a:p>
            <a:pPr marL="457200" indent="-457200">
              <a:buFont typeface="+mj-lt"/>
              <a:buAutoNum type="arabicPeriod"/>
            </a:pPr>
            <a:r>
              <a:rPr lang="en-US" dirty="0" err="1"/>
              <a:t>Suami</a:t>
            </a:r>
            <a:r>
              <a:rPr lang="en-US" dirty="0"/>
              <a:t> </a:t>
            </a:r>
            <a:r>
              <a:rPr lang="en-US" dirty="0" err="1"/>
              <a:t>dari</a:t>
            </a:r>
            <a:r>
              <a:rPr lang="en-US" dirty="0"/>
              <a:t> salah </a:t>
            </a:r>
            <a:r>
              <a:rPr lang="en-US" dirty="0" err="1"/>
              <a:t>satu</a:t>
            </a:r>
            <a:r>
              <a:rPr lang="en-US" dirty="0"/>
              <a:t> </a:t>
            </a:r>
            <a:r>
              <a:rPr lang="en-US" dirty="0" err="1"/>
              <a:t>pihak</a:t>
            </a:r>
            <a:r>
              <a:rPr lang="en-US" dirty="0"/>
              <a:t> </a:t>
            </a:r>
            <a:r>
              <a:rPr lang="en-US" dirty="0" err="1"/>
              <a:t>berperkara</a:t>
            </a:r>
            <a:r>
              <a:rPr lang="en-US" dirty="0"/>
              <a:t> </a:t>
            </a:r>
            <a:r>
              <a:rPr lang="en-US" dirty="0" err="1"/>
              <a:t>walaupun</a:t>
            </a:r>
            <a:r>
              <a:rPr lang="en-US" dirty="0"/>
              <a:t> </a:t>
            </a:r>
            <a:r>
              <a:rPr lang="en-US" dirty="0" err="1"/>
              <a:t>mereka</a:t>
            </a:r>
            <a:r>
              <a:rPr lang="en-US" dirty="0"/>
              <a:t> </a:t>
            </a:r>
            <a:r>
              <a:rPr lang="en-US" dirty="0" err="1"/>
              <a:t>telah</a:t>
            </a:r>
            <a:r>
              <a:rPr lang="en-US" dirty="0"/>
              <a:t> </a:t>
            </a:r>
            <a:r>
              <a:rPr lang="en-US" dirty="0" err="1"/>
              <a:t>bercerai</a:t>
            </a:r>
            <a:r>
              <a:rPr lang="en-US" dirty="0"/>
              <a:t>; (</a:t>
            </a:r>
            <a:r>
              <a:rPr lang="en-US" i="1" dirty="0" err="1">
                <a:solidFill>
                  <a:srgbClr val="C00000"/>
                </a:solidFill>
              </a:rPr>
              <a:t>Putusan</a:t>
            </a:r>
            <a:r>
              <a:rPr lang="en-US" i="1" dirty="0">
                <a:solidFill>
                  <a:srgbClr val="C00000"/>
                </a:solidFill>
              </a:rPr>
              <a:t> MA No. 140 K/Sip/1974</a:t>
            </a:r>
            <a:r>
              <a:rPr lang="en-US" dirty="0"/>
              <a:t>)</a:t>
            </a:r>
          </a:p>
          <a:p>
            <a:pPr marL="457200" indent="-457200">
              <a:buFont typeface="+mj-lt"/>
              <a:buAutoNum type="arabicPeriod"/>
            </a:pPr>
            <a:r>
              <a:rPr lang="en-US" dirty="0" err="1"/>
              <a:t>Anak-anak</a:t>
            </a:r>
            <a:r>
              <a:rPr lang="en-US" dirty="0"/>
              <a:t> yang </a:t>
            </a:r>
            <a:r>
              <a:rPr lang="en-US" dirty="0" err="1"/>
              <a:t>tidak</a:t>
            </a:r>
            <a:r>
              <a:rPr lang="en-US" dirty="0"/>
              <a:t> </a:t>
            </a:r>
            <a:r>
              <a:rPr lang="en-US" dirty="0" err="1"/>
              <a:t>diketahui</a:t>
            </a:r>
            <a:r>
              <a:rPr lang="en-US" dirty="0"/>
              <a:t> </a:t>
            </a:r>
            <a:r>
              <a:rPr lang="en-US" dirty="0" err="1"/>
              <a:t>dengan</a:t>
            </a:r>
            <a:r>
              <a:rPr lang="en-US" dirty="0"/>
              <a:t> </a:t>
            </a:r>
            <a:r>
              <a:rPr lang="en-US" dirty="0" err="1"/>
              <a:t>pasti</a:t>
            </a:r>
            <a:r>
              <a:rPr lang="en-US" dirty="0"/>
              <a:t>  </a:t>
            </a:r>
            <a:r>
              <a:rPr lang="en-US" dirty="0" err="1"/>
              <a:t>apakah</a:t>
            </a:r>
            <a:r>
              <a:rPr lang="en-US" dirty="0"/>
              <a:t> </a:t>
            </a:r>
            <a:r>
              <a:rPr lang="en-US" dirty="0" err="1"/>
              <a:t>mereka</a:t>
            </a:r>
            <a:r>
              <a:rPr lang="en-US" dirty="0"/>
              <a:t> </a:t>
            </a:r>
            <a:r>
              <a:rPr lang="en-US" dirty="0" err="1"/>
              <a:t>telah</a:t>
            </a:r>
            <a:r>
              <a:rPr lang="en-US" dirty="0"/>
              <a:t> </a:t>
            </a:r>
            <a:r>
              <a:rPr lang="en-US" dirty="0" err="1"/>
              <a:t>berusia</a:t>
            </a:r>
            <a:r>
              <a:rPr lang="en-US" dirty="0"/>
              <a:t> </a:t>
            </a:r>
            <a:r>
              <a:rPr lang="en-US" dirty="0" err="1"/>
              <a:t>genap</a:t>
            </a:r>
            <a:r>
              <a:rPr lang="en-US" dirty="0"/>
              <a:t> 15 </a:t>
            </a:r>
            <a:r>
              <a:rPr lang="en-US" dirty="0" err="1"/>
              <a:t>tahun</a:t>
            </a:r>
            <a:r>
              <a:rPr lang="en-US" dirty="0"/>
              <a:t> dan orang-orang </a:t>
            </a:r>
            <a:r>
              <a:rPr lang="en-US" dirty="0" err="1"/>
              <a:t>sakit</a:t>
            </a:r>
            <a:r>
              <a:rPr lang="en-US" dirty="0"/>
              <a:t> </a:t>
            </a:r>
            <a:r>
              <a:rPr lang="en-US" dirty="0" err="1"/>
              <a:t>gila</a:t>
            </a:r>
            <a:r>
              <a:rPr lang="en-US" dirty="0"/>
              <a:t> </a:t>
            </a:r>
            <a:r>
              <a:rPr lang="en-US" dirty="0" err="1"/>
              <a:t>walaupun</a:t>
            </a:r>
            <a:r>
              <a:rPr lang="en-US" dirty="0"/>
              <a:t> </a:t>
            </a:r>
            <a:r>
              <a:rPr lang="en-US" dirty="0" err="1"/>
              <a:t>mereka</a:t>
            </a:r>
            <a:r>
              <a:rPr lang="en-US" dirty="0"/>
              <a:t> </a:t>
            </a:r>
            <a:r>
              <a:rPr lang="en-US" dirty="0" err="1"/>
              <a:t>sekali</a:t>
            </a:r>
            <a:r>
              <a:rPr lang="en-US" dirty="0"/>
              <a:t>-kali </a:t>
            </a:r>
            <a:r>
              <a:rPr lang="en-US" dirty="0" err="1"/>
              <a:t>dapat</a:t>
            </a:r>
            <a:r>
              <a:rPr lang="en-US" dirty="0"/>
              <a:t> </a:t>
            </a:r>
            <a:r>
              <a:rPr lang="en-US" dirty="0" err="1"/>
              <a:t>berpikir</a:t>
            </a:r>
            <a:r>
              <a:rPr lang="en-US" dirty="0"/>
              <a:t> </a:t>
            </a:r>
            <a:r>
              <a:rPr lang="en-US" dirty="0" err="1"/>
              <a:t>secara</a:t>
            </a:r>
            <a:r>
              <a:rPr lang="en-US" dirty="0"/>
              <a:t> </a:t>
            </a:r>
            <a:r>
              <a:rPr lang="en-US" dirty="0" err="1"/>
              <a:t>waras</a:t>
            </a:r>
            <a:r>
              <a:rPr lang="en-US" dirty="0"/>
              <a:t>. (</a:t>
            </a:r>
            <a:r>
              <a:rPr lang="en-US" i="1" dirty="0" err="1">
                <a:solidFill>
                  <a:srgbClr val="C00000"/>
                </a:solidFill>
              </a:rPr>
              <a:t>Putusan</a:t>
            </a:r>
            <a:r>
              <a:rPr lang="en-US" i="1" dirty="0">
                <a:solidFill>
                  <a:srgbClr val="C00000"/>
                </a:solidFill>
              </a:rPr>
              <a:t> MA No. 1409 K/Sip/1975</a:t>
            </a:r>
            <a:r>
              <a:rPr lang="en-US" dirty="0"/>
              <a:t>)</a:t>
            </a:r>
            <a:endParaRPr lang="en-ID" dirty="0"/>
          </a:p>
        </p:txBody>
      </p:sp>
      <p:pic>
        <p:nvPicPr>
          <p:cNvPr id="13" name="Picture 12">
            <a:extLst>
              <a:ext uri="{FF2B5EF4-FFF2-40B4-BE49-F238E27FC236}">
                <a16:creationId xmlns:a16="http://schemas.microsoft.com/office/drawing/2014/main" id="{EEE494C6-3925-4851-BCD3-E8B214F4D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684331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D53C0C2-B026-4BC5-B1F5-EFEDFEF53BEB}"/>
              </a:ext>
            </a:extLst>
          </p:cNvPr>
          <p:cNvSpPr>
            <a:spLocks noGrp="1"/>
          </p:cNvSpPr>
          <p:nvPr>
            <p:ph type="title"/>
          </p:nvPr>
        </p:nvSpPr>
        <p:spPr>
          <a:xfrm>
            <a:off x="6096000" y="844162"/>
            <a:ext cx="2957078" cy="599058"/>
          </a:xfrm>
        </p:spPr>
        <p:txBody>
          <a:bodyPr>
            <a:normAutofit/>
          </a:bodyPr>
          <a:lstStyle/>
          <a:p>
            <a:r>
              <a:rPr lang="en-US" dirty="0"/>
              <a:t>SAKSI AHLI</a:t>
            </a:r>
            <a:endParaRPr lang="en-ID" dirty="0"/>
          </a:p>
        </p:txBody>
      </p:sp>
      <p:sp>
        <p:nvSpPr>
          <p:cNvPr id="11" name="Text Placeholder 10">
            <a:extLst>
              <a:ext uri="{FF2B5EF4-FFF2-40B4-BE49-F238E27FC236}">
                <a16:creationId xmlns:a16="http://schemas.microsoft.com/office/drawing/2014/main" id="{2082EF40-2B80-4C69-B080-51F44F2C50B1}"/>
              </a:ext>
            </a:extLst>
          </p:cNvPr>
          <p:cNvSpPr>
            <a:spLocks noGrp="1"/>
          </p:cNvSpPr>
          <p:nvPr>
            <p:ph type="body" sz="quarter" idx="17"/>
          </p:nvPr>
        </p:nvSpPr>
        <p:spPr>
          <a:xfrm>
            <a:off x="4788016" y="2192601"/>
            <a:ext cx="6524187" cy="3293799"/>
          </a:xfrm>
        </p:spPr>
        <p:txBody>
          <a:bodyPr>
            <a:normAutofit fontScale="92500"/>
          </a:bodyPr>
          <a:lstStyle/>
          <a:p>
            <a:pPr marL="457200" indent="-457200">
              <a:buFont typeface="Arial" panose="020B0604020202020204" pitchFamily="34" charset="0"/>
              <a:buChar char="•"/>
            </a:pPr>
            <a:r>
              <a:rPr lang="en-US" altLang="en-US" dirty="0" err="1"/>
              <a:t>Saksi</a:t>
            </a:r>
            <a:r>
              <a:rPr lang="en-US" altLang="en-US" dirty="0"/>
              <a:t> </a:t>
            </a:r>
            <a:r>
              <a:rPr lang="en-US" altLang="en-US" dirty="0" err="1"/>
              <a:t>ahli</a:t>
            </a:r>
            <a:r>
              <a:rPr lang="en-US" altLang="en-US" dirty="0"/>
              <a:t> </a:t>
            </a:r>
            <a:r>
              <a:rPr lang="en-US" altLang="en-US" dirty="0" err="1"/>
              <a:t>diatur</a:t>
            </a:r>
            <a:r>
              <a:rPr lang="en-US" altLang="en-US" dirty="0"/>
              <a:t> </a:t>
            </a:r>
            <a:r>
              <a:rPr lang="en-US" altLang="en-US" dirty="0" err="1"/>
              <a:t>dalam</a:t>
            </a:r>
            <a:r>
              <a:rPr lang="en-US" altLang="en-US" dirty="0"/>
              <a:t> 154 HIR / 181 </a:t>
            </a:r>
            <a:r>
              <a:rPr lang="en-US" altLang="en-US" dirty="0" err="1"/>
              <a:t>RBg</a:t>
            </a:r>
            <a:r>
              <a:rPr lang="en-US" altLang="en-US" dirty="0"/>
              <a:t>. </a:t>
            </a:r>
          </a:p>
          <a:p>
            <a:pPr marL="457200" indent="-457200">
              <a:buFont typeface="Arial" panose="020B0604020202020204" pitchFamily="34" charset="0"/>
              <a:buChar char="•"/>
            </a:pPr>
            <a:r>
              <a:rPr lang="en-US" altLang="en-US" dirty="0" err="1"/>
              <a:t>Saksi</a:t>
            </a:r>
            <a:r>
              <a:rPr lang="en-US" altLang="en-US" dirty="0"/>
              <a:t> </a:t>
            </a:r>
            <a:r>
              <a:rPr lang="en-US" altLang="en-US" dirty="0" err="1"/>
              <a:t>ahli</a:t>
            </a:r>
            <a:r>
              <a:rPr lang="en-US" altLang="en-US" dirty="0"/>
              <a:t> </a:t>
            </a:r>
            <a:r>
              <a:rPr lang="en-US" altLang="en-US" dirty="0" err="1"/>
              <a:t>harus</a:t>
            </a:r>
            <a:r>
              <a:rPr lang="en-US" altLang="en-US" dirty="0"/>
              <a:t> </a:t>
            </a:r>
            <a:r>
              <a:rPr lang="en-US" altLang="en-US" dirty="0" err="1"/>
              <a:t>dibedakan</a:t>
            </a:r>
            <a:r>
              <a:rPr lang="en-US" altLang="en-US" dirty="0"/>
              <a:t> </a:t>
            </a:r>
            <a:r>
              <a:rPr lang="en-US" altLang="en-US" dirty="0" err="1"/>
              <a:t>dengan</a:t>
            </a:r>
            <a:r>
              <a:rPr lang="en-US" altLang="en-US" dirty="0"/>
              <a:t> </a:t>
            </a:r>
            <a:r>
              <a:rPr lang="en-US" altLang="en-US" dirty="0" err="1"/>
              <a:t>saksi</a:t>
            </a:r>
            <a:r>
              <a:rPr lang="en-US" altLang="en-US" dirty="0"/>
              <a:t> </a:t>
            </a:r>
            <a:r>
              <a:rPr lang="en-US" altLang="en-US" dirty="0" err="1"/>
              <a:t>biasa</a:t>
            </a:r>
            <a:r>
              <a:rPr lang="en-US" altLang="en-US" dirty="0"/>
              <a:t>. </a:t>
            </a:r>
            <a:r>
              <a:rPr lang="en-US" altLang="en-US" dirty="0" err="1"/>
              <a:t>Keterangan</a:t>
            </a:r>
            <a:r>
              <a:rPr lang="en-US" altLang="en-US" dirty="0"/>
              <a:t> </a:t>
            </a:r>
            <a:r>
              <a:rPr lang="en-US" altLang="en-US" dirty="0" err="1"/>
              <a:t>yg</a:t>
            </a:r>
            <a:r>
              <a:rPr lang="en-US" altLang="en-US" dirty="0"/>
              <a:t> </a:t>
            </a:r>
            <a:r>
              <a:rPr lang="en-US" altLang="en-US" dirty="0" err="1"/>
              <a:t>diberikan</a:t>
            </a:r>
            <a:r>
              <a:rPr lang="en-US" altLang="en-US" dirty="0"/>
              <a:t> </a:t>
            </a:r>
            <a:r>
              <a:rPr lang="en-US" altLang="en-US" dirty="0" err="1"/>
              <a:t>saksi</a:t>
            </a:r>
            <a:r>
              <a:rPr lang="en-US" altLang="en-US" dirty="0"/>
              <a:t> </a:t>
            </a:r>
            <a:r>
              <a:rPr lang="en-US" altLang="en-US" dirty="0" err="1"/>
              <a:t>ahli</a:t>
            </a:r>
            <a:r>
              <a:rPr lang="en-US" altLang="en-US" dirty="0"/>
              <a:t> </a:t>
            </a:r>
            <a:r>
              <a:rPr lang="en-US" altLang="en-US" dirty="0" err="1"/>
              <a:t>didasarkan</a:t>
            </a:r>
            <a:r>
              <a:rPr lang="en-US" altLang="en-US" dirty="0"/>
              <a:t> </a:t>
            </a:r>
            <a:r>
              <a:rPr lang="en-US" altLang="en-US" dirty="0" err="1"/>
              <a:t>bidang</a:t>
            </a:r>
            <a:r>
              <a:rPr lang="en-US" altLang="en-US" dirty="0"/>
              <a:t> </a:t>
            </a:r>
            <a:r>
              <a:rPr lang="en-US" altLang="en-US" dirty="0" err="1"/>
              <a:t>ilmu</a:t>
            </a:r>
            <a:r>
              <a:rPr lang="en-US" altLang="en-US" dirty="0"/>
              <a:t> </a:t>
            </a:r>
            <a:r>
              <a:rPr lang="en-US" altLang="en-US" dirty="0" err="1"/>
              <a:t>pengetahuan</a:t>
            </a:r>
            <a:r>
              <a:rPr lang="en-US" altLang="en-US" dirty="0"/>
              <a:t> </a:t>
            </a:r>
            <a:r>
              <a:rPr lang="en-US" altLang="en-US" dirty="0" err="1"/>
              <a:t>yg</a:t>
            </a:r>
            <a:r>
              <a:rPr lang="en-US" altLang="en-US" dirty="0"/>
              <a:t> </a:t>
            </a:r>
            <a:r>
              <a:rPr lang="en-US" altLang="en-US" dirty="0" err="1"/>
              <a:t>dimilikinya</a:t>
            </a:r>
            <a:r>
              <a:rPr lang="en-US" altLang="en-US" dirty="0"/>
              <a:t> </a:t>
            </a:r>
            <a:r>
              <a:rPr lang="en-US" altLang="en-US" dirty="0" err="1"/>
              <a:t>atau</a:t>
            </a:r>
            <a:r>
              <a:rPr lang="en-US" altLang="en-US" dirty="0"/>
              <a:t> </a:t>
            </a:r>
            <a:r>
              <a:rPr lang="en-US" altLang="en-US" dirty="0" err="1"/>
              <a:t>keahliannya</a:t>
            </a:r>
            <a:r>
              <a:rPr lang="en-US" altLang="en-US" dirty="0"/>
              <a:t>.</a:t>
            </a:r>
            <a:endParaRPr lang="id-ID" altLang="en-US" dirty="0"/>
          </a:p>
        </p:txBody>
      </p:sp>
      <p:pic>
        <p:nvPicPr>
          <p:cNvPr id="7" name="Picture 6">
            <a:extLst>
              <a:ext uri="{FF2B5EF4-FFF2-40B4-BE49-F238E27FC236}">
                <a16:creationId xmlns:a16="http://schemas.microsoft.com/office/drawing/2014/main" id="{D414B606-8F5E-40DA-A6CC-03DFDA50F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5" name="Picture Placeholder 4">
            <a:extLst>
              <a:ext uri="{FF2B5EF4-FFF2-40B4-BE49-F238E27FC236}">
                <a16:creationId xmlns:a16="http://schemas.microsoft.com/office/drawing/2014/main" id="{629D8193-8CA0-410F-9BFA-96145B0B5319}"/>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16667" r="16667"/>
          <a:stretch>
            <a:fillRect/>
          </a:stretch>
        </p:blipFill>
        <p:spPr/>
      </p:pic>
    </p:spTree>
    <p:extLst>
      <p:ext uri="{BB962C8B-B14F-4D97-AF65-F5344CB8AC3E}">
        <p14:creationId xmlns:p14="http://schemas.microsoft.com/office/powerpoint/2010/main" val="338479156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1E723E84-B7A9-4389-9427-620C531ECC36}"/>
              </a:ext>
            </a:extLst>
          </p:cNvPr>
          <p:cNvSpPr>
            <a:spLocks noGrp="1"/>
          </p:cNvSpPr>
          <p:nvPr>
            <p:ph type="body" sz="quarter" idx="13"/>
          </p:nvPr>
        </p:nvSpPr>
        <p:spPr>
          <a:xfrm>
            <a:off x="736600" y="4336686"/>
            <a:ext cx="3302001" cy="432742"/>
          </a:xfrm>
        </p:spPr>
        <p:txBody>
          <a:bodyPr>
            <a:noAutofit/>
          </a:bodyPr>
          <a:lstStyle/>
          <a:p>
            <a:r>
              <a:rPr lang="en-US" sz="3200" dirty="0"/>
              <a:t>PERSANGKAAN</a:t>
            </a:r>
            <a:endParaRPr lang="en-ID" sz="3200" dirty="0"/>
          </a:p>
        </p:txBody>
      </p:sp>
      <p:pic>
        <p:nvPicPr>
          <p:cNvPr id="37" name="Picture Placeholder 36">
            <a:extLst>
              <a:ext uri="{FF2B5EF4-FFF2-40B4-BE49-F238E27FC236}">
                <a16:creationId xmlns:a16="http://schemas.microsoft.com/office/drawing/2014/main" id="{EF0A2802-5F1A-4989-80A4-08902397365E}"/>
              </a:ext>
            </a:extLst>
          </p:cNvPr>
          <p:cNvPicPr>
            <a:picLocks noGrp="1" noChangeAspect="1"/>
          </p:cNvPicPr>
          <p:nvPr>
            <p:ph type="pic" sz="quarter" idx="15"/>
          </p:nvPr>
        </p:nvPicPr>
        <p:blipFill rotWithShape="1">
          <a:blip r:embed="rId2">
            <a:extLst>
              <a:ext uri="{28A0092B-C50C-407E-A947-70E740481C1C}">
                <a14:useLocalDpi xmlns:a14="http://schemas.microsoft.com/office/drawing/2010/main" val="0"/>
              </a:ext>
            </a:extLst>
          </a:blip>
          <a:srcRect l="16675" r="16675"/>
          <a:stretch/>
        </p:blipFill>
        <p:spPr/>
      </p:pic>
      <p:sp>
        <p:nvSpPr>
          <p:cNvPr id="25" name="Text Placeholder 24">
            <a:extLst>
              <a:ext uri="{FF2B5EF4-FFF2-40B4-BE49-F238E27FC236}">
                <a16:creationId xmlns:a16="http://schemas.microsoft.com/office/drawing/2014/main" id="{CD7EF4C5-74BD-493F-AD19-DE9793622103}"/>
              </a:ext>
            </a:extLst>
          </p:cNvPr>
          <p:cNvSpPr>
            <a:spLocks noGrp="1"/>
          </p:cNvSpPr>
          <p:nvPr>
            <p:ph type="body" sz="quarter" idx="17"/>
          </p:nvPr>
        </p:nvSpPr>
        <p:spPr>
          <a:xfrm>
            <a:off x="4857648" y="1543548"/>
            <a:ext cx="6597752" cy="3770904"/>
          </a:xfrm>
        </p:spPr>
        <p:txBody>
          <a:bodyPr>
            <a:noAutofit/>
          </a:bodyPr>
          <a:lstStyle/>
          <a:p>
            <a:pPr algn="just"/>
            <a:r>
              <a:rPr lang="en-US" altLang="en-US" dirty="0" err="1"/>
              <a:t>Dalam</a:t>
            </a:r>
            <a:r>
              <a:rPr lang="en-US" altLang="en-US" dirty="0"/>
              <a:t> HIR/</a:t>
            </a:r>
            <a:r>
              <a:rPr lang="en-US" altLang="en-US" dirty="0" err="1"/>
              <a:t>RBg</a:t>
            </a:r>
            <a:r>
              <a:rPr lang="en-US" altLang="en-US" dirty="0"/>
              <a:t> </a:t>
            </a:r>
            <a:r>
              <a:rPr lang="en-US" altLang="en-US" dirty="0" err="1"/>
              <a:t>tidak</a:t>
            </a:r>
            <a:r>
              <a:rPr lang="en-US" altLang="en-US" dirty="0"/>
              <a:t> </a:t>
            </a:r>
            <a:r>
              <a:rPr lang="en-US" altLang="en-US" dirty="0" err="1"/>
              <a:t>menjelaskan</a:t>
            </a:r>
            <a:r>
              <a:rPr lang="en-US" altLang="en-US" dirty="0"/>
              <a:t> </a:t>
            </a:r>
            <a:r>
              <a:rPr lang="en-US" altLang="en-US" dirty="0" err="1"/>
              <a:t>secara</a:t>
            </a:r>
            <a:r>
              <a:rPr lang="en-US" altLang="en-US" dirty="0"/>
              <a:t> </a:t>
            </a:r>
            <a:r>
              <a:rPr lang="en-US" altLang="en-US" dirty="0" err="1"/>
              <a:t>rinci</a:t>
            </a:r>
            <a:r>
              <a:rPr lang="en-US" altLang="en-US" dirty="0"/>
              <a:t> </a:t>
            </a:r>
            <a:r>
              <a:rPr lang="en-US" altLang="en-US" dirty="0" err="1"/>
              <a:t>tentang</a:t>
            </a:r>
            <a:r>
              <a:rPr lang="en-US" altLang="en-US" dirty="0"/>
              <a:t> (</a:t>
            </a:r>
            <a:r>
              <a:rPr lang="en-US" altLang="en-US" dirty="0" err="1"/>
              <a:t>alat</a:t>
            </a:r>
            <a:r>
              <a:rPr lang="en-US" altLang="en-US" dirty="0"/>
              <a:t> </a:t>
            </a:r>
            <a:r>
              <a:rPr lang="en-US" altLang="en-US" dirty="0" err="1"/>
              <a:t>bukti</a:t>
            </a:r>
            <a:r>
              <a:rPr lang="en-US" altLang="en-US" dirty="0"/>
              <a:t> </a:t>
            </a:r>
            <a:r>
              <a:rPr lang="en-US" altLang="en-US" dirty="0" err="1"/>
              <a:t>persangkatan</a:t>
            </a:r>
            <a:r>
              <a:rPr lang="en-US" altLang="en-US" dirty="0"/>
              <a:t>). </a:t>
            </a:r>
            <a:r>
              <a:rPr lang="en-US" altLang="en-US" dirty="0" err="1"/>
              <a:t>Definisi</a:t>
            </a:r>
            <a:r>
              <a:rPr lang="en-US" altLang="en-US" dirty="0"/>
              <a:t> </a:t>
            </a:r>
            <a:r>
              <a:rPr lang="en-US" altLang="en-US" b="1" dirty="0" err="1"/>
              <a:t>persangkaan</a:t>
            </a:r>
            <a:r>
              <a:rPr lang="en-US" altLang="en-US" b="1" dirty="0"/>
              <a:t> </a:t>
            </a:r>
            <a:r>
              <a:rPr lang="id-ID" altLang="en-US" dirty="0"/>
              <a:t>diatur</a:t>
            </a:r>
            <a:r>
              <a:rPr lang="en-US" altLang="en-US" dirty="0"/>
              <a:t> </a:t>
            </a:r>
            <a:r>
              <a:rPr lang="en-US" altLang="en-US" dirty="0" err="1"/>
              <a:t>dalam</a:t>
            </a:r>
            <a:r>
              <a:rPr lang="en-US" altLang="en-US" dirty="0"/>
              <a:t> </a:t>
            </a:r>
            <a:r>
              <a:rPr lang="en-US" altLang="en-US" dirty="0" err="1"/>
              <a:t>Pasal</a:t>
            </a:r>
            <a:r>
              <a:rPr lang="en-US" altLang="en-US" dirty="0"/>
              <a:t> 1915 </a:t>
            </a:r>
            <a:r>
              <a:rPr lang="en-US" altLang="en-US" dirty="0" err="1"/>
              <a:t>KUHPerdata</a:t>
            </a:r>
            <a:r>
              <a:rPr lang="en-US" altLang="en-US" dirty="0"/>
              <a:t>. </a:t>
            </a:r>
            <a:endParaRPr lang="id-ID" altLang="en-US" dirty="0"/>
          </a:p>
          <a:p>
            <a:pPr algn="just"/>
            <a:r>
              <a:rPr lang="en-US" altLang="en-US" dirty="0" err="1"/>
              <a:t>Persangkaan</a:t>
            </a:r>
            <a:r>
              <a:rPr lang="en-US" altLang="en-US" dirty="0"/>
              <a:t> </a:t>
            </a:r>
            <a:r>
              <a:rPr lang="en-US" altLang="en-US" dirty="0" err="1"/>
              <a:t>adalah</a:t>
            </a:r>
            <a:r>
              <a:rPr lang="en-US" altLang="en-US" dirty="0"/>
              <a:t> </a:t>
            </a:r>
            <a:r>
              <a:rPr lang="en-US" altLang="en-US" dirty="0" err="1"/>
              <a:t>kesimpulan</a:t>
            </a:r>
            <a:r>
              <a:rPr lang="en-US" altLang="en-US" dirty="0"/>
              <a:t> yang oleh </a:t>
            </a:r>
            <a:r>
              <a:rPr lang="en-US" altLang="en-US" dirty="0" err="1"/>
              <a:t>undang-undang</a:t>
            </a:r>
            <a:r>
              <a:rPr lang="en-US" altLang="en-US" dirty="0"/>
              <a:t> </a:t>
            </a:r>
            <a:r>
              <a:rPr lang="en-US" altLang="en-US" dirty="0" err="1"/>
              <a:t>atau</a:t>
            </a:r>
            <a:r>
              <a:rPr lang="en-US" altLang="en-US" dirty="0"/>
              <a:t> oleh hakim </a:t>
            </a:r>
            <a:r>
              <a:rPr lang="en-US" altLang="en-US" dirty="0" err="1"/>
              <a:t>ditarik</a:t>
            </a:r>
            <a:r>
              <a:rPr lang="en-US" altLang="en-US" dirty="0"/>
              <a:t> </a:t>
            </a:r>
            <a:r>
              <a:rPr lang="en-US" altLang="en-US" dirty="0" err="1"/>
              <a:t>dari</a:t>
            </a:r>
            <a:r>
              <a:rPr lang="en-US" altLang="en-US" dirty="0"/>
              <a:t> </a:t>
            </a:r>
            <a:r>
              <a:rPr lang="en-US" altLang="en-US" dirty="0" err="1"/>
              <a:t>suatu</a:t>
            </a:r>
            <a:r>
              <a:rPr lang="en-US" altLang="en-US" dirty="0"/>
              <a:t> </a:t>
            </a:r>
            <a:r>
              <a:rPr lang="en-US" altLang="en-US" dirty="0" err="1"/>
              <a:t>peristiwa</a:t>
            </a:r>
            <a:r>
              <a:rPr lang="en-US" altLang="en-US" dirty="0"/>
              <a:t> yang </a:t>
            </a:r>
            <a:r>
              <a:rPr lang="en-US" altLang="en-US" dirty="0" err="1"/>
              <a:t>terang</a:t>
            </a:r>
            <a:r>
              <a:rPr lang="en-US" altLang="en-US" dirty="0"/>
              <a:t> dan </a:t>
            </a:r>
            <a:r>
              <a:rPr lang="en-US" altLang="en-US" dirty="0" err="1"/>
              <a:t>nyata</a:t>
            </a:r>
            <a:r>
              <a:rPr lang="en-US" altLang="en-US" dirty="0"/>
              <a:t> </a:t>
            </a:r>
            <a:r>
              <a:rPr lang="en-US" altLang="en-US" dirty="0" err="1"/>
              <a:t>ke</a:t>
            </a:r>
            <a:r>
              <a:rPr lang="en-US" altLang="en-US" dirty="0"/>
              <a:t> </a:t>
            </a:r>
            <a:r>
              <a:rPr lang="en-US" altLang="en-US" dirty="0" err="1"/>
              <a:t>arah</a:t>
            </a:r>
            <a:r>
              <a:rPr lang="en-US" altLang="en-US" dirty="0"/>
              <a:t> </a:t>
            </a:r>
            <a:r>
              <a:rPr lang="en-US" altLang="en-US" dirty="0" err="1"/>
              <a:t>peristiwa</a:t>
            </a:r>
            <a:r>
              <a:rPr lang="en-US" altLang="en-US" dirty="0"/>
              <a:t> lain </a:t>
            </a:r>
            <a:r>
              <a:rPr lang="en-US" altLang="en-US" dirty="0" err="1"/>
              <a:t>yg</a:t>
            </a:r>
            <a:r>
              <a:rPr lang="en-US" altLang="en-US" dirty="0"/>
              <a:t> </a:t>
            </a:r>
            <a:r>
              <a:rPr lang="en-US" altLang="en-US" dirty="0" err="1"/>
              <a:t>belum</a:t>
            </a:r>
            <a:r>
              <a:rPr lang="en-US" altLang="en-US" dirty="0"/>
              <a:t> </a:t>
            </a:r>
            <a:r>
              <a:rPr lang="en-US" altLang="en-US" dirty="0" err="1"/>
              <a:t>terang</a:t>
            </a:r>
            <a:r>
              <a:rPr lang="en-US" altLang="en-US" dirty="0"/>
              <a:t> dan </a:t>
            </a:r>
            <a:r>
              <a:rPr lang="en-US" altLang="en-US" dirty="0" err="1"/>
              <a:t>nyata</a:t>
            </a:r>
            <a:r>
              <a:rPr lang="en-US" altLang="en-US" dirty="0"/>
              <a:t>.</a:t>
            </a:r>
            <a:endParaRPr lang="id-ID" altLang="en-US" dirty="0"/>
          </a:p>
        </p:txBody>
      </p:sp>
      <p:pic>
        <p:nvPicPr>
          <p:cNvPr id="10" name="Picture 9">
            <a:extLst>
              <a:ext uri="{FF2B5EF4-FFF2-40B4-BE49-F238E27FC236}">
                <a16:creationId xmlns:a16="http://schemas.microsoft.com/office/drawing/2014/main" id="{EAB7CB2E-228B-42A8-B288-5D6263BAC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25290069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 calcmode="lin" valueType="num">
                                      <p:cBhvr>
                                        <p:cTn id="12" dur="500" fill="hold"/>
                                        <p:tgtEl>
                                          <p:spTgt spid="2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2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2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5">
                                            <p:txEl>
                                              <p:pRg st="1" end="1"/>
                                            </p:txEl>
                                          </p:spTgt>
                                        </p:tgtEl>
                                        <p:attrNameLst>
                                          <p:attrName>style.visibility</p:attrName>
                                        </p:attrNameLst>
                                      </p:cBhvr>
                                      <p:to>
                                        <p:strVal val="visible"/>
                                      </p:to>
                                    </p:set>
                                    <p:anim calcmode="lin" valueType="num">
                                      <p:cBhvr>
                                        <p:cTn id="19" dur="500" fill="hold"/>
                                        <p:tgtEl>
                                          <p:spTgt spid="25">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25">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A1D008B7-8E09-4275-8CDC-02B5A2D6F424}"/>
              </a:ext>
            </a:extLst>
          </p:cNvPr>
          <p:cNvSpPr>
            <a:spLocks noGrp="1"/>
          </p:cNvSpPr>
          <p:nvPr>
            <p:ph type="body" sz="quarter" idx="24"/>
          </p:nvPr>
        </p:nvSpPr>
        <p:spPr>
          <a:xfrm>
            <a:off x="444394" y="4780883"/>
            <a:ext cx="8649636" cy="1827736"/>
          </a:xfrm>
        </p:spPr>
        <p:txBody>
          <a:bodyPr/>
          <a:lstStyle/>
          <a:p>
            <a:r>
              <a:rPr lang="en-US" sz="2400" b="1" i="1" dirty="0" err="1">
                <a:latin typeface="Segoe UI" panose="020B0502040204020203" pitchFamily="34" charset="0"/>
                <a:cs typeface="Segoe UI" panose="020B0502040204020203" pitchFamily="34" charset="0"/>
              </a:rPr>
              <a:t>Kedua</a:t>
            </a:r>
            <a:r>
              <a:rPr lang="en-US" sz="2400" b="1" dirty="0">
                <a:latin typeface="Segoe UI" panose="020B0502040204020203" pitchFamily="34" charset="0"/>
                <a:cs typeface="Segoe UI" panose="020B0502040204020203" pitchFamily="34" charset="0"/>
              </a:rPr>
              <a:t>, </a:t>
            </a:r>
            <a:r>
              <a:rPr lang="en-US" sz="2400" b="1" dirty="0" err="1">
                <a:latin typeface="Segoe UI" panose="020B0502040204020203" pitchFamily="34" charset="0"/>
                <a:cs typeface="Segoe UI" panose="020B0502040204020203" pitchFamily="34" charset="0"/>
              </a:rPr>
              <a:t>persangkaan</a:t>
            </a:r>
            <a:r>
              <a:rPr lang="en-US" sz="2400" b="1" dirty="0">
                <a:latin typeface="Segoe UI" panose="020B0502040204020203" pitchFamily="34" charset="0"/>
                <a:cs typeface="Segoe UI" panose="020B0502040204020203" pitchFamily="34" charset="0"/>
              </a:rPr>
              <a:t> hakim (</a:t>
            </a:r>
            <a:r>
              <a:rPr lang="en-US" sz="2400" b="1" i="1" dirty="0" err="1">
                <a:latin typeface="Segoe UI" panose="020B0502040204020203" pitchFamily="34" charset="0"/>
                <a:cs typeface="Segoe UI" panose="020B0502040204020203" pitchFamily="34" charset="0"/>
              </a:rPr>
              <a:t>Rechtelijke</a:t>
            </a:r>
            <a:r>
              <a:rPr lang="en-US" sz="2400" b="1" i="1" dirty="0">
                <a:latin typeface="Segoe UI" panose="020B0502040204020203" pitchFamily="34" charset="0"/>
                <a:cs typeface="Segoe UI" panose="020B0502040204020203" pitchFamily="34" charset="0"/>
              </a:rPr>
              <a:t> </a:t>
            </a:r>
            <a:r>
              <a:rPr lang="en-US" sz="2400" b="1" i="1" dirty="0" err="1">
                <a:latin typeface="Segoe UI" panose="020B0502040204020203" pitchFamily="34" charset="0"/>
                <a:cs typeface="Segoe UI" panose="020B0502040204020203" pitchFamily="34" charset="0"/>
              </a:rPr>
              <a:t>Voermoedens</a:t>
            </a:r>
            <a:r>
              <a:rPr lang="en-US" sz="2400" b="1" dirty="0">
                <a:latin typeface="Segoe UI" panose="020B0502040204020203" pitchFamily="34" charset="0"/>
                <a:cs typeface="Segoe UI" panose="020B0502040204020203" pitchFamily="34" charset="0"/>
              </a:rPr>
              <a:t>)</a:t>
            </a:r>
          </a:p>
          <a:p>
            <a:pPr algn="just"/>
            <a:r>
              <a:rPr lang="en-US" sz="2400" dirty="0" err="1">
                <a:latin typeface="Segoe UI" panose="020B0502040204020203" pitchFamily="34" charset="0"/>
                <a:cs typeface="Segoe UI" panose="020B0502040204020203" pitchFamily="34" charset="0"/>
              </a:rPr>
              <a:t>Persangkaan</a:t>
            </a:r>
            <a:r>
              <a:rPr lang="en-US" sz="2400" dirty="0">
                <a:latin typeface="Segoe UI" panose="020B0502040204020203" pitchFamily="34" charset="0"/>
                <a:cs typeface="Segoe UI" panose="020B0502040204020203" pitchFamily="34" charset="0"/>
              </a:rPr>
              <a:t> hakim </a:t>
            </a:r>
            <a:r>
              <a:rPr lang="en-US" sz="2400" dirty="0" err="1">
                <a:latin typeface="Segoe UI" panose="020B0502040204020203" pitchFamily="34" charset="0"/>
                <a:cs typeface="Segoe UI" panose="020B0502040204020203" pitchFamily="34" charset="0"/>
              </a:rPr>
              <a:t>adalah</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kesimpulan</a:t>
            </a:r>
            <a:r>
              <a:rPr lang="en-US" sz="2400" dirty="0">
                <a:latin typeface="Segoe UI" panose="020B0502040204020203" pitchFamily="34" charset="0"/>
                <a:cs typeface="Segoe UI" panose="020B0502040204020203" pitchFamily="34" charset="0"/>
              </a:rPr>
              <a:t> yang </a:t>
            </a:r>
            <a:r>
              <a:rPr lang="en-US" sz="2400" dirty="0" err="1">
                <a:latin typeface="Segoe UI" panose="020B0502040204020203" pitchFamily="34" charset="0"/>
                <a:cs typeface="Segoe UI" panose="020B0502040204020203" pitchFamily="34" charset="0"/>
              </a:rPr>
              <a:t>ditarik</a:t>
            </a:r>
            <a:r>
              <a:rPr lang="en-US" sz="2400" dirty="0">
                <a:latin typeface="Segoe UI" panose="020B0502040204020203" pitchFamily="34" charset="0"/>
                <a:cs typeface="Segoe UI" panose="020B0502040204020203" pitchFamily="34" charset="0"/>
              </a:rPr>
              <a:t> oleh hakim </a:t>
            </a:r>
            <a:r>
              <a:rPr lang="en-US" sz="2400" dirty="0" err="1">
                <a:latin typeface="Segoe UI" panose="020B0502040204020203" pitchFamily="34" charset="0"/>
                <a:cs typeface="Segoe UI" panose="020B0502040204020203" pitchFamily="34" charset="0"/>
              </a:rPr>
              <a:t>berdasarkan</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peristiwa</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atau</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kejadian</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tertentu</a:t>
            </a:r>
            <a:r>
              <a:rPr lang="en-US" sz="2400" dirty="0">
                <a:latin typeface="Segoe UI" panose="020B0502040204020203" pitchFamily="34" charset="0"/>
                <a:cs typeface="Segoe UI" panose="020B0502040204020203" pitchFamily="34" charset="0"/>
              </a:rPr>
              <a:t> yang </a:t>
            </a:r>
            <a:r>
              <a:rPr lang="en-US" sz="2400" dirty="0" err="1">
                <a:latin typeface="Segoe UI" panose="020B0502040204020203" pitchFamily="34" charset="0"/>
                <a:cs typeface="Segoe UI" panose="020B0502040204020203" pitchFamily="34" charset="0"/>
              </a:rPr>
              <a:t>telah</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terungkap</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melalui</a:t>
            </a:r>
            <a:r>
              <a:rPr lang="en-US" sz="2400" dirty="0">
                <a:latin typeface="Segoe UI" panose="020B0502040204020203" pitchFamily="34" charset="0"/>
                <a:cs typeface="Segoe UI" panose="020B0502040204020203" pitchFamily="34" charset="0"/>
              </a:rPr>
              <a:t> </a:t>
            </a:r>
            <a:r>
              <a:rPr lang="en-US" sz="2400" dirty="0" err="1">
                <a:latin typeface="Segoe UI" panose="020B0502040204020203" pitchFamily="34" charset="0"/>
                <a:cs typeface="Segoe UI" panose="020B0502040204020203" pitchFamily="34" charset="0"/>
              </a:rPr>
              <a:t>bukti-bukti</a:t>
            </a:r>
            <a:r>
              <a:rPr lang="en-US" sz="2400" dirty="0">
                <a:latin typeface="Segoe UI" panose="020B0502040204020203" pitchFamily="34" charset="0"/>
                <a:cs typeface="Segoe UI" panose="020B0502040204020203" pitchFamily="34" charset="0"/>
              </a:rPr>
              <a:t> yang </a:t>
            </a:r>
            <a:r>
              <a:rPr lang="en-US" sz="2400" dirty="0" err="1">
                <a:latin typeface="Segoe UI" panose="020B0502040204020203" pitchFamily="34" charset="0"/>
                <a:cs typeface="Segoe UI" panose="020B0502040204020203" pitchFamily="34" charset="0"/>
              </a:rPr>
              <a:t>diajukan</a:t>
            </a:r>
            <a:r>
              <a:rPr lang="en-US" sz="2400" dirty="0">
                <a:latin typeface="Segoe UI" panose="020B0502040204020203" pitchFamily="34" charset="0"/>
                <a:cs typeface="Segoe UI" panose="020B0502040204020203" pitchFamily="34" charset="0"/>
              </a:rPr>
              <a:t> oleh para </a:t>
            </a:r>
            <a:r>
              <a:rPr lang="en-US" sz="2400" dirty="0" err="1">
                <a:latin typeface="Segoe UI" panose="020B0502040204020203" pitchFamily="34" charset="0"/>
                <a:cs typeface="Segoe UI" panose="020B0502040204020203" pitchFamily="34" charset="0"/>
              </a:rPr>
              <a:t>pihak</a:t>
            </a:r>
            <a:r>
              <a:rPr lang="en-US" sz="2400" dirty="0">
                <a:latin typeface="Segoe UI" panose="020B0502040204020203" pitchFamily="34" charset="0"/>
                <a:cs typeface="Segoe UI" panose="020B0502040204020203" pitchFamily="34" charset="0"/>
              </a:rPr>
              <a:t>.</a:t>
            </a:r>
            <a:endParaRPr lang="en-ID" sz="2400" dirty="0">
              <a:latin typeface="Segoe UI" panose="020B0502040204020203" pitchFamily="34" charset="0"/>
              <a:cs typeface="Segoe UI" panose="020B0502040204020203" pitchFamily="34" charset="0"/>
            </a:endParaRPr>
          </a:p>
        </p:txBody>
      </p:sp>
      <p:sp>
        <p:nvSpPr>
          <p:cNvPr id="17" name="Title 16">
            <a:extLst>
              <a:ext uri="{FF2B5EF4-FFF2-40B4-BE49-F238E27FC236}">
                <a16:creationId xmlns:a16="http://schemas.microsoft.com/office/drawing/2014/main" id="{97AED4E2-368B-4C5A-A758-B06427A5CBEB}"/>
              </a:ext>
            </a:extLst>
          </p:cNvPr>
          <p:cNvSpPr>
            <a:spLocks noGrp="1"/>
          </p:cNvSpPr>
          <p:nvPr>
            <p:ph type="title" idx="4294967295"/>
          </p:nvPr>
        </p:nvSpPr>
        <p:spPr>
          <a:xfrm>
            <a:off x="727184" y="590115"/>
            <a:ext cx="8207375" cy="710600"/>
          </a:xfrm>
        </p:spPr>
        <p:txBody>
          <a:bodyPr>
            <a:normAutofit/>
          </a:bodyPr>
          <a:lstStyle/>
          <a:p>
            <a:r>
              <a:rPr lang="en-US" dirty="0">
                <a:solidFill>
                  <a:srgbClr val="C00000"/>
                </a:solidFill>
              </a:rPr>
              <a:t>PERSANGKAAN </a:t>
            </a:r>
            <a:r>
              <a:rPr lang="en-US" dirty="0" err="1">
                <a:solidFill>
                  <a:srgbClr val="C00000"/>
                </a:solidFill>
              </a:rPr>
              <a:t>ada</a:t>
            </a:r>
            <a:r>
              <a:rPr lang="en-US" dirty="0">
                <a:solidFill>
                  <a:srgbClr val="C00000"/>
                </a:solidFill>
              </a:rPr>
              <a:t> 2 </a:t>
            </a:r>
            <a:r>
              <a:rPr lang="en-US" dirty="0" err="1">
                <a:solidFill>
                  <a:srgbClr val="C00000"/>
                </a:solidFill>
              </a:rPr>
              <a:t>Macam</a:t>
            </a:r>
            <a:endParaRPr lang="en-ID" dirty="0">
              <a:solidFill>
                <a:srgbClr val="C00000"/>
              </a:solidFill>
            </a:endParaRPr>
          </a:p>
        </p:txBody>
      </p:sp>
      <p:sp>
        <p:nvSpPr>
          <p:cNvPr id="26" name="Text Placeholder 25">
            <a:extLst>
              <a:ext uri="{FF2B5EF4-FFF2-40B4-BE49-F238E27FC236}">
                <a16:creationId xmlns:a16="http://schemas.microsoft.com/office/drawing/2014/main" id="{83E4D579-76E2-4DE0-8BEC-71D8462D891C}"/>
              </a:ext>
            </a:extLst>
          </p:cNvPr>
          <p:cNvSpPr>
            <a:spLocks noGrp="1"/>
          </p:cNvSpPr>
          <p:nvPr>
            <p:ph type="body" sz="quarter" idx="19"/>
          </p:nvPr>
        </p:nvSpPr>
        <p:spPr>
          <a:xfrm>
            <a:off x="2445214" y="1584469"/>
            <a:ext cx="5597028" cy="3122612"/>
          </a:xfrm>
        </p:spPr>
        <p:txBody>
          <a:bodyPr/>
          <a:lstStyle/>
          <a:p>
            <a:pPr marL="0" indent="0" algn="ctr">
              <a:buNone/>
            </a:pPr>
            <a:r>
              <a:rPr lang="en-US" sz="2400" b="1" i="1" dirty="0" err="1">
                <a:solidFill>
                  <a:schemeClr val="tx1"/>
                </a:solidFill>
                <a:latin typeface="Segoe UI" panose="020B0502040204020203" pitchFamily="34" charset="0"/>
                <a:cs typeface="Segoe UI" panose="020B0502040204020203" pitchFamily="34" charset="0"/>
              </a:rPr>
              <a:t>Pertama</a:t>
            </a:r>
            <a:r>
              <a:rPr lang="en-US" sz="2400" b="1" dirty="0">
                <a:solidFill>
                  <a:schemeClr val="tx1"/>
                </a:solidFill>
                <a:latin typeface="Segoe UI" panose="020B0502040204020203" pitchFamily="34" charset="0"/>
                <a:cs typeface="Segoe UI" panose="020B0502040204020203" pitchFamily="34" charset="0"/>
              </a:rPr>
              <a:t>, </a:t>
            </a:r>
            <a:r>
              <a:rPr lang="en-US" sz="2400" b="1" dirty="0" err="1">
                <a:solidFill>
                  <a:schemeClr val="tx1"/>
                </a:solidFill>
                <a:latin typeface="Segoe UI" panose="020B0502040204020203" pitchFamily="34" charset="0"/>
                <a:cs typeface="Segoe UI" panose="020B0502040204020203" pitchFamily="34" charset="0"/>
              </a:rPr>
              <a:t>persangkaan</a:t>
            </a:r>
            <a:r>
              <a:rPr lang="en-US" sz="2400" b="1" dirty="0">
                <a:solidFill>
                  <a:schemeClr val="tx1"/>
                </a:solidFill>
                <a:latin typeface="Segoe UI" panose="020B0502040204020203" pitchFamily="34" charset="0"/>
                <a:cs typeface="Segoe UI" panose="020B0502040204020203" pitchFamily="34" charset="0"/>
              </a:rPr>
              <a:t> </a:t>
            </a:r>
            <a:r>
              <a:rPr lang="en-US" sz="2400" b="1" dirty="0" err="1">
                <a:solidFill>
                  <a:schemeClr val="tx1"/>
                </a:solidFill>
                <a:latin typeface="Segoe UI" panose="020B0502040204020203" pitchFamily="34" charset="0"/>
                <a:cs typeface="Segoe UI" panose="020B0502040204020203" pitchFamily="34" charset="0"/>
              </a:rPr>
              <a:t>berdasarkan</a:t>
            </a:r>
            <a:r>
              <a:rPr lang="en-US" sz="2400" b="1" dirty="0">
                <a:solidFill>
                  <a:schemeClr val="tx1"/>
                </a:solidFill>
                <a:latin typeface="Segoe UI" panose="020B0502040204020203" pitchFamily="34" charset="0"/>
                <a:cs typeface="Segoe UI" panose="020B0502040204020203" pitchFamily="34" charset="0"/>
              </a:rPr>
              <a:t> </a:t>
            </a:r>
            <a:r>
              <a:rPr lang="en-US" sz="2400" b="1" dirty="0" err="1">
                <a:solidFill>
                  <a:schemeClr val="tx1"/>
                </a:solidFill>
                <a:latin typeface="Segoe UI" panose="020B0502040204020203" pitchFamily="34" charset="0"/>
                <a:cs typeface="Segoe UI" panose="020B0502040204020203" pitchFamily="34" charset="0"/>
              </a:rPr>
              <a:t>undang-undang</a:t>
            </a:r>
            <a:r>
              <a:rPr lang="en-US" sz="2400" b="1" dirty="0">
                <a:solidFill>
                  <a:schemeClr val="tx1"/>
                </a:solidFill>
                <a:latin typeface="Segoe UI" panose="020B0502040204020203" pitchFamily="34" charset="0"/>
                <a:cs typeface="Segoe UI" panose="020B0502040204020203" pitchFamily="34" charset="0"/>
              </a:rPr>
              <a:t> (</a:t>
            </a:r>
            <a:r>
              <a:rPr lang="en-US" sz="2400" b="1" i="1" dirty="0" err="1">
                <a:solidFill>
                  <a:schemeClr val="tx1"/>
                </a:solidFill>
                <a:latin typeface="Segoe UI" panose="020B0502040204020203" pitchFamily="34" charset="0"/>
                <a:cs typeface="Segoe UI" panose="020B0502040204020203" pitchFamily="34" charset="0"/>
              </a:rPr>
              <a:t>Blote</a:t>
            </a:r>
            <a:r>
              <a:rPr lang="en-US" sz="2400" b="1" i="1" dirty="0">
                <a:solidFill>
                  <a:schemeClr val="tx1"/>
                </a:solidFill>
                <a:latin typeface="Segoe UI" panose="020B0502040204020203" pitchFamily="34" charset="0"/>
                <a:cs typeface="Segoe UI" panose="020B0502040204020203" pitchFamily="34" charset="0"/>
              </a:rPr>
              <a:t> </a:t>
            </a:r>
            <a:r>
              <a:rPr lang="en-US" sz="2400" b="1" i="1" dirty="0" err="1">
                <a:solidFill>
                  <a:schemeClr val="tx1"/>
                </a:solidFill>
                <a:latin typeface="Segoe UI" panose="020B0502040204020203" pitchFamily="34" charset="0"/>
                <a:cs typeface="Segoe UI" panose="020B0502040204020203" pitchFamily="34" charset="0"/>
              </a:rPr>
              <a:t>Voermoedens</a:t>
            </a:r>
            <a:r>
              <a:rPr lang="en-US" sz="2400" b="1" dirty="0">
                <a:solidFill>
                  <a:schemeClr val="tx1"/>
                </a:solidFill>
                <a:latin typeface="Segoe UI" panose="020B0502040204020203" pitchFamily="34" charset="0"/>
                <a:cs typeface="Segoe UI" panose="020B0502040204020203" pitchFamily="34" charset="0"/>
              </a:rPr>
              <a:t>)</a:t>
            </a:r>
          </a:p>
          <a:p>
            <a:pPr marL="0" indent="0" algn="ctr">
              <a:buNone/>
            </a:pPr>
            <a:r>
              <a:rPr lang="en-US" sz="2400" dirty="0" err="1">
                <a:solidFill>
                  <a:schemeClr val="tx1"/>
                </a:solidFill>
                <a:latin typeface="Segoe UI" panose="020B0502040204020203" pitchFamily="34" charset="0"/>
                <a:cs typeface="Segoe UI" panose="020B0502040204020203" pitchFamily="34" charset="0"/>
              </a:rPr>
              <a:t>Persangkaan</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berdasarkan</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undang-undang</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adalah</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persangkaan</a:t>
            </a:r>
            <a:r>
              <a:rPr lang="en-US" sz="2400" dirty="0">
                <a:solidFill>
                  <a:schemeClr val="tx1"/>
                </a:solidFill>
                <a:latin typeface="Segoe UI" panose="020B0502040204020203" pitchFamily="34" charset="0"/>
                <a:cs typeface="Segoe UI" panose="020B0502040204020203" pitchFamily="34" charset="0"/>
              </a:rPr>
              <a:t> yang oleh </a:t>
            </a:r>
            <a:r>
              <a:rPr lang="en-US" sz="2400" dirty="0" err="1">
                <a:solidFill>
                  <a:schemeClr val="tx1"/>
                </a:solidFill>
                <a:latin typeface="Segoe UI" panose="020B0502040204020203" pitchFamily="34" charset="0"/>
                <a:cs typeface="Segoe UI" panose="020B0502040204020203" pitchFamily="34" charset="0"/>
              </a:rPr>
              <a:t>undang-undang</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dihubungkan</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dengan</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perbuatan-perbuatan</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tertentu</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atau</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peristiwa-peristiwa</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tertentu</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sebagaimana</a:t>
            </a:r>
            <a:r>
              <a:rPr lang="en-US" sz="2400" dirty="0">
                <a:solidFill>
                  <a:schemeClr val="tx1"/>
                </a:solidFill>
                <a:latin typeface="Segoe UI" panose="020B0502040204020203" pitchFamily="34" charset="0"/>
                <a:cs typeface="Segoe UI" panose="020B0502040204020203" pitchFamily="34" charset="0"/>
              </a:rPr>
              <a:t> yang </a:t>
            </a:r>
            <a:r>
              <a:rPr lang="en-US" sz="2400" dirty="0" err="1">
                <a:solidFill>
                  <a:schemeClr val="tx1"/>
                </a:solidFill>
                <a:latin typeface="Segoe UI" panose="020B0502040204020203" pitchFamily="34" charset="0"/>
                <a:cs typeface="Segoe UI" panose="020B0502040204020203" pitchFamily="34" charset="0"/>
              </a:rPr>
              <a:t>disebutkan</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dalam</a:t>
            </a:r>
            <a:r>
              <a:rPr lang="en-US" sz="2400" dirty="0">
                <a:solidFill>
                  <a:schemeClr val="tx1"/>
                </a:solidFill>
                <a:latin typeface="Segoe UI" panose="020B0502040204020203" pitchFamily="34" charset="0"/>
                <a:cs typeface="Segoe UI" panose="020B0502040204020203" pitchFamily="34" charset="0"/>
              </a:rPr>
              <a:t> </a:t>
            </a:r>
            <a:r>
              <a:rPr lang="en-US" sz="2400" dirty="0" err="1">
                <a:solidFill>
                  <a:schemeClr val="tx1"/>
                </a:solidFill>
                <a:latin typeface="Segoe UI" panose="020B0502040204020203" pitchFamily="34" charset="0"/>
                <a:cs typeface="Segoe UI" panose="020B0502040204020203" pitchFamily="34" charset="0"/>
              </a:rPr>
              <a:t>Pasal</a:t>
            </a:r>
            <a:r>
              <a:rPr lang="en-US" sz="2400" dirty="0">
                <a:solidFill>
                  <a:schemeClr val="tx1"/>
                </a:solidFill>
                <a:latin typeface="Segoe UI" panose="020B0502040204020203" pitchFamily="34" charset="0"/>
                <a:cs typeface="Segoe UI" panose="020B0502040204020203" pitchFamily="34" charset="0"/>
              </a:rPr>
              <a:t> 1916 KUH </a:t>
            </a:r>
            <a:r>
              <a:rPr lang="en-US" sz="2400" dirty="0" err="1">
                <a:solidFill>
                  <a:schemeClr val="tx1"/>
                </a:solidFill>
                <a:latin typeface="Segoe UI" panose="020B0502040204020203" pitchFamily="34" charset="0"/>
                <a:cs typeface="Segoe UI" panose="020B0502040204020203" pitchFamily="34" charset="0"/>
              </a:rPr>
              <a:t>Perdata</a:t>
            </a:r>
            <a:r>
              <a:rPr lang="en-US" sz="2400" dirty="0">
                <a:solidFill>
                  <a:schemeClr val="tx1"/>
                </a:solidFill>
                <a:latin typeface="Segoe UI" panose="020B0502040204020203" pitchFamily="34" charset="0"/>
                <a:cs typeface="Segoe UI" panose="020B0502040204020203" pitchFamily="34" charset="0"/>
              </a:rPr>
              <a:t>.</a:t>
            </a:r>
            <a:endParaRPr lang="en-ID" sz="2400" dirty="0">
              <a:solidFill>
                <a:schemeClr val="tx1"/>
              </a:solidFill>
              <a:latin typeface="Segoe UI" panose="020B0502040204020203" pitchFamily="34" charset="0"/>
              <a:cs typeface="Segoe UI" panose="020B0502040204020203" pitchFamily="34" charset="0"/>
            </a:endParaRPr>
          </a:p>
        </p:txBody>
      </p:sp>
      <p:pic>
        <p:nvPicPr>
          <p:cNvPr id="11" name="Picture Placeholder 10">
            <a:extLst>
              <a:ext uri="{FF2B5EF4-FFF2-40B4-BE49-F238E27FC236}">
                <a16:creationId xmlns:a16="http://schemas.microsoft.com/office/drawing/2014/main" id="{F8C7FFC3-E4B9-48C5-B1D4-A839A0D4A23C}"/>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6688" r="16688"/>
          <a:stretch>
            <a:fillRect/>
          </a:stretch>
        </p:blipFill>
        <p:spPr>
          <a:xfrm>
            <a:off x="8135761" y="1300715"/>
            <a:ext cx="2347942" cy="2347031"/>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7" name="Picture 6">
            <a:extLst>
              <a:ext uri="{FF2B5EF4-FFF2-40B4-BE49-F238E27FC236}">
                <a16:creationId xmlns:a16="http://schemas.microsoft.com/office/drawing/2014/main" id="{A5CE9DAB-5121-4C35-BB71-E48A399448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33035643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E18EB2B1-B2A0-461C-804A-33ED9E90A954}"/>
              </a:ext>
            </a:extLst>
          </p:cNvPr>
          <p:cNvSpPr>
            <a:spLocks noGrp="1"/>
          </p:cNvSpPr>
          <p:nvPr>
            <p:ph type="title"/>
          </p:nvPr>
        </p:nvSpPr>
        <p:spPr/>
        <p:txBody>
          <a:bodyPr/>
          <a:lstStyle/>
          <a:p>
            <a:pPr eaLnBrk="1" hangingPunct="1"/>
            <a:r>
              <a:rPr lang="id-ID" altLang="en-US" dirty="0"/>
              <a:t>PENGAKUAN</a:t>
            </a:r>
          </a:p>
        </p:txBody>
      </p:sp>
      <p:pic>
        <p:nvPicPr>
          <p:cNvPr id="7" name="Picture Placeholder 6">
            <a:extLst>
              <a:ext uri="{FF2B5EF4-FFF2-40B4-BE49-F238E27FC236}">
                <a16:creationId xmlns:a16="http://schemas.microsoft.com/office/drawing/2014/main" id="{3D92D286-4AFE-4B59-ADE5-B09EF13A8940}"/>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5073" r="25073"/>
          <a:stretch>
            <a:fillRect/>
          </a:stretch>
        </p:blipFill>
        <p:spPr/>
      </p:pic>
      <p:sp>
        <p:nvSpPr>
          <p:cNvPr id="2" name="Text Placeholder 1">
            <a:extLst>
              <a:ext uri="{FF2B5EF4-FFF2-40B4-BE49-F238E27FC236}">
                <a16:creationId xmlns:a16="http://schemas.microsoft.com/office/drawing/2014/main" id="{C599EC53-E85A-456C-8E57-8E1DBA8A6E87}"/>
              </a:ext>
            </a:extLst>
          </p:cNvPr>
          <p:cNvSpPr>
            <a:spLocks noGrp="1"/>
          </p:cNvSpPr>
          <p:nvPr>
            <p:ph type="body" sz="quarter" idx="14"/>
          </p:nvPr>
        </p:nvSpPr>
        <p:spPr/>
        <p:txBody>
          <a:bodyPr>
            <a:normAutofit fontScale="92500" lnSpcReduction="20000"/>
          </a:bodyPr>
          <a:lstStyle/>
          <a:p>
            <a:pPr algn="just"/>
            <a:r>
              <a:rPr lang="en-US" altLang="en-US" dirty="0" err="1"/>
              <a:t>Pengakuan</a:t>
            </a:r>
            <a:r>
              <a:rPr lang="en-US" altLang="en-US" dirty="0"/>
              <a:t> </a:t>
            </a:r>
            <a:r>
              <a:rPr lang="en-US" altLang="en-US" dirty="0" err="1"/>
              <a:t>sebagai</a:t>
            </a:r>
            <a:r>
              <a:rPr lang="en-US" altLang="en-US" dirty="0"/>
              <a:t> </a:t>
            </a:r>
            <a:r>
              <a:rPr lang="en-US" altLang="en-US" dirty="0" err="1"/>
              <a:t>alat</a:t>
            </a:r>
            <a:r>
              <a:rPr lang="en-US" altLang="en-US" dirty="0"/>
              <a:t> </a:t>
            </a:r>
            <a:r>
              <a:rPr lang="en-US" altLang="en-US" dirty="0" err="1"/>
              <a:t>bukti</a:t>
            </a:r>
            <a:r>
              <a:rPr lang="en-US" altLang="en-US" dirty="0"/>
              <a:t> </a:t>
            </a:r>
            <a:r>
              <a:rPr lang="en-US" altLang="en-US" dirty="0" err="1"/>
              <a:t>adalah</a:t>
            </a:r>
            <a:r>
              <a:rPr lang="en-US" altLang="en-US" dirty="0"/>
              <a:t> </a:t>
            </a:r>
            <a:r>
              <a:rPr lang="en-US" altLang="en-US" dirty="0" err="1"/>
              <a:t>pengakuan</a:t>
            </a:r>
            <a:r>
              <a:rPr lang="en-US" altLang="en-US" dirty="0"/>
              <a:t> </a:t>
            </a:r>
            <a:r>
              <a:rPr lang="en-US" altLang="en-US" dirty="0" err="1"/>
              <a:t>yg</a:t>
            </a:r>
            <a:r>
              <a:rPr lang="en-US" altLang="en-US" dirty="0"/>
              <a:t> </a:t>
            </a:r>
            <a:r>
              <a:rPr lang="en-US" altLang="en-US" dirty="0" err="1"/>
              <a:t>diberikan</a:t>
            </a:r>
            <a:r>
              <a:rPr lang="en-US" altLang="en-US" dirty="0"/>
              <a:t> oleh salah </a:t>
            </a:r>
            <a:r>
              <a:rPr lang="en-US" altLang="en-US" dirty="0" err="1"/>
              <a:t>satu</a:t>
            </a:r>
            <a:r>
              <a:rPr lang="en-US" altLang="en-US" dirty="0"/>
              <a:t> </a:t>
            </a:r>
            <a:r>
              <a:rPr lang="en-US" altLang="en-US" dirty="0" err="1"/>
              <a:t>pihak</a:t>
            </a:r>
            <a:r>
              <a:rPr lang="en-US" altLang="en-US" dirty="0"/>
              <a:t> yang </a:t>
            </a:r>
            <a:r>
              <a:rPr lang="en-US" altLang="en-US" dirty="0" err="1"/>
              <a:t>berperkara</a:t>
            </a:r>
            <a:r>
              <a:rPr lang="en-US" altLang="en-US" dirty="0"/>
              <a:t> yang </a:t>
            </a:r>
            <a:r>
              <a:rPr lang="en-US" altLang="en-US" dirty="0" err="1"/>
              <a:t>dilakukan</a:t>
            </a:r>
            <a:r>
              <a:rPr lang="en-US" altLang="en-US" dirty="0"/>
              <a:t> di </a:t>
            </a:r>
            <a:r>
              <a:rPr lang="en-US" altLang="en-US" dirty="0" err="1"/>
              <a:t>depan</a:t>
            </a:r>
            <a:r>
              <a:rPr lang="en-US" altLang="en-US" dirty="0"/>
              <a:t> </a:t>
            </a:r>
            <a:r>
              <a:rPr lang="en-US" altLang="en-US" dirty="0" err="1"/>
              <a:t>persidangan</a:t>
            </a:r>
            <a:r>
              <a:rPr lang="en-US" altLang="en-US" dirty="0"/>
              <a:t> </a:t>
            </a:r>
            <a:r>
              <a:rPr lang="en-US" altLang="en-US" dirty="0" err="1"/>
              <a:t>atau</a:t>
            </a:r>
            <a:r>
              <a:rPr lang="en-US" altLang="en-US" dirty="0"/>
              <a:t> di </a:t>
            </a:r>
            <a:r>
              <a:rPr lang="en-US" altLang="en-US" dirty="0" err="1"/>
              <a:t>luar</a:t>
            </a:r>
            <a:r>
              <a:rPr lang="en-US" altLang="en-US" dirty="0"/>
              <a:t> </a:t>
            </a:r>
            <a:r>
              <a:rPr lang="en-US" altLang="en-US" dirty="0" err="1"/>
              <a:t>sidang</a:t>
            </a:r>
            <a:r>
              <a:rPr lang="en-US" altLang="en-US" dirty="0"/>
              <a:t> </a:t>
            </a:r>
            <a:r>
              <a:rPr lang="en-US" altLang="en-US" dirty="0" err="1"/>
              <a:t>pengadilan</a:t>
            </a:r>
            <a:r>
              <a:rPr lang="en-US" altLang="en-US" dirty="0"/>
              <a:t>.</a:t>
            </a:r>
            <a:endParaRPr lang="id-ID" altLang="en-US" dirty="0"/>
          </a:p>
          <a:p>
            <a:pPr algn="just"/>
            <a:r>
              <a:rPr lang="en-US" altLang="en-US" dirty="0"/>
              <a:t>Dasar </a:t>
            </a:r>
            <a:r>
              <a:rPr lang="en-US" altLang="en-US" dirty="0" err="1"/>
              <a:t>hukum</a:t>
            </a:r>
            <a:r>
              <a:rPr lang="en-US" altLang="en-US" dirty="0"/>
              <a:t> </a:t>
            </a:r>
            <a:r>
              <a:rPr lang="en-US" altLang="en-US" dirty="0" err="1"/>
              <a:t>pengakuan</a:t>
            </a:r>
            <a:r>
              <a:rPr lang="en-US" altLang="en-US" dirty="0"/>
              <a:t> </a:t>
            </a:r>
            <a:r>
              <a:rPr lang="en-US" altLang="en-US" dirty="0" err="1"/>
              <a:t>sebagai</a:t>
            </a:r>
            <a:r>
              <a:rPr lang="en-US" altLang="en-US" dirty="0"/>
              <a:t> </a:t>
            </a:r>
            <a:r>
              <a:rPr lang="en-US" altLang="en-US" dirty="0" err="1"/>
              <a:t>alat</a:t>
            </a:r>
            <a:r>
              <a:rPr lang="en-US" altLang="en-US" dirty="0"/>
              <a:t> </a:t>
            </a:r>
            <a:r>
              <a:rPr lang="en-US" altLang="en-US" dirty="0" err="1"/>
              <a:t>bukti</a:t>
            </a:r>
            <a:r>
              <a:rPr lang="en-US" altLang="en-US" dirty="0"/>
              <a:t> </a:t>
            </a:r>
            <a:r>
              <a:rPr lang="en-US" altLang="en-US" dirty="0" err="1"/>
              <a:t>diatur</a:t>
            </a:r>
            <a:r>
              <a:rPr lang="en-US" altLang="en-US" dirty="0"/>
              <a:t> </a:t>
            </a:r>
            <a:r>
              <a:rPr lang="en-US" altLang="en-US" dirty="0" err="1"/>
              <a:t>dalam</a:t>
            </a:r>
            <a:r>
              <a:rPr lang="en-US" altLang="en-US" dirty="0"/>
              <a:t> </a:t>
            </a:r>
            <a:r>
              <a:rPr lang="en-US" altLang="en-US" dirty="0" err="1"/>
              <a:t>Pasal</a:t>
            </a:r>
            <a:r>
              <a:rPr lang="en-US" altLang="en-US" dirty="0"/>
              <a:t> 174 HIR / 311 </a:t>
            </a:r>
            <a:r>
              <a:rPr lang="en-US" altLang="en-US" dirty="0" err="1"/>
              <a:t>RBg</a:t>
            </a:r>
            <a:r>
              <a:rPr lang="en-US" altLang="en-US" dirty="0"/>
              <a:t> </a:t>
            </a:r>
            <a:r>
              <a:rPr lang="en-US" altLang="en-US" dirty="0" err="1"/>
              <a:t>serta</a:t>
            </a:r>
            <a:r>
              <a:rPr lang="en-US" altLang="en-US" dirty="0"/>
              <a:t> </a:t>
            </a:r>
            <a:r>
              <a:rPr lang="en-US" altLang="en-US" dirty="0" err="1"/>
              <a:t>Pasal</a:t>
            </a:r>
            <a:r>
              <a:rPr lang="en-US" altLang="en-US" dirty="0"/>
              <a:t> 1923-1928 KUH </a:t>
            </a:r>
            <a:r>
              <a:rPr lang="en-US" altLang="en-US" dirty="0" err="1"/>
              <a:t>Perdata</a:t>
            </a:r>
            <a:r>
              <a:rPr lang="en-US" altLang="en-US" dirty="0"/>
              <a:t>.</a:t>
            </a:r>
          </a:p>
          <a:p>
            <a:pPr algn="just"/>
            <a:r>
              <a:rPr lang="en-US" altLang="en-US" dirty="0" err="1"/>
              <a:t>Pengakuan</a:t>
            </a:r>
            <a:r>
              <a:rPr lang="en-US" altLang="en-US" dirty="0"/>
              <a:t> </a:t>
            </a:r>
            <a:r>
              <a:rPr lang="en-US" altLang="en-US" dirty="0" err="1"/>
              <a:t>dalam</a:t>
            </a:r>
            <a:r>
              <a:rPr lang="en-US" altLang="en-US" dirty="0"/>
              <a:t> </a:t>
            </a:r>
            <a:r>
              <a:rPr lang="en-US" altLang="en-US" dirty="0" err="1"/>
              <a:t>sidang</a:t>
            </a:r>
            <a:r>
              <a:rPr lang="en-US" altLang="en-US" dirty="0"/>
              <a:t> </a:t>
            </a:r>
            <a:r>
              <a:rPr lang="en-US" altLang="en-US" dirty="0" err="1"/>
              <a:t>pengadilan</a:t>
            </a:r>
            <a:r>
              <a:rPr lang="en-US" altLang="en-US" dirty="0"/>
              <a:t> </a:t>
            </a:r>
            <a:r>
              <a:rPr lang="en-US" altLang="en-US" dirty="0" err="1"/>
              <a:t>mempunyai</a:t>
            </a:r>
            <a:r>
              <a:rPr lang="en-US" altLang="en-US" dirty="0"/>
              <a:t> </a:t>
            </a:r>
            <a:r>
              <a:rPr lang="en-US" altLang="en-US" dirty="0" err="1"/>
              <a:t>kekuatan</a:t>
            </a:r>
            <a:r>
              <a:rPr lang="en-US" altLang="en-US" dirty="0"/>
              <a:t> </a:t>
            </a:r>
            <a:r>
              <a:rPr lang="en-US" altLang="en-US" dirty="0" err="1"/>
              <a:t>bukti</a:t>
            </a:r>
            <a:r>
              <a:rPr lang="en-US" altLang="en-US" dirty="0"/>
              <a:t> </a:t>
            </a:r>
            <a:r>
              <a:rPr lang="en-US" altLang="en-US" dirty="0" err="1"/>
              <a:t>yg</a:t>
            </a:r>
            <a:r>
              <a:rPr lang="en-US" altLang="en-US" dirty="0"/>
              <a:t> </a:t>
            </a:r>
            <a:r>
              <a:rPr lang="en-US" altLang="en-US" dirty="0" err="1"/>
              <a:t>sempurna</a:t>
            </a:r>
            <a:r>
              <a:rPr lang="en-US" altLang="en-US" dirty="0"/>
              <a:t>.</a:t>
            </a:r>
            <a:endParaRPr lang="id-ID" altLang="en-US" dirty="0"/>
          </a:p>
        </p:txBody>
      </p:sp>
      <p:pic>
        <p:nvPicPr>
          <p:cNvPr id="10" name="Picture 9">
            <a:extLst>
              <a:ext uri="{FF2B5EF4-FFF2-40B4-BE49-F238E27FC236}">
                <a16:creationId xmlns:a16="http://schemas.microsoft.com/office/drawing/2014/main" id="{1D74FCEF-D1D6-46D0-B141-38DA92C448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466D346-CCC3-4BC6-B60E-47ADE719EAE6}"/>
              </a:ext>
            </a:extLst>
          </p:cNvPr>
          <p:cNvSpPr>
            <a:spLocks noGrp="1"/>
          </p:cNvSpPr>
          <p:nvPr>
            <p:ph type="title"/>
          </p:nvPr>
        </p:nvSpPr>
        <p:spPr>
          <a:xfrm>
            <a:off x="665615" y="759553"/>
            <a:ext cx="10860769" cy="553998"/>
          </a:xfrm>
        </p:spPr>
        <p:txBody>
          <a:bodyPr>
            <a:normAutofit/>
          </a:bodyPr>
          <a:lstStyle/>
          <a:p>
            <a:pPr algn="ctr"/>
            <a:r>
              <a:rPr lang="en-US" sz="3200" dirty="0"/>
              <a:t>BENTUK-BENTUK (ALAT BUKTI) PENGAKUAN</a:t>
            </a:r>
            <a:endParaRPr lang="en-ID" sz="3200" dirty="0"/>
          </a:p>
        </p:txBody>
      </p:sp>
      <p:sp>
        <p:nvSpPr>
          <p:cNvPr id="8" name="Text Placeholder 7">
            <a:extLst>
              <a:ext uri="{FF2B5EF4-FFF2-40B4-BE49-F238E27FC236}">
                <a16:creationId xmlns:a16="http://schemas.microsoft.com/office/drawing/2014/main" id="{C4C65F16-F6CC-49E8-9189-95ADB28BC121}"/>
              </a:ext>
            </a:extLst>
          </p:cNvPr>
          <p:cNvSpPr>
            <a:spLocks noGrp="1"/>
          </p:cNvSpPr>
          <p:nvPr>
            <p:ph type="body" sz="quarter" idx="14"/>
          </p:nvPr>
        </p:nvSpPr>
        <p:spPr/>
        <p:txBody>
          <a:bodyPr/>
          <a:lstStyle/>
          <a:p>
            <a:pPr algn="ctr"/>
            <a:r>
              <a:rPr lang="en-US" dirty="0"/>
              <a:t>Satu</a:t>
            </a:r>
            <a:endParaRPr lang="en-ID" dirty="0"/>
          </a:p>
        </p:txBody>
      </p:sp>
      <p:sp>
        <p:nvSpPr>
          <p:cNvPr id="9" name="Text Placeholder 8">
            <a:extLst>
              <a:ext uri="{FF2B5EF4-FFF2-40B4-BE49-F238E27FC236}">
                <a16:creationId xmlns:a16="http://schemas.microsoft.com/office/drawing/2014/main" id="{D07BE962-BF4A-440D-8425-1E405D227CDA}"/>
              </a:ext>
            </a:extLst>
          </p:cNvPr>
          <p:cNvSpPr>
            <a:spLocks noGrp="1"/>
          </p:cNvSpPr>
          <p:nvPr>
            <p:ph type="body" sz="quarter" idx="15"/>
          </p:nvPr>
        </p:nvSpPr>
        <p:spPr>
          <a:xfrm>
            <a:off x="1235205" y="4502131"/>
            <a:ext cx="2176411" cy="997196"/>
          </a:xfrm>
        </p:spPr>
        <p:txBody>
          <a:bodyPr>
            <a:normAutofit fontScale="92500"/>
          </a:bodyPr>
          <a:lstStyle/>
          <a:p>
            <a:pPr algn="ctr"/>
            <a:r>
              <a:rPr lang="en-US" dirty="0" err="1"/>
              <a:t>Pengakuan</a:t>
            </a:r>
            <a:r>
              <a:rPr lang="en-US" dirty="0"/>
              <a:t> </a:t>
            </a:r>
            <a:r>
              <a:rPr lang="en-US" dirty="0" err="1"/>
              <a:t>murni</a:t>
            </a:r>
            <a:r>
              <a:rPr lang="en-US" dirty="0"/>
              <a:t> dan </a:t>
            </a:r>
            <a:r>
              <a:rPr lang="en-US" dirty="0" err="1"/>
              <a:t>bulat</a:t>
            </a:r>
            <a:r>
              <a:rPr lang="en-US" dirty="0"/>
              <a:t> </a:t>
            </a:r>
            <a:r>
              <a:rPr lang="en-US" dirty="0">
                <a:solidFill>
                  <a:srgbClr val="C00000"/>
                </a:solidFill>
              </a:rPr>
              <a:t>(</a:t>
            </a:r>
            <a:r>
              <a:rPr lang="en-US" i="1" dirty="0" err="1">
                <a:solidFill>
                  <a:srgbClr val="C00000"/>
                </a:solidFill>
              </a:rPr>
              <a:t>aveu</a:t>
            </a:r>
            <a:r>
              <a:rPr lang="en-US" i="1" dirty="0">
                <a:solidFill>
                  <a:srgbClr val="C00000"/>
                </a:solidFill>
              </a:rPr>
              <a:t> </a:t>
            </a:r>
            <a:r>
              <a:rPr lang="en-US" i="1" dirty="0" err="1">
                <a:solidFill>
                  <a:srgbClr val="C00000"/>
                </a:solidFill>
              </a:rPr>
              <a:t>pur</a:t>
            </a:r>
            <a:r>
              <a:rPr lang="en-US" i="1" dirty="0">
                <a:solidFill>
                  <a:srgbClr val="C00000"/>
                </a:solidFill>
              </a:rPr>
              <a:t> et simple</a:t>
            </a:r>
            <a:r>
              <a:rPr lang="en-US" dirty="0">
                <a:solidFill>
                  <a:srgbClr val="C00000"/>
                </a:solidFill>
              </a:rPr>
              <a:t>)</a:t>
            </a:r>
            <a:endParaRPr lang="en-ID" dirty="0">
              <a:solidFill>
                <a:srgbClr val="C00000"/>
              </a:solidFill>
            </a:endParaRPr>
          </a:p>
        </p:txBody>
      </p:sp>
      <p:pic>
        <p:nvPicPr>
          <p:cNvPr id="18" name="Picture Placeholder 17">
            <a:extLst>
              <a:ext uri="{FF2B5EF4-FFF2-40B4-BE49-F238E27FC236}">
                <a16:creationId xmlns:a16="http://schemas.microsoft.com/office/drawing/2014/main" id="{6251A1F7-36DC-4A19-9C3F-EB9712D298EF}"/>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22479" r="22479"/>
          <a:stretch>
            <a:fillRect/>
          </a:stretch>
        </p:blipFill>
        <p:spPr/>
      </p:pic>
      <p:sp>
        <p:nvSpPr>
          <p:cNvPr id="11" name="Text Placeholder 10">
            <a:extLst>
              <a:ext uri="{FF2B5EF4-FFF2-40B4-BE49-F238E27FC236}">
                <a16:creationId xmlns:a16="http://schemas.microsoft.com/office/drawing/2014/main" id="{7C82DF2D-2FAC-498A-8093-CD4C8FC20A3D}"/>
              </a:ext>
            </a:extLst>
          </p:cNvPr>
          <p:cNvSpPr>
            <a:spLocks noGrp="1"/>
          </p:cNvSpPr>
          <p:nvPr>
            <p:ph type="body" sz="quarter" idx="17"/>
          </p:nvPr>
        </p:nvSpPr>
        <p:spPr/>
        <p:txBody>
          <a:bodyPr/>
          <a:lstStyle/>
          <a:p>
            <a:pPr algn="ctr"/>
            <a:r>
              <a:rPr lang="en-US" dirty="0" err="1"/>
              <a:t>Dua</a:t>
            </a:r>
            <a:endParaRPr lang="en-ID" dirty="0"/>
          </a:p>
        </p:txBody>
      </p:sp>
      <p:sp>
        <p:nvSpPr>
          <p:cNvPr id="12" name="Text Placeholder 11">
            <a:extLst>
              <a:ext uri="{FF2B5EF4-FFF2-40B4-BE49-F238E27FC236}">
                <a16:creationId xmlns:a16="http://schemas.microsoft.com/office/drawing/2014/main" id="{69A4496C-9D60-4A0A-A31D-6F93E5354E77}"/>
              </a:ext>
            </a:extLst>
          </p:cNvPr>
          <p:cNvSpPr>
            <a:spLocks noGrp="1"/>
          </p:cNvSpPr>
          <p:nvPr>
            <p:ph type="body" sz="quarter" idx="18"/>
          </p:nvPr>
        </p:nvSpPr>
        <p:spPr>
          <a:xfrm>
            <a:off x="5007795" y="4502131"/>
            <a:ext cx="2176411" cy="1695262"/>
          </a:xfrm>
        </p:spPr>
        <p:txBody>
          <a:bodyPr>
            <a:normAutofit/>
          </a:bodyPr>
          <a:lstStyle/>
          <a:p>
            <a:pPr algn="ctr"/>
            <a:r>
              <a:rPr lang="en-US" dirty="0" err="1"/>
              <a:t>Pengakuan</a:t>
            </a:r>
            <a:r>
              <a:rPr lang="en-US" dirty="0"/>
              <a:t> </a:t>
            </a:r>
            <a:r>
              <a:rPr lang="en-US" dirty="0" err="1"/>
              <a:t>berkualifikasi</a:t>
            </a:r>
            <a:r>
              <a:rPr lang="en-US" dirty="0"/>
              <a:t> </a:t>
            </a:r>
            <a:r>
              <a:rPr lang="en-US" dirty="0">
                <a:solidFill>
                  <a:srgbClr val="C00000"/>
                </a:solidFill>
              </a:rPr>
              <a:t>(</a:t>
            </a:r>
            <a:r>
              <a:rPr lang="en-US" i="1" dirty="0" err="1">
                <a:solidFill>
                  <a:srgbClr val="C00000"/>
                </a:solidFill>
              </a:rPr>
              <a:t>gequalificeerde</a:t>
            </a:r>
            <a:r>
              <a:rPr lang="en-US" i="1" dirty="0">
                <a:solidFill>
                  <a:srgbClr val="C00000"/>
                </a:solidFill>
              </a:rPr>
              <a:t> </a:t>
            </a:r>
            <a:r>
              <a:rPr lang="en-US" i="1" dirty="0" err="1">
                <a:solidFill>
                  <a:srgbClr val="C00000"/>
                </a:solidFill>
              </a:rPr>
              <a:t>bekentenis</a:t>
            </a:r>
            <a:r>
              <a:rPr lang="en-US" i="1" dirty="0">
                <a:solidFill>
                  <a:srgbClr val="C00000"/>
                </a:solidFill>
              </a:rPr>
              <a:t>, </a:t>
            </a:r>
            <a:r>
              <a:rPr lang="en-US" i="1" dirty="0" err="1">
                <a:solidFill>
                  <a:srgbClr val="C00000"/>
                </a:solidFill>
              </a:rPr>
              <a:t>aveu</a:t>
            </a:r>
            <a:r>
              <a:rPr lang="en-US" i="1" dirty="0">
                <a:solidFill>
                  <a:srgbClr val="C00000"/>
                </a:solidFill>
              </a:rPr>
              <a:t> </a:t>
            </a:r>
            <a:r>
              <a:rPr lang="en-US" i="1" dirty="0" err="1">
                <a:solidFill>
                  <a:srgbClr val="C00000"/>
                </a:solidFill>
              </a:rPr>
              <a:t>qualifie</a:t>
            </a:r>
            <a:r>
              <a:rPr lang="en-US" dirty="0">
                <a:solidFill>
                  <a:srgbClr val="C00000"/>
                </a:solidFill>
              </a:rPr>
              <a:t>)</a:t>
            </a:r>
            <a:endParaRPr lang="en-ID" dirty="0">
              <a:solidFill>
                <a:srgbClr val="C00000"/>
              </a:solidFill>
            </a:endParaRPr>
          </a:p>
        </p:txBody>
      </p:sp>
      <p:pic>
        <p:nvPicPr>
          <p:cNvPr id="20" name="Picture Placeholder 19">
            <a:extLst>
              <a:ext uri="{FF2B5EF4-FFF2-40B4-BE49-F238E27FC236}">
                <a16:creationId xmlns:a16="http://schemas.microsoft.com/office/drawing/2014/main" id="{F258B368-9B09-45F4-8DE6-9697B1A02397}"/>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21739" r="21739"/>
          <a:stretch>
            <a:fillRect/>
          </a:stretch>
        </p:blipFill>
        <p:spPr/>
      </p:pic>
      <p:sp>
        <p:nvSpPr>
          <p:cNvPr id="14" name="Text Placeholder 13">
            <a:extLst>
              <a:ext uri="{FF2B5EF4-FFF2-40B4-BE49-F238E27FC236}">
                <a16:creationId xmlns:a16="http://schemas.microsoft.com/office/drawing/2014/main" id="{81D46F61-A749-4DB8-9F2C-9AF275990265}"/>
              </a:ext>
            </a:extLst>
          </p:cNvPr>
          <p:cNvSpPr>
            <a:spLocks noGrp="1"/>
          </p:cNvSpPr>
          <p:nvPr>
            <p:ph type="body" sz="quarter" idx="20"/>
          </p:nvPr>
        </p:nvSpPr>
        <p:spPr/>
        <p:txBody>
          <a:bodyPr/>
          <a:lstStyle/>
          <a:p>
            <a:pPr algn="ctr"/>
            <a:r>
              <a:rPr lang="en-US" dirty="0" err="1"/>
              <a:t>Tiga</a:t>
            </a:r>
            <a:endParaRPr lang="en-ID" dirty="0"/>
          </a:p>
        </p:txBody>
      </p:sp>
      <p:sp>
        <p:nvSpPr>
          <p:cNvPr id="15" name="Text Placeholder 14">
            <a:extLst>
              <a:ext uri="{FF2B5EF4-FFF2-40B4-BE49-F238E27FC236}">
                <a16:creationId xmlns:a16="http://schemas.microsoft.com/office/drawing/2014/main" id="{101A1E19-26E9-4E05-A8BA-C76FD265338D}"/>
              </a:ext>
            </a:extLst>
          </p:cNvPr>
          <p:cNvSpPr>
            <a:spLocks noGrp="1"/>
          </p:cNvSpPr>
          <p:nvPr>
            <p:ph type="body" sz="quarter" idx="21"/>
          </p:nvPr>
        </p:nvSpPr>
        <p:spPr>
          <a:xfrm>
            <a:off x="8780385" y="4502131"/>
            <a:ext cx="2176411" cy="1695262"/>
          </a:xfrm>
        </p:spPr>
        <p:txBody>
          <a:bodyPr>
            <a:normAutofit/>
          </a:bodyPr>
          <a:lstStyle/>
          <a:p>
            <a:pPr algn="ctr"/>
            <a:r>
              <a:rPr lang="en-US" dirty="0" err="1"/>
              <a:t>Pengakuan</a:t>
            </a:r>
            <a:r>
              <a:rPr lang="en-US" dirty="0"/>
              <a:t> </a:t>
            </a:r>
            <a:r>
              <a:rPr lang="en-US" dirty="0" err="1"/>
              <a:t>berklausula</a:t>
            </a:r>
            <a:r>
              <a:rPr lang="en-US" dirty="0"/>
              <a:t> </a:t>
            </a:r>
            <a:r>
              <a:rPr lang="en-US" dirty="0">
                <a:solidFill>
                  <a:srgbClr val="C00000"/>
                </a:solidFill>
              </a:rPr>
              <a:t>(</a:t>
            </a:r>
            <a:r>
              <a:rPr lang="en-US" i="1" dirty="0" err="1">
                <a:solidFill>
                  <a:srgbClr val="C00000"/>
                </a:solidFill>
              </a:rPr>
              <a:t>geclausuleede</a:t>
            </a:r>
            <a:r>
              <a:rPr lang="en-US" i="1" dirty="0">
                <a:solidFill>
                  <a:srgbClr val="C00000"/>
                </a:solidFill>
              </a:rPr>
              <a:t> </a:t>
            </a:r>
            <a:r>
              <a:rPr lang="en-US" i="1" dirty="0" err="1">
                <a:solidFill>
                  <a:srgbClr val="C00000"/>
                </a:solidFill>
              </a:rPr>
              <a:t>bekentenis</a:t>
            </a:r>
            <a:r>
              <a:rPr lang="en-US" i="1" dirty="0">
                <a:solidFill>
                  <a:srgbClr val="C00000"/>
                </a:solidFill>
              </a:rPr>
              <a:t>, </a:t>
            </a:r>
            <a:r>
              <a:rPr lang="en-US" i="1" dirty="0" err="1">
                <a:solidFill>
                  <a:srgbClr val="C00000"/>
                </a:solidFill>
              </a:rPr>
              <a:t>aveu</a:t>
            </a:r>
            <a:r>
              <a:rPr lang="en-US" i="1" dirty="0">
                <a:solidFill>
                  <a:srgbClr val="C00000"/>
                </a:solidFill>
              </a:rPr>
              <a:t> </a:t>
            </a:r>
            <a:r>
              <a:rPr lang="en-US" i="1" dirty="0" err="1">
                <a:solidFill>
                  <a:srgbClr val="C00000"/>
                </a:solidFill>
              </a:rPr>
              <a:t>complexe</a:t>
            </a:r>
            <a:r>
              <a:rPr lang="en-US" dirty="0">
                <a:solidFill>
                  <a:srgbClr val="C00000"/>
                </a:solidFill>
              </a:rPr>
              <a:t>)</a:t>
            </a:r>
            <a:endParaRPr lang="en-ID" dirty="0">
              <a:solidFill>
                <a:srgbClr val="C00000"/>
              </a:solidFill>
            </a:endParaRPr>
          </a:p>
        </p:txBody>
      </p:sp>
      <p:pic>
        <p:nvPicPr>
          <p:cNvPr id="22" name="Picture Placeholder 21">
            <a:extLst>
              <a:ext uri="{FF2B5EF4-FFF2-40B4-BE49-F238E27FC236}">
                <a16:creationId xmlns:a16="http://schemas.microsoft.com/office/drawing/2014/main" id="{AEC546A5-2C91-4735-AA39-E506B6BDAB78}"/>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13973" r="13973"/>
          <a:stretch>
            <a:fillRect/>
          </a:stretch>
        </p:blipFill>
        <p:spPr/>
      </p:pic>
      <p:pic>
        <p:nvPicPr>
          <p:cNvPr id="23" name="Picture 22">
            <a:extLst>
              <a:ext uri="{FF2B5EF4-FFF2-40B4-BE49-F238E27FC236}">
                <a16:creationId xmlns:a16="http://schemas.microsoft.com/office/drawing/2014/main" id="{75CBD90E-6BF8-43E7-9F9C-180C970318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974615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CE129684-6197-4F0A-A019-D12350381FEA}"/>
              </a:ext>
            </a:extLst>
          </p:cNvPr>
          <p:cNvSpPr>
            <a:spLocks noGrp="1"/>
          </p:cNvSpPr>
          <p:nvPr>
            <p:ph type="title"/>
          </p:nvPr>
        </p:nvSpPr>
        <p:spPr>
          <a:xfrm>
            <a:off x="6419389" y="325568"/>
            <a:ext cx="4158557" cy="636785"/>
          </a:xfrm>
        </p:spPr>
        <p:txBody>
          <a:bodyPr>
            <a:normAutofit/>
          </a:bodyPr>
          <a:lstStyle/>
          <a:p>
            <a:pPr eaLnBrk="1" hangingPunct="1"/>
            <a:r>
              <a:rPr lang="en-US" altLang="en-US" dirty="0"/>
              <a:t>BUKTI </a:t>
            </a:r>
            <a:r>
              <a:rPr lang="id-ID" altLang="en-US" dirty="0"/>
              <a:t>SUMPAH</a:t>
            </a:r>
          </a:p>
        </p:txBody>
      </p:sp>
      <p:pic>
        <p:nvPicPr>
          <p:cNvPr id="4" name="Picture Placeholder 3">
            <a:extLst>
              <a:ext uri="{FF2B5EF4-FFF2-40B4-BE49-F238E27FC236}">
                <a16:creationId xmlns:a16="http://schemas.microsoft.com/office/drawing/2014/main" id="{47D154FB-B897-4128-B26A-408D79EB736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7087" b="7087"/>
          <a:stretch>
            <a:fillRect/>
          </a:stretch>
        </p:blipFill>
        <p:spPr/>
      </p:pic>
      <p:sp>
        <p:nvSpPr>
          <p:cNvPr id="26627" name="Content Placeholder 2">
            <a:extLst>
              <a:ext uri="{FF2B5EF4-FFF2-40B4-BE49-F238E27FC236}">
                <a16:creationId xmlns:a16="http://schemas.microsoft.com/office/drawing/2014/main" id="{0AC56B09-D058-4B92-B3E4-9E07AD687995}"/>
              </a:ext>
            </a:extLst>
          </p:cNvPr>
          <p:cNvSpPr>
            <a:spLocks noGrp="1"/>
          </p:cNvSpPr>
          <p:nvPr>
            <p:ph type="body" sz="quarter" idx="17"/>
          </p:nvPr>
        </p:nvSpPr>
        <p:spPr>
          <a:xfrm>
            <a:off x="4871028" y="1434636"/>
            <a:ext cx="6524187" cy="4612873"/>
          </a:xfrm>
        </p:spPr>
        <p:txBody>
          <a:bodyPr>
            <a:normAutofit fontScale="70000" lnSpcReduction="20000"/>
          </a:bodyPr>
          <a:lstStyle/>
          <a:p>
            <a:pPr marL="363538" indent="-352425" algn="just" eaLnBrk="1" hangingPunct="1">
              <a:buFont typeface="Arial" panose="020B0604020202020204" pitchFamily="34" charset="0"/>
              <a:buChar char="•"/>
            </a:pPr>
            <a:r>
              <a:rPr lang="en-US" altLang="en-US" dirty="0" err="1"/>
              <a:t>Sumpah</a:t>
            </a:r>
            <a:r>
              <a:rPr lang="en-US" altLang="en-US" dirty="0"/>
              <a:t> </a:t>
            </a:r>
            <a:r>
              <a:rPr lang="en-US" altLang="en-US" dirty="0" err="1"/>
              <a:t>sebagai</a:t>
            </a:r>
            <a:r>
              <a:rPr lang="en-US" altLang="en-US" dirty="0"/>
              <a:t> </a:t>
            </a:r>
            <a:r>
              <a:rPr lang="en-US" altLang="en-US" dirty="0" err="1"/>
              <a:t>alat</a:t>
            </a:r>
            <a:r>
              <a:rPr lang="en-US" altLang="en-US" dirty="0"/>
              <a:t> </a:t>
            </a:r>
            <a:r>
              <a:rPr lang="en-US" altLang="en-US" dirty="0" err="1"/>
              <a:t>bukti</a:t>
            </a:r>
            <a:r>
              <a:rPr lang="en-US" altLang="en-US" dirty="0"/>
              <a:t> </a:t>
            </a:r>
            <a:r>
              <a:rPr lang="en-US" altLang="en-US" dirty="0" err="1"/>
              <a:t>berbeda</a:t>
            </a:r>
            <a:r>
              <a:rPr lang="en-US" altLang="en-US" dirty="0"/>
              <a:t> </a:t>
            </a:r>
            <a:r>
              <a:rPr lang="en-US" altLang="en-US" dirty="0" err="1"/>
              <a:t>dengan</a:t>
            </a:r>
            <a:r>
              <a:rPr lang="en-US" altLang="en-US" dirty="0"/>
              <a:t> </a:t>
            </a:r>
            <a:r>
              <a:rPr lang="en-US" altLang="en-US" dirty="0" err="1"/>
              <a:t>sumpah</a:t>
            </a:r>
            <a:r>
              <a:rPr lang="en-US" altLang="en-US" dirty="0"/>
              <a:t> yang </a:t>
            </a:r>
            <a:r>
              <a:rPr lang="en-US" altLang="en-US" dirty="0" err="1"/>
              <a:t>sering</a:t>
            </a:r>
            <a:r>
              <a:rPr lang="en-US" altLang="en-US" dirty="0"/>
              <a:t> </a:t>
            </a:r>
            <a:r>
              <a:rPr lang="en-US" altLang="en-US" dirty="0" err="1"/>
              <a:t>dijumpai</a:t>
            </a:r>
            <a:r>
              <a:rPr lang="en-US" altLang="en-US" dirty="0"/>
              <a:t> </a:t>
            </a:r>
            <a:r>
              <a:rPr lang="en-US" altLang="en-US" dirty="0" err="1"/>
              <a:t>dalam</a:t>
            </a:r>
            <a:r>
              <a:rPr lang="en-US" altLang="en-US" dirty="0"/>
              <a:t> </a:t>
            </a:r>
            <a:r>
              <a:rPr lang="en-US" altLang="en-US" dirty="0" err="1"/>
              <a:t>kehidupan</a:t>
            </a:r>
            <a:r>
              <a:rPr lang="en-US" altLang="en-US" dirty="0"/>
              <a:t> </a:t>
            </a:r>
            <a:r>
              <a:rPr lang="en-US" altLang="en-US" dirty="0" err="1"/>
              <a:t>sehari-hari</a:t>
            </a:r>
            <a:r>
              <a:rPr lang="en-US" altLang="en-US" dirty="0"/>
              <a:t>;</a:t>
            </a:r>
            <a:endParaRPr lang="id-ID" altLang="en-US" dirty="0"/>
          </a:p>
          <a:p>
            <a:pPr marL="363538" indent="-352425" algn="just" eaLnBrk="1" hangingPunct="1">
              <a:buFont typeface="Arial" panose="020B0604020202020204" pitchFamily="34" charset="0"/>
              <a:buChar char="•"/>
            </a:pPr>
            <a:r>
              <a:rPr lang="en-US" altLang="en-US" dirty="0" err="1"/>
              <a:t>Makna</a:t>
            </a:r>
            <a:r>
              <a:rPr lang="en-US" altLang="en-US" dirty="0"/>
              <a:t> </a:t>
            </a:r>
            <a:r>
              <a:rPr lang="en-US" altLang="en-US" dirty="0" err="1"/>
              <a:t>sumpah</a:t>
            </a:r>
            <a:r>
              <a:rPr lang="en-US" altLang="en-US" dirty="0"/>
              <a:t> di </a:t>
            </a:r>
            <a:r>
              <a:rPr lang="en-US" altLang="en-US" dirty="0" err="1"/>
              <a:t>sini</a:t>
            </a:r>
            <a:r>
              <a:rPr lang="en-US" altLang="en-US" dirty="0"/>
              <a:t> </a:t>
            </a:r>
            <a:r>
              <a:rPr lang="en-US" altLang="en-US" dirty="0" err="1"/>
              <a:t>yaitu</a:t>
            </a:r>
            <a:r>
              <a:rPr lang="en-US" altLang="en-US" dirty="0"/>
              <a:t> </a:t>
            </a:r>
            <a:r>
              <a:rPr lang="en-US" altLang="en-US" dirty="0" err="1"/>
              <a:t>suatu</a:t>
            </a:r>
            <a:r>
              <a:rPr lang="en-US" altLang="en-US" dirty="0"/>
              <a:t> </a:t>
            </a:r>
            <a:r>
              <a:rPr lang="en-US" altLang="en-US" dirty="0" err="1"/>
              <a:t>keterangan</a:t>
            </a:r>
            <a:r>
              <a:rPr lang="en-US" altLang="en-US" dirty="0"/>
              <a:t> </a:t>
            </a:r>
            <a:r>
              <a:rPr lang="en-US" altLang="en-US" dirty="0" err="1"/>
              <a:t>yg</a:t>
            </a:r>
            <a:r>
              <a:rPr lang="en-US" altLang="en-US" dirty="0"/>
              <a:t> </a:t>
            </a:r>
            <a:r>
              <a:rPr lang="en-US" altLang="en-US" dirty="0" err="1"/>
              <a:t>diucapkan</a:t>
            </a:r>
            <a:r>
              <a:rPr lang="en-US" altLang="en-US" dirty="0"/>
              <a:t> oleh salah </a:t>
            </a:r>
            <a:r>
              <a:rPr lang="en-US" altLang="en-US" dirty="0" err="1"/>
              <a:t>satu</a:t>
            </a:r>
            <a:r>
              <a:rPr lang="en-US" altLang="en-US" dirty="0"/>
              <a:t> </a:t>
            </a:r>
            <a:r>
              <a:rPr lang="en-US" altLang="en-US" dirty="0" err="1"/>
              <a:t>pihak</a:t>
            </a:r>
            <a:r>
              <a:rPr lang="en-US" altLang="en-US" dirty="0"/>
              <a:t>, dan </a:t>
            </a:r>
            <a:r>
              <a:rPr lang="en-US" altLang="en-US" dirty="0" err="1"/>
              <a:t>keterangan</a:t>
            </a:r>
            <a:r>
              <a:rPr lang="en-US" altLang="en-US" dirty="0"/>
              <a:t> </a:t>
            </a:r>
            <a:r>
              <a:rPr lang="en-US" altLang="en-US" dirty="0" err="1"/>
              <a:t>tersebut</a:t>
            </a:r>
            <a:r>
              <a:rPr lang="en-US" altLang="en-US" dirty="0"/>
              <a:t> </a:t>
            </a:r>
            <a:r>
              <a:rPr lang="en-US" altLang="en-US" dirty="0" err="1"/>
              <a:t>kemudian</a:t>
            </a:r>
            <a:r>
              <a:rPr lang="en-US" altLang="en-US" dirty="0"/>
              <a:t> </a:t>
            </a:r>
            <a:r>
              <a:rPr lang="en-US" altLang="en-US" dirty="0" err="1"/>
              <a:t>diperkuat</a:t>
            </a:r>
            <a:r>
              <a:rPr lang="en-US" altLang="en-US" dirty="0"/>
              <a:t> </a:t>
            </a:r>
            <a:r>
              <a:rPr lang="en-US" altLang="en-US" dirty="0" err="1"/>
              <a:t>dengan</a:t>
            </a:r>
            <a:r>
              <a:rPr lang="en-US" altLang="en-US" dirty="0"/>
              <a:t> </a:t>
            </a:r>
            <a:r>
              <a:rPr lang="en-US" altLang="en-US" dirty="0" err="1"/>
              <a:t>sumpah</a:t>
            </a:r>
            <a:r>
              <a:rPr lang="en-US" altLang="en-US" dirty="0"/>
              <a:t>;</a:t>
            </a:r>
          </a:p>
          <a:p>
            <a:pPr marL="363538" indent="-352425" algn="just">
              <a:buFont typeface="Arial" panose="020B0604020202020204" pitchFamily="34" charset="0"/>
              <a:buChar char="•"/>
            </a:pPr>
            <a:r>
              <a:rPr lang="en-US" altLang="en-US" dirty="0" err="1"/>
              <a:t>Bila</a:t>
            </a:r>
            <a:r>
              <a:rPr lang="en-US" altLang="en-US" dirty="0"/>
              <a:t> </a:t>
            </a:r>
            <a:r>
              <a:rPr lang="en-US" altLang="en-US" dirty="0" err="1"/>
              <a:t>menyangkut</a:t>
            </a:r>
            <a:r>
              <a:rPr lang="en-US" altLang="en-US" dirty="0"/>
              <a:t> </a:t>
            </a:r>
            <a:r>
              <a:rPr lang="en-US" altLang="en-US" dirty="0" err="1"/>
              <a:t>perjanjian</a:t>
            </a:r>
            <a:r>
              <a:rPr lang="en-US" altLang="en-US" dirty="0"/>
              <a:t> </a:t>
            </a:r>
            <a:r>
              <a:rPr lang="en-US" altLang="en-US" dirty="0" err="1"/>
              <a:t>timbal</a:t>
            </a:r>
            <a:r>
              <a:rPr lang="en-US" altLang="en-US" dirty="0"/>
              <a:t> </a:t>
            </a:r>
            <a:r>
              <a:rPr lang="en-US" altLang="en-US" dirty="0" err="1"/>
              <a:t>balik</a:t>
            </a:r>
            <a:r>
              <a:rPr lang="en-US" altLang="en-US" dirty="0"/>
              <a:t>, </a:t>
            </a:r>
            <a:r>
              <a:rPr lang="en-US" altLang="en-US" dirty="0" err="1"/>
              <a:t>sumpah</a:t>
            </a:r>
            <a:r>
              <a:rPr lang="en-US" altLang="en-US" dirty="0"/>
              <a:t> </a:t>
            </a:r>
            <a:r>
              <a:rPr lang="en-US" altLang="en-US" dirty="0" err="1"/>
              <a:t>ini</a:t>
            </a:r>
            <a:r>
              <a:rPr lang="en-US" altLang="en-US" dirty="0"/>
              <a:t> </a:t>
            </a:r>
            <a:r>
              <a:rPr lang="en-US" altLang="en-US" dirty="0" err="1"/>
              <a:t>dapat</a:t>
            </a:r>
            <a:r>
              <a:rPr lang="en-US" altLang="en-US" dirty="0"/>
              <a:t> </a:t>
            </a:r>
            <a:r>
              <a:rPr lang="en-US" altLang="en-US" dirty="0" err="1"/>
              <a:t>dikembalikan</a:t>
            </a:r>
            <a:r>
              <a:rPr lang="en-US" altLang="en-US" dirty="0"/>
              <a:t>; (</a:t>
            </a:r>
            <a:r>
              <a:rPr lang="en-US" altLang="en-US" i="1" dirty="0">
                <a:solidFill>
                  <a:srgbClr val="C00000"/>
                </a:solidFill>
              </a:rPr>
              <a:t>Ps. 156 </a:t>
            </a:r>
            <a:r>
              <a:rPr lang="en-US" altLang="en-US" i="1" dirty="0" err="1">
                <a:solidFill>
                  <a:srgbClr val="C00000"/>
                </a:solidFill>
              </a:rPr>
              <a:t>ayat</a:t>
            </a:r>
            <a:r>
              <a:rPr lang="en-US" altLang="en-US" i="1" dirty="0">
                <a:solidFill>
                  <a:srgbClr val="C00000"/>
                </a:solidFill>
              </a:rPr>
              <a:t> 2 HIR</a:t>
            </a:r>
            <a:r>
              <a:rPr lang="en-US" altLang="en-US" dirty="0"/>
              <a:t>)</a:t>
            </a:r>
            <a:endParaRPr lang="id-ID" altLang="en-US" dirty="0"/>
          </a:p>
          <a:p>
            <a:pPr marL="363538" indent="-352425" algn="just">
              <a:buFont typeface="Arial" panose="020B0604020202020204" pitchFamily="34" charset="0"/>
              <a:buChar char="•"/>
            </a:pPr>
            <a:r>
              <a:rPr lang="en-US" altLang="en-US" dirty="0" err="1"/>
              <a:t>Sumpah</a:t>
            </a:r>
            <a:r>
              <a:rPr lang="en-US" altLang="en-US" dirty="0"/>
              <a:t> </a:t>
            </a:r>
            <a:r>
              <a:rPr lang="en-US" altLang="en-US" dirty="0" err="1"/>
              <a:t>ini</a:t>
            </a:r>
            <a:r>
              <a:rPr lang="en-US" altLang="en-US" dirty="0"/>
              <a:t> </a:t>
            </a:r>
            <a:r>
              <a:rPr lang="en-US" altLang="en-US" dirty="0" err="1"/>
              <a:t>harus</a:t>
            </a:r>
            <a:r>
              <a:rPr lang="en-US" altLang="en-US" dirty="0"/>
              <a:t> </a:t>
            </a:r>
            <a:r>
              <a:rPr lang="en-US" altLang="en-US" dirty="0" err="1"/>
              <a:t>bersifat</a:t>
            </a:r>
            <a:r>
              <a:rPr lang="en-US" altLang="en-US" dirty="0"/>
              <a:t> </a:t>
            </a:r>
            <a:r>
              <a:rPr lang="en-US" altLang="en-US" b="1" i="1" dirty="0"/>
              <a:t>Litis </a:t>
            </a:r>
            <a:r>
              <a:rPr lang="en-US" altLang="en-US" b="1" i="1" dirty="0" err="1"/>
              <a:t>Decisoir</a:t>
            </a:r>
            <a:r>
              <a:rPr lang="en-US" altLang="en-US" b="1" i="1" dirty="0"/>
              <a:t> </a:t>
            </a:r>
            <a:r>
              <a:rPr lang="en-US" altLang="en-US" dirty="0" err="1"/>
              <a:t>yaitu</a:t>
            </a:r>
            <a:r>
              <a:rPr lang="en-US" altLang="en-US" dirty="0"/>
              <a:t> </a:t>
            </a:r>
            <a:r>
              <a:rPr lang="en-US" altLang="en-US" dirty="0" err="1"/>
              <a:t>benar-benar</a:t>
            </a:r>
            <a:r>
              <a:rPr lang="en-US" altLang="en-US" dirty="0"/>
              <a:t> </a:t>
            </a:r>
            <a:r>
              <a:rPr lang="en-US" altLang="en-US" dirty="0" err="1"/>
              <a:t>mengenai</a:t>
            </a:r>
            <a:r>
              <a:rPr lang="en-US" altLang="en-US" dirty="0"/>
              <a:t> </a:t>
            </a:r>
            <a:r>
              <a:rPr lang="en-US" altLang="en-US" dirty="0" err="1"/>
              <a:t>suatu</a:t>
            </a:r>
            <a:r>
              <a:rPr lang="en-US" altLang="en-US" dirty="0"/>
              <a:t> </a:t>
            </a:r>
            <a:r>
              <a:rPr lang="en-US" altLang="en-US" dirty="0" err="1"/>
              <a:t>hal</a:t>
            </a:r>
            <a:r>
              <a:rPr lang="en-US" altLang="en-US" dirty="0"/>
              <a:t> </a:t>
            </a:r>
            <a:r>
              <a:rPr lang="en-US" altLang="en-US" dirty="0" err="1"/>
              <a:t>yg</a:t>
            </a:r>
            <a:r>
              <a:rPr lang="en-US" altLang="en-US" dirty="0"/>
              <a:t> </a:t>
            </a:r>
            <a:r>
              <a:rPr lang="en-US" altLang="en-US" dirty="0" err="1"/>
              <a:t>menjadi</a:t>
            </a:r>
            <a:r>
              <a:rPr lang="en-US" altLang="en-US" dirty="0"/>
              <a:t> </a:t>
            </a:r>
            <a:r>
              <a:rPr lang="en-US" altLang="en-US" dirty="0" err="1"/>
              <a:t>pokok</a:t>
            </a:r>
            <a:r>
              <a:rPr lang="en-US" altLang="en-US" dirty="0"/>
              <a:t> </a:t>
            </a:r>
            <a:r>
              <a:rPr lang="en-US" altLang="en-US" dirty="0" err="1"/>
              <a:t>perselisihan</a:t>
            </a:r>
            <a:r>
              <a:rPr lang="en-US" altLang="en-US" dirty="0"/>
              <a:t>;</a:t>
            </a:r>
            <a:endParaRPr lang="id-ID" altLang="en-US" dirty="0"/>
          </a:p>
          <a:p>
            <a:pPr marL="363538" indent="-352425" algn="just">
              <a:buFont typeface="Arial" panose="020B0604020202020204" pitchFamily="34" charset="0"/>
              <a:buChar char="•"/>
            </a:pPr>
            <a:r>
              <a:rPr lang="en-US" altLang="en-US" dirty="0" err="1"/>
              <a:t>Mengangkat</a:t>
            </a:r>
            <a:r>
              <a:rPr lang="en-US" altLang="en-US" dirty="0"/>
              <a:t> </a:t>
            </a:r>
            <a:r>
              <a:rPr lang="en-US" altLang="en-US" dirty="0" err="1"/>
              <a:t>sumpah</a:t>
            </a:r>
            <a:r>
              <a:rPr lang="en-US" altLang="en-US" dirty="0"/>
              <a:t> </a:t>
            </a:r>
            <a:r>
              <a:rPr lang="en-US" altLang="en-US" dirty="0" err="1"/>
              <a:t>dapat</a:t>
            </a:r>
            <a:r>
              <a:rPr lang="en-US" altLang="en-US" dirty="0"/>
              <a:t> </a:t>
            </a:r>
            <a:r>
              <a:rPr lang="en-US" altLang="en-US" dirty="0" err="1"/>
              <a:t>diwakilkan</a:t>
            </a:r>
            <a:r>
              <a:rPr lang="en-US" altLang="en-US" dirty="0"/>
              <a:t> </a:t>
            </a:r>
            <a:r>
              <a:rPr lang="en-US" altLang="en-US" dirty="0" err="1"/>
              <a:t>dengan</a:t>
            </a:r>
            <a:r>
              <a:rPr lang="en-US" altLang="en-US" dirty="0"/>
              <a:t> </a:t>
            </a:r>
            <a:r>
              <a:rPr lang="en-US" altLang="en-US" dirty="0" err="1"/>
              <a:t>suatu</a:t>
            </a:r>
            <a:r>
              <a:rPr lang="en-US" altLang="en-US" dirty="0"/>
              <a:t> </a:t>
            </a:r>
            <a:r>
              <a:rPr lang="en-US" altLang="en-US" dirty="0" err="1"/>
              <a:t>akta</a:t>
            </a:r>
            <a:r>
              <a:rPr lang="en-US" altLang="en-US" dirty="0"/>
              <a:t> </a:t>
            </a:r>
            <a:r>
              <a:rPr lang="en-US" altLang="en-US" dirty="0" err="1"/>
              <a:t>otentik</a:t>
            </a:r>
            <a:r>
              <a:rPr lang="en-US" altLang="en-US" dirty="0"/>
              <a:t> yang </a:t>
            </a:r>
            <a:r>
              <a:rPr lang="en-US" altLang="en-US" dirty="0" err="1"/>
              <a:t>menyebutkan</a:t>
            </a:r>
            <a:r>
              <a:rPr lang="en-US" altLang="en-US" dirty="0"/>
              <a:t> </a:t>
            </a:r>
            <a:r>
              <a:rPr lang="en-US" altLang="en-US" dirty="0" err="1"/>
              <a:t>dengan</a:t>
            </a:r>
            <a:r>
              <a:rPr lang="en-US" altLang="en-US" dirty="0"/>
              <a:t> </a:t>
            </a:r>
            <a:r>
              <a:rPr lang="en-US" altLang="en-US" dirty="0" err="1"/>
              <a:t>seksama</a:t>
            </a:r>
            <a:r>
              <a:rPr lang="en-US" altLang="en-US" dirty="0"/>
              <a:t> </a:t>
            </a:r>
            <a:r>
              <a:rPr lang="en-US" altLang="en-US" dirty="0" err="1"/>
              <a:t>tentang</a:t>
            </a:r>
            <a:r>
              <a:rPr lang="en-US" altLang="en-US" dirty="0"/>
              <a:t> </a:t>
            </a:r>
            <a:r>
              <a:rPr lang="en-US" altLang="en-US" dirty="0" err="1"/>
              <a:t>sumpah</a:t>
            </a:r>
            <a:r>
              <a:rPr lang="en-US" altLang="en-US" dirty="0"/>
              <a:t> yang </a:t>
            </a:r>
            <a:r>
              <a:rPr lang="en-US" altLang="en-US" dirty="0" err="1"/>
              <a:t>akan</a:t>
            </a:r>
            <a:r>
              <a:rPr lang="en-US" altLang="en-US" dirty="0"/>
              <a:t> </a:t>
            </a:r>
            <a:r>
              <a:rPr lang="en-US" altLang="en-US" dirty="0" err="1"/>
              <a:t>diangkat</a:t>
            </a:r>
            <a:r>
              <a:rPr lang="en-US" altLang="en-US" dirty="0"/>
              <a:t>; (</a:t>
            </a:r>
            <a:r>
              <a:rPr lang="en-US" altLang="en-US" i="1" dirty="0">
                <a:solidFill>
                  <a:srgbClr val="C00000"/>
                </a:solidFill>
              </a:rPr>
              <a:t>Ps. 157 HIR</a:t>
            </a:r>
            <a:r>
              <a:rPr lang="en-US" altLang="en-US" dirty="0"/>
              <a:t>)</a:t>
            </a:r>
            <a:endParaRPr lang="id-ID" altLang="en-US" dirty="0"/>
          </a:p>
        </p:txBody>
      </p:sp>
      <p:pic>
        <p:nvPicPr>
          <p:cNvPr id="5" name="Picture 4">
            <a:extLst>
              <a:ext uri="{FF2B5EF4-FFF2-40B4-BE49-F238E27FC236}">
                <a16:creationId xmlns:a16="http://schemas.microsoft.com/office/drawing/2014/main" id="{53670D1F-BCC8-42F2-934F-C486F0A61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6146B96-153A-4396-BC15-B74094A0F510}"/>
              </a:ext>
            </a:extLst>
          </p:cNvPr>
          <p:cNvSpPr>
            <a:spLocks noGrp="1"/>
          </p:cNvSpPr>
          <p:nvPr>
            <p:ph type="title"/>
          </p:nvPr>
        </p:nvSpPr>
        <p:spPr/>
        <p:txBody>
          <a:bodyPr>
            <a:normAutofit fontScale="90000"/>
          </a:bodyPr>
          <a:lstStyle/>
          <a:p>
            <a:r>
              <a:rPr lang="en-US" sz="4800" dirty="0"/>
              <a:t>BENTUK-BENTUK SUMPAH</a:t>
            </a:r>
          </a:p>
        </p:txBody>
      </p:sp>
      <p:sp>
        <p:nvSpPr>
          <p:cNvPr id="2" name="Text Placeholder 1">
            <a:extLst>
              <a:ext uri="{FF2B5EF4-FFF2-40B4-BE49-F238E27FC236}">
                <a16:creationId xmlns:a16="http://schemas.microsoft.com/office/drawing/2014/main" id="{B4CE28C6-72DB-485C-B471-89136CE8F2F1}"/>
              </a:ext>
            </a:extLst>
          </p:cNvPr>
          <p:cNvSpPr>
            <a:spLocks noGrp="1"/>
          </p:cNvSpPr>
          <p:nvPr>
            <p:ph type="body" sz="quarter" idx="15"/>
          </p:nvPr>
        </p:nvSpPr>
        <p:spPr>
          <a:xfrm>
            <a:off x="857648" y="3207401"/>
            <a:ext cx="3066166" cy="793099"/>
          </a:xfrm>
        </p:spPr>
        <p:txBody>
          <a:bodyPr>
            <a:normAutofit/>
          </a:bodyPr>
          <a:lstStyle/>
          <a:p>
            <a:r>
              <a:rPr lang="en-US" altLang="en-US" sz="2000" dirty="0">
                <a:solidFill>
                  <a:schemeClr val="tx1"/>
                </a:solidFill>
              </a:rPr>
              <a:t>SUMPAH PELENGKAP </a:t>
            </a:r>
            <a:r>
              <a:rPr lang="en-US" altLang="en-US" sz="2000" dirty="0"/>
              <a:t>(</a:t>
            </a:r>
            <a:r>
              <a:rPr lang="en-US" altLang="en-US" sz="2000" i="1" dirty="0" err="1"/>
              <a:t>suppletoireed</a:t>
            </a:r>
            <a:r>
              <a:rPr lang="en-US" altLang="en-US" sz="2000" i="1" dirty="0"/>
              <a:t>)</a:t>
            </a:r>
            <a:endParaRPr lang="en-ID" sz="2000" dirty="0"/>
          </a:p>
        </p:txBody>
      </p:sp>
      <p:sp>
        <p:nvSpPr>
          <p:cNvPr id="6" name="Text Placeholder 5">
            <a:extLst>
              <a:ext uri="{FF2B5EF4-FFF2-40B4-BE49-F238E27FC236}">
                <a16:creationId xmlns:a16="http://schemas.microsoft.com/office/drawing/2014/main" id="{AEE2FE40-7A34-4641-A0DF-E7CC698C50C0}"/>
              </a:ext>
            </a:extLst>
          </p:cNvPr>
          <p:cNvSpPr>
            <a:spLocks noGrp="1"/>
          </p:cNvSpPr>
          <p:nvPr>
            <p:ph type="body" sz="quarter" idx="19"/>
          </p:nvPr>
        </p:nvSpPr>
        <p:spPr>
          <a:xfrm>
            <a:off x="857648" y="3926213"/>
            <a:ext cx="3066166" cy="1927044"/>
          </a:xfrm>
        </p:spPr>
        <p:txBody>
          <a:bodyPr>
            <a:normAutofit fontScale="85000" lnSpcReduction="20000"/>
          </a:bodyPr>
          <a:lstStyle/>
          <a:p>
            <a:r>
              <a:rPr lang="en-US" altLang="en-US" dirty="0" err="1"/>
              <a:t>Sumpah</a:t>
            </a:r>
            <a:r>
              <a:rPr lang="en-US" altLang="en-US" dirty="0"/>
              <a:t> </a:t>
            </a:r>
            <a:r>
              <a:rPr lang="en-US" altLang="en-US" dirty="0" err="1"/>
              <a:t>yg</a:t>
            </a:r>
            <a:r>
              <a:rPr lang="en-US" altLang="en-US" dirty="0"/>
              <a:t> </a:t>
            </a:r>
            <a:r>
              <a:rPr lang="en-US" altLang="en-US" dirty="0" err="1"/>
              <a:t>diperintahkan</a:t>
            </a:r>
            <a:r>
              <a:rPr lang="en-US" altLang="en-US" dirty="0"/>
              <a:t> oleh hakim </a:t>
            </a:r>
            <a:r>
              <a:rPr lang="en-US" altLang="en-US" dirty="0" err="1"/>
              <a:t>karena</a:t>
            </a:r>
            <a:r>
              <a:rPr lang="en-US" altLang="en-US" dirty="0"/>
              <a:t> </a:t>
            </a:r>
            <a:r>
              <a:rPr lang="en-US" altLang="en-US" dirty="0" err="1"/>
              <a:t>jabatannya</a:t>
            </a:r>
            <a:r>
              <a:rPr lang="en-US" altLang="en-US" dirty="0"/>
              <a:t> </a:t>
            </a:r>
            <a:r>
              <a:rPr lang="en-US" altLang="en-US" dirty="0" err="1"/>
              <a:t>kepada</a:t>
            </a:r>
            <a:r>
              <a:rPr lang="en-US" altLang="en-US" dirty="0"/>
              <a:t> salah </a:t>
            </a:r>
            <a:r>
              <a:rPr lang="en-US" altLang="en-US" dirty="0" err="1"/>
              <a:t>satu</a:t>
            </a:r>
            <a:r>
              <a:rPr lang="en-US" altLang="en-US" dirty="0"/>
              <a:t> </a:t>
            </a:r>
            <a:r>
              <a:rPr lang="en-US" altLang="en-US" dirty="0" err="1"/>
              <a:t>pihak</a:t>
            </a:r>
            <a:r>
              <a:rPr lang="en-US" altLang="en-US" dirty="0"/>
              <a:t> </a:t>
            </a:r>
            <a:r>
              <a:rPr lang="en-US" altLang="en-US" dirty="0" err="1"/>
              <a:t>berperkara</a:t>
            </a:r>
            <a:r>
              <a:rPr lang="en-US" altLang="en-US" dirty="0"/>
              <a:t> . </a:t>
            </a:r>
            <a:r>
              <a:rPr lang="en-US" altLang="en-US" dirty="0" err="1"/>
              <a:t>Tujuannya</a:t>
            </a:r>
            <a:r>
              <a:rPr lang="en-US" altLang="en-US" dirty="0"/>
              <a:t> </a:t>
            </a:r>
            <a:r>
              <a:rPr lang="en-US" altLang="en-US" dirty="0" err="1"/>
              <a:t>untuk</a:t>
            </a:r>
            <a:r>
              <a:rPr lang="en-US" altLang="en-US" dirty="0"/>
              <a:t> </a:t>
            </a:r>
            <a:r>
              <a:rPr lang="en-US" altLang="en-US" dirty="0" err="1"/>
              <a:t>melengkapi</a:t>
            </a:r>
            <a:r>
              <a:rPr lang="en-US" altLang="en-US" dirty="0"/>
              <a:t> </a:t>
            </a:r>
            <a:r>
              <a:rPr lang="en-US" altLang="en-US" dirty="0" err="1"/>
              <a:t>bukti</a:t>
            </a:r>
            <a:r>
              <a:rPr lang="id-ID" altLang="en-US" dirty="0"/>
              <a:t> </a:t>
            </a:r>
            <a:r>
              <a:rPr lang="en-US" altLang="en-US" dirty="0"/>
              <a:t>yang </a:t>
            </a:r>
            <a:r>
              <a:rPr lang="en-US" altLang="en-US" dirty="0" err="1"/>
              <a:t>telah</a:t>
            </a:r>
            <a:r>
              <a:rPr lang="en-US" altLang="en-US" dirty="0"/>
              <a:t> </a:t>
            </a:r>
            <a:r>
              <a:rPr lang="en-US" altLang="en-US" dirty="0" err="1"/>
              <a:t>ada</a:t>
            </a:r>
            <a:r>
              <a:rPr lang="en-US" altLang="en-US" dirty="0"/>
              <a:t> di </a:t>
            </a:r>
            <a:r>
              <a:rPr lang="en-US" altLang="en-US" dirty="0" err="1"/>
              <a:t>tangan</a:t>
            </a:r>
            <a:r>
              <a:rPr lang="en-US" altLang="en-US" dirty="0"/>
              <a:t> salah </a:t>
            </a:r>
            <a:r>
              <a:rPr lang="en-US" altLang="en-US" dirty="0" err="1"/>
              <a:t>satu</a:t>
            </a:r>
            <a:r>
              <a:rPr lang="en-US" altLang="en-US" dirty="0"/>
              <a:t> </a:t>
            </a:r>
            <a:r>
              <a:rPr lang="en-US" altLang="en-US" dirty="0" err="1"/>
              <a:t>pihak</a:t>
            </a:r>
            <a:r>
              <a:rPr lang="en-US" altLang="en-US" dirty="0"/>
              <a:t>.</a:t>
            </a:r>
          </a:p>
          <a:p>
            <a:endParaRPr lang="en-ID" dirty="0"/>
          </a:p>
        </p:txBody>
      </p:sp>
      <p:sp>
        <p:nvSpPr>
          <p:cNvPr id="7" name="Text Placeholder 6">
            <a:extLst>
              <a:ext uri="{FF2B5EF4-FFF2-40B4-BE49-F238E27FC236}">
                <a16:creationId xmlns:a16="http://schemas.microsoft.com/office/drawing/2014/main" id="{86829776-AF13-4219-83E6-6139A08DF497}"/>
              </a:ext>
            </a:extLst>
          </p:cNvPr>
          <p:cNvSpPr>
            <a:spLocks noGrp="1"/>
          </p:cNvSpPr>
          <p:nvPr>
            <p:ph type="body" sz="quarter" idx="20"/>
          </p:nvPr>
        </p:nvSpPr>
        <p:spPr>
          <a:xfrm>
            <a:off x="4562917" y="3207401"/>
            <a:ext cx="3066166" cy="793099"/>
          </a:xfrm>
        </p:spPr>
        <p:txBody>
          <a:bodyPr>
            <a:normAutofit/>
          </a:bodyPr>
          <a:lstStyle/>
          <a:p>
            <a:r>
              <a:rPr lang="en-US" altLang="en-US" sz="2000" dirty="0">
                <a:solidFill>
                  <a:schemeClr val="tx1"/>
                </a:solidFill>
              </a:rPr>
              <a:t>SUMPAH PEMUTUS </a:t>
            </a:r>
            <a:r>
              <a:rPr lang="en-US" altLang="en-US" sz="2000" i="1" dirty="0"/>
              <a:t>(</a:t>
            </a:r>
            <a:r>
              <a:rPr lang="en-US" altLang="en-US" sz="2000" i="1" dirty="0" err="1"/>
              <a:t>decissoireed</a:t>
            </a:r>
            <a:r>
              <a:rPr lang="en-US" altLang="en-US" sz="2000" dirty="0"/>
              <a:t>)</a:t>
            </a:r>
          </a:p>
          <a:p>
            <a:endParaRPr lang="en-ID" sz="2000" dirty="0"/>
          </a:p>
        </p:txBody>
      </p:sp>
      <p:sp>
        <p:nvSpPr>
          <p:cNvPr id="8" name="Text Placeholder 7">
            <a:extLst>
              <a:ext uri="{FF2B5EF4-FFF2-40B4-BE49-F238E27FC236}">
                <a16:creationId xmlns:a16="http://schemas.microsoft.com/office/drawing/2014/main" id="{2CE0BDCD-1944-4066-9B02-2B8625831090}"/>
              </a:ext>
            </a:extLst>
          </p:cNvPr>
          <p:cNvSpPr>
            <a:spLocks noGrp="1"/>
          </p:cNvSpPr>
          <p:nvPr>
            <p:ph type="body" sz="quarter" idx="21"/>
          </p:nvPr>
        </p:nvSpPr>
        <p:spPr>
          <a:xfrm>
            <a:off x="4560991" y="3905555"/>
            <a:ext cx="3066166" cy="1055936"/>
          </a:xfrm>
        </p:spPr>
        <p:txBody>
          <a:bodyPr>
            <a:normAutofit/>
          </a:bodyPr>
          <a:lstStyle/>
          <a:p>
            <a:r>
              <a:rPr lang="en-US" altLang="en-US" sz="2000" dirty="0" err="1"/>
              <a:t>Sumpah</a:t>
            </a:r>
            <a:r>
              <a:rPr lang="en-US" altLang="en-US" sz="2000" dirty="0"/>
              <a:t> </a:t>
            </a:r>
            <a:r>
              <a:rPr lang="en-US" altLang="en-US" sz="2000" dirty="0" err="1"/>
              <a:t>yg</a:t>
            </a:r>
            <a:r>
              <a:rPr lang="en-US" altLang="en-US" sz="2000" dirty="0"/>
              <a:t> </a:t>
            </a:r>
            <a:r>
              <a:rPr lang="en-US" altLang="en-US" sz="2000" dirty="0" err="1"/>
              <a:t>dimohonkan</a:t>
            </a:r>
            <a:r>
              <a:rPr lang="en-US" altLang="en-US" sz="2000" dirty="0"/>
              <a:t> oleh </a:t>
            </a:r>
            <a:r>
              <a:rPr lang="en-US" altLang="en-US" sz="2000" dirty="0" err="1"/>
              <a:t>pihak</a:t>
            </a:r>
            <a:r>
              <a:rPr lang="en-US" altLang="en-US" sz="2000" dirty="0"/>
              <a:t> </a:t>
            </a:r>
            <a:r>
              <a:rPr lang="en-US" altLang="en-US" sz="2000" dirty="0" err="1"/>
              <a:t>lawan</a:t>
            </a:r>
            <a:r>
              <a:rPr lang="en-US" altLang="en-US" sz="2000" dirty="0"/>
              <a:t>.</a:t>
            </a:r>
            <a:endParaRPr lang="en-ID" sz="2000" dirty="0"/>
          </a:p>
        </p:txBody>
      </p:sp>
      <p:sp>
        <p:nvSpPr>
          <p:cNvPr id="9" name="Text Placeholder 8">
            <a:extLst>
              <a:ext uri="{FF2B5EF4-FFF2-40B4-BE49-F238E27FC236}">
                <a16:creationId xmlns:a16="http://schemas.microsoft.com/office/drawing/2014/main" id="{2B6D1936-3725-44E8-9B04-4C0658848CC9}"/>
              </a:ext>
            </a:extLst>
          </p:cNvPr>
          <p:cNvSpPr>
            <a:spLocks noGrp="1"/>
          </p:cNvSpPr>
          <p:nvPr>
            <p:ph type="body" sz="quarter" idx="22"/>
          </p:nvPr>
        </p:nvSpPr>
        <p:spPr>
          <a:xfrm>
            <a:off x="8264334" y="3207401"/>
            <a:ext cx="3066166" cy="793099"/>
          </a:xfrm>
        </p:spPr>
        <p:txBody>
          <a:bodyPr>
            <a:normAutofit lnSpcReduction="10000"/>
          </a:bodyPr>
          <a:lstStyle/>
          <a:p>
            <a:r>
              <a:rPr lang="en-US" altLang="en-US" sz="2000" dirty="0">
                <a:solidFill>
                  <a:schemeClr val="tx1"/>
                </a:solidFill>
              </a:rPr>
              <a:t>SUMPAH PENAKSIR </a:t>
            </a:r>
            <a:r>
              <a:rPr lang="en-US" sz="2000" dirty="0"/>
              <a:t>(</a:t>
            </a:r>
            <a:r>
              <a:rPr lang="en-US" sz="2000" i="1" dirty="0" err="1"/>
              <a:t>aestimatoir</a:t>
            </a:r>
            <a:r>
              <a:rPr lang="en-US" sz="2000" i="1" dirty="0"/>
              <a:t>, </a:t>
            </a:r>
            <a:r>
              <a:rPr lang="en-US" sz="2000" i="1" dirty="0" err="1"/>
              <a:t>schattingseed</a:t>
            </a:r>
            <a:r>
              <a:rPr lang="en-US" sz="2000" dirty="0"/>
              <a:t>)</a:t>
            </a:r>
            <a:endParaRPr lang="en-ID" sz="2000" dirty="0"/>
          </a:p>
        </p:txBody>
      </p:sp>
      <p:sp>
        <p:nvSpPr>
          <p:cNvPr id="12" name="Text Placeholder 11">
            <a:extLst>
              <a:ext uri="{FF2B5EF4-FFF2-40B4-BE49-F238E27FC236}">
                <a16:creationId xmlns:a16="http://schemas.microsoft.com/office/drawing/2014/main" id="{1948114B-C05A-41B3-AA4E-87F3E3ECD457}"/>
              </a:ext>
            </a:extLst>
          </p:cNvPr>
          <p:cNvSpPr>
            <a:spLocks noGrp="1"/>
          </p:cNvSpPr>
          <p:nvPr>
            <p:ph type="body" sz="quarter" idx="23"/>
          </p:nvPr>
        </p:nvSpPr>
        <p:spPr>
          <a:xfrm>
            <a:off x="8264334" y="3990109"/>
            <a:ext cx="3066166" cy="1852757"/>
          </a:xfrm>
        </p:spPr>
        <p:txBody>
          <a:bodyPr>
            <a:normAutofit fontScale="85000" lnSpcReduction="10000"/>
          </a:bodyPr>
          <a:lstStyle/>
          <a:p>
            <a:r>
              <a:rPr lang="en-US" altLang="en-US" dirty="0" err="1"/>
              <a:t>Sumpah</a:t>
            </a:r>
            <a:r>
              <a:rPr lang="en-US" altLang="en-US" dirty="0"/>
              <a:t> </a:t>
            </a:r>
            <a:r>
              <a:rPr lang="en-US" altLang="en-US" dirty="0" err="1"/>
              <a:t>penaksir</a:t>
            </a:r>
            <a:r>
              <a:rPr lang="en-US" altLang="en-US" dirty="0"/>
              <a:t> </a:t>
            </a:r>
            <a:r>
              <a:rPr lang="en-US" altLang="en-US" dirty="0" err="1"/>
              <a:t>adalah</a:t>
            </a:r>
            <a:r>
              <a:rPr lang="en-US" altLang="en-US" dirty="0"/>
              <a:t> </a:t>
            </a:r>
            <a:r>
              <a:rPr lang="en-US" altLang="en-US" dirty="0" err="1"/>
              <a:t>sumpah</a:t>
            </a:r>
            <a:r>
              <a:rPr lang="en-US" altLang="en-US" dirty="0"/>
              <a:t> yang </a:t>
            </a:r>
            <a:r>
              <a:rPr lang="en-US" altLang="en-US" dirty="0" err="1"/>
              <a:t>diperintahkan</a:t>
            </a:r>
            <a:r>
              <a:rPr lang="en-US" altLang="en-US" dirty="0"/>
              <a:t> oleh hakim </a:t>
            </a:r>
            <a:r>
              <a:rPr lang="en-US" altLang="en-US" dirty="0" err="1"/>
              <a:t>karena</a:t>
            </a:r>
            <a:r>
              <a:rPr lang="en-US" altLang="en-US" dirty="0"/>
              <a:t> </a:t>
            </a:r>
            <a:r>
              <a:rPr lang="en-US" altLang="en-US" dirty="0" err="1"/>
              <a:t>jabatannya</a:t>
            </a:r>
            <a:r>
              <a:rPr lang="en-US" altLang="en-US" dirty="0"/>
              <a:t> </a:t>
            </a:r>
            <a:r>
              <a:rPr lang="en-US" altLang="en-US" dirty="0" err="1"/>
              <a:t>kepada</a:t>
            </a:r>
            <a:r>
              <a:rPr lang="en-US" altLang="en-US" dirty="0"/>
              <a:t> </a:t>
            </a:r>
            <a:r>
              <a:rPr lang="en-US" altLang="en-US" dirty="0" err="1"/>
              <a:t>Penggugat</a:t>
            </a:r>
            <a:r>
              <a:rPr lang="en-US" altLang="en-US" dirty="0"/>
              <a:t> </a:t>
            </a:r>
            <a:r>
              <a:rPr lang="en-US" altLang="en-US" dirty="0" err="1"/>
              <a:t>untuk</a:t>
            </a:r>
            <a:r>
              <a:rPr lang="en-US" altLang="en-US" dirty="0"/>
              <a:t> </a:t>
            </a:r>
            <a:r>
              <a:rPr lang="en-US" altLang="en-US" dirty="0" err="1"/>
              <a:t>menentukan</a:t>
            </a:r>
            <a:r>
              <a:rPr lang="en-US" altLang="en-US" dirty="0"/>
              <a:t> </a:t>
            </a:r>
            <a:r>
              <a:rPr lang="en-US" altLang="en-US" dirty="0" err="1"/>
              <a:t>sejumlah</a:t>
            </a:r>
            <a:r>
              <a:rPr lang="en-US" altLang="en-US" dirty="0"/>
              <a:t> </a:t>
            </a:r>
            <a:r>
              <a:rPr lang="en-US" altLang="en-US" dirty="0" err="1"/>
              <a:t>uang</a:t>
            </a:r>
            <a:r>
              <a:rPr lang="en-US" altLang="en-US" dirty="0"/>
              <a:t> </a:t>
            </a:r>
            <a:r>
              <a:rPr lang="en-US" altLang="en-US" dirty="0" err="1"/>
              <a:t>ganti</a:t>
            </a:r>
            <a:r>
              <a:rPr lang="en-US" altLang="en-US" dirty="0"/>
              <a:t> </a:t>
            </a:r>
            <a:r>
              <a:rPr lang="en-US" altLang="en-US" dirty="0" err="1"/>
              <a:t>kerugian</a:t>
            </a:r>
            <a:r>
              <a:rPr lang="en-US" altLang="en-US" dirty="0"/>
              <a:t>.</a:t>
            </a:r>
            <a:endParaRPr lang="id-ID" altLang="en-US" dirty="0"/>
          </a:p>
          <a:p>
            <a:endParaRPr lang="en-ID" dirty="0"/>
          </a:p>
        </p:txBody>
      </p:sp>
      <p:pic>
        <p:nvPicPr>
          <p:cNvPr id="11" name="Picture 10">
            <a:extLst>
              <a:ext uri="{FF2B5EF4-FFF2-40B4-BE49-F238E27FC236}">
                <a16:creationId xmlns:a16="http://schemas.microsoft.com/office/drawing/2014/main" id="{DCDD34DA-A1B4-42D6-AD2C-37B5C4B9B2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978968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820A73C0-DBEE-49A5-BC7E-57DE557E450A}"/>
              </a:ext>
            </a:extLst>
          </p:cNvPr>
          <p:cNvPicPr>
            <a:picLocks noGrp="1" noChangeAspect="1"/>
          </p:cNvPicPr>
          <p:nvPr>
            <p:ph type="pic" sz="quarter" idx="32"/>
          </p:nvPr>
        </p:nvPicPr>
        <p:blipFill>
          <a:blip r:embed="rId2">
            <a:extLst>
              <a:ext uri="{28A0092B-C50C-407E-A947-70E740481C1C}">
                <a14:useLocalDpi xmlns:a14="http://schemas.microsoft.com/office/drawing/2010/main" val="0"/>
              </a:ext>
            </a:extLst>
          </a:blip>
          <a:srcRect l="15771" r="15771"/>
          <a:stretch>
            <a:fillRect/>
          </a:stretch>
        </p:blipFill>
        <p:spPr/>
      </p:pic>
      <p:sp>
        <p:nvSpPr>
          <p:cNvPr id="13" name="Title 12">
            <a:extLst>
              <a:ext uri="{FF2B5EF4-FFF2-40B4-BE49-F238E27FC236}">
                <a16:creationId xmlns:a16="http://schemas.microsoft.com/office/drawing/2014/main" id="{B7C9692A-EB66-4224-8D44-9CBC97E1C067}"/>
              </a:ext>
            </a:extLst>
          </p:cNvPr>
          <p:cNvSpPr>
            <a:spLocks noGrp="1"/>
          </p:cNvSpPr>
          <p:nvPr>
            <p:ph type="title"/>
          </p:nvPr>
        </p:nvSpPr>
        <p:spPr>
          <a:xfrm>
            <a:off x="632732" y="917569"/>
            <a:ext cx="5962062" cy="1107996"/>
          </a:xfrm>
        </p:spPr>
        <p:txBody>
          <a:bodyPr/>
          <a:lstStyle/>
          <a:p>
            <a:r>
              <a:rPr lang="en-US" dirty="0"/>
              <a:t>DESCENTE</a:t>
            </a:r>
            <a:br>
              <a:rPr lang="en-US" dirty="0"/>
            </a:br>
            <a:r>
              <a:rPr lang="en-US" sz="3600" i="1" dirty="0"/>
              <a:t>(</a:t>
            </a:r>
            <a:r>
              <a:rPr lang="en-US" sz="3600" i="1" dirty="0" err="1"/>
              <a:t>pemeriksaan</a:t>
            </a:r>
            <a:r>
              <a:rPr lang="en-US" sz="3600" i="1" dirty="0"/>
              <a:t> </a:t>
            </a:r>
            <a:r>
              <a:rPr lang="en-US" sz="3600" i="1" dirty="0" err="1"/>
              <a:t>setempat</a:t>
            </a:r>
            <a:r>
              <a:rPr lang="en-US" sz="3600" i="1" dirty="0"/>
              <a:t>)</a:t>
            </a:r>
            <a:endParaRPr lang="en-ID" sz="3600" i="1" dirty="0"/>
          </a:p>
        </p:txBody>
      </p:sp>
      <p:sp>
        <p:nvSpPr>
          <p:cNvPr id="15" name="Text Placeholder 14">
            <a:extLst>
              <a:ext uri="{FF2B5EF4-FFF2-40B4-BE49-F238E27FC236}">
                <a16:creationId xmlns:a16="http://schemas.microsoft.com/office/drawing/2014/main" id="{17DFAF15-5D8C-4EE3-8EB1-0462FC088D64}"/>
              </a:ext>
            </a:extLst>
          </p:cNvPr>
          <p:cNvSpPr>
            <a:spLocks noGrp="1"/>
          </p:cNvSpPr>
          <p:nvPr>
            <p:ph type="body" sz="quarter" idx="14"/>
          </p:nvPr>
        </p:nvSpPr>
        <p:spPr>
          <a:xfrm>
            <a:off x="632733" y="2668377"/>
            <a:ext cx="5704272" cy="3272054"/>
          </a:xfrm>
        </p:spPr>
        <p:txBody>
          <a:bodyPr>
            <a:normAutofit fontScale="92500"/>
          </a:bodyPr>
          <a:lstStyle/>
          <a:p>
            <a:pPr algn="ctr"/>
            <a:r>
              <a:rPr lang="en-ID" dirty="0" err="1"/>
              <a:t>Jika</a:t>
            </a:r>
            <a:r>
              <a:rPr lang="en-ID" dirty="0"/>
              <a:t> </a:t>
            </a:r>
            <a:r>
              <a:rPr lang="en-ID" dirty="0" err="1"/>
              <a:t>alat</a:t>
            </a:r>
            <a:r>
              <a:rPr lang="en-ID" dirty="0"/>
              <a:t> </a:t>
            </a:r>
            <a:r>
              <a:rPr lang="en-ID" dirty="0" err="1"/>
              <a:t>bukti</a:t>
            </a:r>
            <a:r>
              <a:rPr lang="en-ID" dirty="0"/>
              <a:t> </a:t>
            </a:r>
            <a:r>
              <a:rPr lang="en-ID" dirty="0" err="1"/>
              <a:t>sebagaimana</a:t>
            </a:r>
            <a:r>
              <a:rPr lang="en-ID" dirty="0"/>
              <a:t> yang </a:t>
            </a:r>
            <a:r>
              <a:rPr lang="en-ID" dirty="0" err="1"/>
              <a:t>diatur</a:t>
            </a:r>
            <a:r>
              <a:rPr lang="en-ID" dirty="0"/>
              <a:t> </a:t>
            </a:r>
            <a:r>
              <a:rPr lang="en-ID" dirty="0" err="1"/>
              <a:t>dalam</a:t>
            </a:r>
            <a:r>
              <a:rPr lang="en-ID" dirty="0"/>
              <a:t> </a:t>
            </a:r>
            <a:r>
              <a:rPr lang="en-ID" dirty="0" err="1"/>
              <a:t>Pasal</a:t>
            </a:r>
            <a:r>
              <a:rPr lang="en-ID" dirty="0"/>
              <a:t> 164 HIR/284 </a:t>
            </a:r>
            <a:r>
              <a:rPr lang="en-ID" dirty="0" err="1"/>
              <a:t>RBg</a:t>
            </a:r>
            <a:r>
              <a:rPr lang="en-ID" dirty="0"/>
              <a:t> </a:t>
            </a:r>
            <a:r>
              <a:rPr lang="en-ID" dirty="0" err="1"/>
              <a:t>seperti</a:t>
            </a:r>
            <a:r>
              <a:rPr lang="en-ID" dirty="0"/>
              <a:t> </a:t>
            </a:r>
            <a:r>
              <a:rPr lang="en-ID" dirty="0" err="1"/>
              <a:t>tersebut</a:t>
            </a:r>
            <a:r>
              <a:rPr lang="en-ID" dirty="0"/>
              <a:t> di </a:t>
            </a:r>
            <a:r>
              <a:rPr lang="en-ID" dirty="0" err="1"/>
              <a:t>atas</a:t>
            </a:r>
            <a:r>
              <a:rPr lang="en-ID" dirty="0"/>
              <a:t> </a:t>
            </a:r>
            <a:r>
              <a:rPr lang="en-ID" dirty="0" err="1"/>
              <a:t>dirasa</a:t>
            </a:r>
            <a:r>
              <a:rPr lang="en-ID" dirty="0"/>
              <a:t> </a:t>
            </a:r>
            <a:r>
              <a:rPr lang="en-ID" dirty="0" err="1"/>
              <a:t>kurang</a:t>
            </a:r>
            <a:r>
              <a:rPr lang="en-ID" dirty="0"/>
              <a:t> </a:t>
            </a:r>
            <a:r>
              <a:rPr lang="en-ID" dirty="0" err="1"/>
              <a:t>dapat</a:t>
            </a:r>
            <a:r>
              <a:rPr lang="en-ID" dirty="0"/>
              <a:t> </a:t>
            </a:r>
            <a:r>
              <a:rPr lang="en-ID" dirty="0" err="1"/>
              <a:t>memberikan</a:t>
            </a:r>
            <a:r>
              <a:rPr lang="en-ID" dirty="0"/>
              <a:t> </a:t>
            </a:r>
            <a:r>
              <a:rPr lang="en-ID" dirty="0" err="1"/>
              <a:t>kekuatan</a:t>
            </a:r>
            <a:r>
              <a:rPr lang="en-ID" dirty="0"/>
              <a:t> dan </a:t>
            </a:r>
            <a:r>
              <a:rPr lang="en-ID" dirty="0" err="1"/>
              <a:t>kejelasan</a:t>
            </a:r>
            <a:r>
              <a:rPr lang="en-ID" dirty="0"/>
              <a:t> pada hakim </a:t>
            </a:r>
            <a:r>
              <a:rPr lang="en-ID" dirty="0" err="1"/>
              <a:t>dalam</a:t>
            </a:r>
            <a:r>
              <a:rPr lang="en-ID" dirty="0"/>
              <a:t> </a:t>
            </a:r>
            <a:r>
              <a:rPr lang="en-ID" dirty="0" err="1"/>
              <a:t>mengambil</a:t>
            </a:r>
            <a:r>
              <a:rPr lang="en-ID" dirty="0"/>
              <a:t> </a:t>
            </a:r>
            <a:r>
              <a:rPr lang="en-ID" dirty="0" err="1"/>
              <a:t>keputusan</a:t>
            </a:r>
            <a:r>
              <a:rPr lang="en-ID" dirty="0"/>
              <a:t>, </a:t>
            </a:r>
            <a:r>
              <a:rPr lang="en-ID" dirty="0" err="1"/>
              <a:t>maka</a:t>
            </a:r>
            <a:r>
              <a:rPr lang="en-ID" dirty="0"/>
              <a:t> </a:t>
            </a:r>
            <a:r>
              <a:rPr lang="en-ID" dirty="0" err="1"/>
              <a:t>pembuktian</a:t>
            </a:r>
            <a:r>
              <a:rPr lang="en-ID" dirty="0"/>
              <a:t> </a:t>
            </a:r>
            <a:r>
              <a:rPr lang="en-ID" dirty="0" err="1"/>
              <a:t>dapat</a:t>
            </a:r>
            <a:r>
              <a:rPr lang="en-ID" dirty="0"/>
              <a:t> </a:t>
            </a:r>
            <a:r>
              <a:rPr lang="en-ID" dirty="0" err="1"/>
              <a:t>dilakukan</a:t>
            </a:r>
            <a:r>
              <a:rPr lang="en-ID" dirty="0"/>
              <a:t> </a:t>
            </a:r>
            <a:r>
              <a:rPr lang="en-ID" dirty="0" err="1"/>
              <a:t>dengan</a:t>
            </a:r>
            <a:r>
              <a:rPr lang="en-ID" dirty="0"/>
              <a:t> </a:t>
            </a:r>
            <a:r>
              <a:rPr lang="en-ID" dirty="0" err="1"/>
              <a:t>cara</a:t>
            </a:r>
            <a:r>
              <a:rPr lang="en-ID" dirty="0"/>
              <a:t> lain </a:t>
            </a:r>
            <a:r>
              <a:rPr lang="en-ID" dirty="0" err="1"/>
              <a:t>yaitu</a:t>
            </a:r>
            <a:r>
              <a:rPr lang="en-ID" dirty="0"/>
              <a:t> </a:t>
            </a:r>
            <a:r>
              <a:rPr lang="en-ID" b="1" dirty="0" err="1"/>
              <a:t>Pemeriksaan</a:t>
            </a:r>
            <a:r>
              <a:rPr lang="en-ID" b="1" dirty="0"/>
              <a:t> </a:t>
            </a:r>
            <a:r>
              <a:rPr lang="en-ID" b="1" dirty="0" err="1"/>
              <a:t>Setempat</a:t>
            </a:r>
            <a:r>
              <a:rPr lang="en-ID" b="1" dirty="0"/>
              <a:t> </a:t>
            </a:r>
            <a:r>
              <a:rPr lang="en-ID" dirty="0" err="1"/>
              <a:t>sebagaimana</a:t>
            </a:r>
            <a:r>
              <a:rPr lang="en-ID" dirty="0"/>
              <a:t> </a:t>
            </a:r>
            <a:r>
              <a:rPr lang="en-ID" dirty="0" err="1"/>
              <a:t>diatur</a:t>
            </a:r>
            <a:r>
              <a:rPr lang="en-ID" dirty="0"/>
              <a:t> </a:t>
            </a:r>
            <a:r>
              <a:rPr lang="en-ID" dirty="0" err="1"/>
              <a:t>dalam</a:t>
            </a:r>
            <a:r>
              <a:rPr lang="en-ID" dirty="0"/>
              <a:t> </a:t>
            </a:r>
            <a:r>
              <a:rPr lang="en-ID" dirty="0" err="1"/>
              <a:t>Pasal</a:t>
            </a:r>
            <a:r>
              <a:rPr lang="en-ID" dirty="0"/>
              <a:t> 153 HIR/180 </a:t>
            </a:r>
            <a:r>
              <a:rPr lang="en-ID" dirty="0" err="1"/>
              <a:t>RBg</a:t>
            </a:r>
            <a:r>
              <a:rPr lang="en-ID" dirty="0"/>
              <a:t>.</a:t>
            </a:r>
          </a:p>
        </p:txBody>
      </p:sp>
      <p:pic>
        <p:nvPicPr>
          <p:cNvPr id="19" name="Picture 18">
            <a:extLst>
              <a:ext uri="{FF2B5EF4-FFF2-40B4-BE49-F238E27FC236}">
                <a16:creationId xmlns:a16="http://schemas.microsoft.com/office/drawing/2014/main" id="{495DDB43-4728-4E77-980E-9D43B577FB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694659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1167DD-2A91-4E91-9ED9-AB8E6CE86BE2}"/>
              </a:ext>
            </a:extLst>
          </p:cNvPr>
          <p:cNvSpPr>
            <a:spLocks noGrp="1"/>
          </p:cNvSpPr>
          <p:nvPr>
            <p:ph type="title"/>
          </p:nvPr>
        </p:nvSpPr>
        <p:spPr>
          <a:xfrm>
            <a:off x="5629569" y="723017"/>
            <a:ext cx="5962062" cy="924953"/>
          </a:xfrm>
        </p:spPr>
        <p:txBody>
          <a:bodyPr>
            <a:noAutofit/>
          </a:bodyPr>
          <a:lstStyle/>
          <a:p>
            <a:r>
              <a:rPr lang="en-US" sz="3200" dirty="0"/>
              <a:t>RUMUSAN HUKUM </a:t>
            </a:r>
            <a:br>
              <a:rPr lang="en-US" sz="3200" dirty="0"/>
            </a:br>
            <a:r>
              <a:rPr lang="en-US" sz="3200" dirty="0"/>
              <a:t>KAMAR AGAMA</a:t>
            </a:r>
            <a:endParaRPr lang="en-ID" sz="3200" dirty="0"/>
          </a:p>
        </p:txBody>
      </p:sp>
      <p:pic>
        <p:nvPicPr>
          <p:cNvPr id="16" name="Picture Placeholder 15">
            <a:extLst>
              <a:ext uri="{FF2B5EF4-FFF2-40B4-BE49-F238E27FC236}">
                <a16:creationId xmlns:a16="http://schemas.microsoft.com/office/drawing/2014/main" id="{CDFCE0C0-EBBA-410B-84C5-FCDACF18C5EF}"/>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32840" r="32840"/>
          <a:stretch>
            <a:fillRect/>
          </a:stretch>
        </p:blipFill>
        <p:spPr/>
      </p:pic>
      <p:sp>
        <p:nvSpPr>
          <p:cNvPr id="12" name="Text Placeholder 11">
            <a:extLst>
              <a:ext uri="{FF2B5EF4-FFF2-40B4-BE49-F238E27FC236}">
                <a16:creationId xmlns:a16="http://schemas.microsoft.com/office/drawing/2014/main" id="{8793D655-8C77-430C-B275-1E1584E61C79}"/>
              </a:ext>
            </a:extLst>
          </p:cNvPr>
          <p:cNvSpPr>
            <a:spLocks noGrp="1"/>
          </p:cNvSpPr>
          <p:nvPr>
            <p:ph type="body" sz="quarter" idx="13"/>
          </p:nvPr>
        </p:nvSpPr>
        <p:spPr>
          <a:xfrm>
            <a:off x="5629569" y="1649703"/>
            <a:ext cx="5962062" cy="387798"/>
          </a:xfrm>
        </p:spPr>
        <p:txBody>
          <a:bodyPr/>
          <a:lstStyle/>
          <a:p>
            <a:r>
              <a:rPr lang="en-US" dirty="0"/>
              <a:t>SEMA No. 3 </a:t>
            </a:r>
            <a:r>
              <a:rPr lang="en-US" dirty="0" err="1"/>
              <a:t>Tahun</a:t>
            </a:r>
            <a:r>
              <a:rPr lang="en-US" dirty="0"/>
              <a:t> 2015</a:t>
            </a:r>
            <a:endParaRPr lang="en-ID" dirty="0"/>
          </a:p>
        </p:txBody>
      </p:sp>
      <p:sp>
        <p:nvSpPr>
          <p:cNvPr id="13" name="Text Placeholder 12">
            <a:extLst>
              <a:ext uri="{FF2B5EF4-FFF2-40B4-BE49-F238E27FC236}">
                <a16:creationId xmlns:a16="http://schemas.microsoft.com/office/drawing/2014/main" id="{3EBCF885-D728-4EA2-8F82-5384812BE13B}"/>
              </a:ext>
            </a:extLst>
          </p:cNvPr>
          <p:cNvSpPr>
            <a:spLocks noGrp="1"/>
          </p:cNvSpPr>
          <p:nvPr>
            <p:ph type="body" sz="quarter" idx="14"/>
          </p:nvPr>
        </p:nvSpPr>
        <p:spPr>
          <a:xfrm>
            <a:off x="5629569" y="2683422"/>
            <a:ext cx="5962060" cy="3173468"/>
          </a:xfrm>
        </p:spPr>
        <p:txBody>
          <a:bodyPr/>
          <a:lstStyle/>
          <a:p>
            <a:r>
              <a:rPr lang="en-US" dirty="0" err="1"/>
              <a:t>Pengukuran</a:t>
            </a:r>
            <a:r>
              <a:rPr lang="en-US" dirty="0"/>
              <a:t> </a:t>
            </a:r>
            <a:r>
              <a:rPr lang="en-US" dirty="0" err="1"/>
              <a:t>terhadap</a:t>
            </a:r>
            <a:r>
              <a:rPr lang="en-US" dirty="0"/>
              <a:t> </a:t>
            </a:r>
            <a:r>
              <a:rPr lang="en-US" dirty="0" err="1"/>
              <a:t>objek</a:t>
            </a:r>
            <a:r>
              <a:rPr lang="en-US" dirty="0"/>
              <a:t> </a:t>
            </a:r>
            <a:r>
              <a:rPr lang="en-US" dirty="0" err="1"/>
              <a:t>pemeriksaan</a:t>
            </a:r>
            <a:r>
              <a:rPr lang="en-US" dirty="0"/>
              <a:t> </a:t>
            </a:r>
            <a:r>
              <a:rPr lang="en-US" dirty="0" err="1"/>
              <a:t>setempat</a:t>
            </a:r>
            <a:r>
              <a:rPr lang="en-US" dirty="0"/>
              <a:t> (</a:t>
            </a:r>
            <a:r>
              <a:rPr lang="en-US" i="1" dirty="0" err="1"/>
              <a:t>descente</a:t>
            </a:r>
            <a:r>
              <a:rPr lang="en-US" dirty="0"/>
              <a:t>) </a:t>
            </a:r>
            <a:r>
              <a:rPr lang="en-US" dirty="0" err="1"/>
              <a:t>berupa</a:t>
            </a:r>
            <a:r>
              <a:rPr lang="en-US" dirty="0"/>
              <a:t> </a:t>
            </a:r>
            <a:r>
              <a:rPr lang="en-US" dirty="0" err="1"/>
              <a:t>tanah</a:t>
            </a:r>
            <a:r>
              <a:rPr lang="en-US" dirty="0"/>
              <a:t> </a:t>
            </a:r>
            <a:r>
              <a:rPr lang="en-US" dirty="0" err="1"/>
              <a:t>tidak</a:t>
            </a:r>
            <a:r>
              <a:rPr lang="en-US" dirty="0"/>
              <a:t> </a:t>
            </a:r>
            <a:r>
              <a:rPr lang="en-US" dirty="0" err="1"/>
              <a:t>harus</a:t>
            </a:r>
            <a:r>
              <a:rPr lang="en-US" dirty="0"/>
              <a:t> </a:t>
            </a:r>
            <a:r>
              <a:rPr lang="en-US" dirty="0" err="1"/>
              <a:t>dilakukan</a:t>
            </a:r>
            <a:r>
              <a:rPr lang="en-US" dirty="0"/>
              <a:t> oleh </a:t>
            </a:r>
            <a:r>
              <a:rPr lang="en-US" dirty="0" err="1"/>
              <a:t>petugas</a:t>
            </a:r>
            <a:r>
              <a:rPr lang="en-US" dirty="0"/>
              <a:t> </a:t>
            </a:r>
            <a:r>
              <a:rPr lang="en-US" dirty="0" err="1"/>
              <a:t>dari</a:t>
            </a:r>
            <a:r>
              <a:rPr lang="en-US" dirty="0"/>
              <a:t> Kantor Badan </a:t>
            </a:r>
            <a:r>
              <a:rPr lang="en-US" dirty="0" err="1"/>
              <a:t>Pertanahan</a:t>
            </a:r>
            <a:r>
              <a:rPr lang="en-US" dirty="0"/>
              <a:t> Nasional (BPN), </a:t>
            </a:r>
            <a:r>
              <a:rPr lang="en-US" dirty="0" err="1"/>
              <a:t>akan</a:t>
            </a:r>
            <a:r>
              <a:rPr lang="en-US" dirty="0"/>
              <a:t> </a:t>
            </a:r>
            <a:r>
              <a:rPr lang="en-US" dirty="0" err="1"/>
              <a:t>tetapi</a:t>
            </a:r>
            <a:r>
              <a:rPr lang="en-US" dirty="0"/>
              <a:t> </a:t>
            </a:r>
            <a:r>
              <a:rPr lang="en-US" dirty="0" err="1"/>
              <a:t>dapat</a:t>
            </a:r>
            <a:r>
              <a:rPr lang="en-US" dirty="0"/>
              <a:t> </a:t>
            </a:r>
            <a:r>
              <a:rPr lang="en-US" dirty="0" err="1"/>
              <a:t>dilakukan</a:t>
            </a:r>
            <a:r>
              <a:rPr lang="en-US" dirty="0"/>
              <a:t> oleh </a:t>
            </a:r>
            <a:r>
              <a:rPr lang="en-US" dirty="0" err="1"/>
              <a:t>pegawai</a:t>
            </a:r>
            <a:r>
              <a:rPr lang="en-US" dirty="0"/>
              <a:t> </a:t>
            </a:r>
            <a:r>
              <a:rPr lang="en-US" dirty="0" err="1"/>
              <a:t>pengadilan</a:t>
            </a:r>
            <a:r>
              <a:rPr lang="en-US" dirty="0"/>
              <a:t> agama Bersama </a:t>
            </a:r>
            <a:r>
              <a:rPr lang="en-US" dirty="0" err="1"/>
              <a:t>aparat</a:t>
            </a:r>
            <a:r>
              <a:rPr lang="en-US" dirty="0"/>
              <a:t> </a:t>
            </a:r>
            <a:r>
              <a:rPr lang="en-US" dirty="0" err="1"/>
              <a:t>desa</a:t>
            </a:r>
            <a:r>
              <a:rPr lang="en-US" dirty="0"/>
              <a:t>/</a:t>
            </a:r>
            <a:r>
              <a:rPr lang="en-US" dirty="0" err="1"/>
              <a:t>kelurahan</a:t>
            </a:r>
            <a:r>
              <a:rPr lang="en-US" dirty="0"/>
              <a:t> </a:t>
            </a:r>
            <a:r>
              <a:rPr lang="en-US" dirty="0" err="1"/>
              <a:t>setempat</a:t>
            </a:r>
            <a:r>
              <a:rPr lang="en-US" dirty="0"/>
              <a:t>.</a:t>
            </a:r>
            <a:endParaRPr lang="en-ID" dirty="0"/>
          </a:p>
        </p:txBody>
      </p:sp>
      <p:pic>
        <p:nvPicPr>
          <p:cNvPr id="17" name="Picture 16">
            <a:extLst>
              <a:ext uri="{FF2B5EF4-FFF2-40B4-BE49-F238E27FC236}">
                <a16:creationId xmlns:a16="http://schemas.microsoft.com/office/drawing/2014/main" id="{6CEFD973-7BC1-4C30-B286-C7CE52614D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162874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711CFF0-3601-4B09-B196-823E5E95D949}"/>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l="21536" r="21536"/>
          <a:stretch>
            <a:fillRect/>
          </a:stretch>
        </p:blipFill>
        <p:spPr/>
      </p:pic>
      <p:sp>
        <p:nvSpPr>
          <p:cNvPr id="6" name="Title 5">
            <a:extLst>
              <a:ext uri="{FF2B5EF4-FFF2-40B4-BE49-F238E27FC236}">
                <a16:creationId xmlns:a16="http://schemas.microsoft.com/office/drawing/2014/main" id="{A7009586-5560-4002-87A7-E28F4EAC2D59}"/>
              </a:ext>
            </a:extLst>
          </p:cNvPr>
          <p:cNvSpPr>
            <a:spLocks noGrp="1"/>
          </p:cNvSpPr>
          <p:nvPr>
            <p:ph type="title"/>
          </p:nvPr>
        </p:nvSpPr>
        <p:spPr/>
        <p:txBody>
          <a:bodyPr>
            <a:noAutofit/>
          </a:bodyPr>
          <a:lstStyle/>
          <a:p>
            <a:pPr algn="ctr"/>
            <a:r>
              <a:rPr lang="en-US" sz="2800" dirty="0"/>
              <a:t>RUMUSAN HUKUM KAMAR AGAMA</a:t>
            </a:r>
            <a:endParaRPr lang="en-ID" sz="2800" dirty="0"/>
          </a:p>
        </p:txBody>
      </p:sp>
      <p:sp>
        <p:nvSpPr>
          <p:cNvPr id="7" name="Text Placeholder 6">
            <a:extLst>
              <a:ext uri="{FF2B5EF4-FFF2-40B4-BE49-F238E27FC236}">
                <a16:creationId xmlns:a16="http://schemas.microsoft.com/office/drawing/2014/main" id="{94BBA398-4348-4AFA-ADFC-22B0E2832F26}"/>
              </a:ext>
            </a:extLst>
          </p:cNvPr>
          <p:cNvSpPr>
            <a:spLocks noGrp="1"/>
          </p:cNvSpPr>
          <p:nvPr>
            <p:ph type="body" sz="quarter" idx="13"/>
          </p:nvPr>
        </p:nvSpPr>
        <p:spPr>
          <a:xfrm>
            <a:off x="838199" y="1376275"/>
            <a:ext cx="6840025" cy="387798"/>
          </a:xfrm>
        </p:spPr>
        <p:txBody>
          <a:bodyPr/>
          <a:lstStyle/>
          <a:p>
            <a:pPr algn="ctr"/>
            <a:r>
              <a:rPr lang="en-US" dirty="0"/>
              <a:t>SEMA No. 3 </a:t>
            </a:r>
            <a:r>
              <a:rPr lang="en-US" dirty="0" err="1"/>
              <a:t>Tahun</a:t>
            </a:r>
            <a:r>
              <a:rPr lang="en-US" dirty="0"/>
              <a:t> 2018</a:t>
            </a:r>
            <a:endParaRPr lang="en-ID" dirty="0"/>
          </a:p>
        </p:txBody>
      </p:sp>
      <p:sp>
        <p:nvSpPr>
          <p:cNvPr id="8" name="Text Placeholder 7">
            <a:extLst>
              <a:ext uri="{FF2B5EF4-FFF2-40B4-BE49-F238E27FC236}">
                <a16:creationId xmlns:a16="http://schemas.microsoft.com/office/drawing/2014/main" id="{7D803E82-D4BF-4AB5-96F0-8779E6C5D50F}"/>
              </a:ext>
            </a:extLst>
          </p:cNvPr>
          <p:cNvSpPr>
            <a:spLocks noGrp="1"/>
          </p:cNvSpPr>
          <p:nvPr>
            <p:ph type="body" sz="quarter" idx="14"/>
          </p:nvPr>
        </p:nvSpPr>
        <p:spPr>
          <a:xfrm>
            <a:off x="838199" y="2338746"/>
            <a:ext cx="5962060" cy="3504486"/>
          </a:xfrm>
        </p:spPr>
        <p:txBody>
          <a:bodyPr/>
          <a:lstStyle/>
          <a:p>
            <a:pPr algn="ctr"/>
            <a:r>
              <a:rPr lang="en-US" dirty="0" err="1"/>
              <a:t>Gugatan</a:t>
            </a:r>
            <a:r>
              <a:rPr lang="en-US" dirty="0"/>
              <a:t> </a:t>
            </a:r>
            <a:r>
              <a:rPr lang="en-US" dirty="0" err="1"/>
              <a:t>mengenai</a:t>
            </a:r>
            <a:r>
              <a:rPr lang="en-US" dirty="0"/>
              <a:t> </a:t>
            </a:r>
            <a:r>
              <a:rPr lang="en-US" dirty="0" err="1"/>
              <a:t>tanah</a:t>
            </a:r>
            <a:r>
              <a:rPr lang="en-US" dirty="0"/>
              <a:t> dan/</a:t>
            </a:r>
            <a:r>
              <a:rPr lang="en-US" dirty="0" err="1"/>
              <a:t>atau</a:t>
            </a:r>
            <a:r>
              <a:rPr lang="en-US" dirty="0"/>
              <a:t> </a:t>
            </a:r>
            <a:r>
              <a:rPr lang="en-US" dirty="0" err="1"/>
              <a:t>bangunan</a:t>
            </a:r>
            <a:r>
              <a:rPr lang="en-US" dirty="0"/>
              <a:t> yang </a:t>
            </a:r>
            <a:r>
              <a:rPr lang="en-US" dirty="0" err="1"/>
              <a:t>belum</a:t>
            </a:r>
            <a:r>
              <a:rPr lang="en-US" dirty="0"/>
              <a:t> </a:t>
            </a:r>
            <a:r>
              <a:rPr lang="en-US" dirty="0" err="1"/>
              <a:t>terdaftar</a:t>
            </a:r>
            <a:r>
              <a:rPr lang="en-US" dirty="0"/>
              <a:t> yang </a:t>
            </a:r>
            <a:r>
              <a:rPr lang="en-US" dirty="0" err="1"/>
              <a:t>sudah</a:t>
            </a:r>
            <a:r>
              <a:rPr lang="en-US" dirty="0"/>
              <a:t> </a:t>
            </a:r>
            <a:r>
              <a:rPr lang="en-US" dirty="0" err="1"/>
              <a:t>menguraikan</a:t>
            </a:r>
            <a:r>
              <a:rPr lang="en-US" dirty="0"/>
              <a:t> </a:t>
            </a:r>
            <a:r>
              <a:rPr lang="en-US" dirty="0" err="1"/>
              <a:t>letak</a:t>
            </a:r>
            <a:r>
              <a:rPr lang="en-US" dirty="0"/>
              <a:t>, </a:t>
            </a:r>
            <a:r>
              <a:rPr lang="en-US" dirty="0" err="1"/>
              <a:t>ukuran</a:t>
            </a:r>
            <a:r>
              <a:rPr lang="en-US" dirty="0"/>
              <a:t> dan </a:t>
            </a:r>
            <a:r>
              <a:rPr lang="en-US" dirty="0" err="1"/>
              <a:t>batas-batas</a:t>
            </a:r>
            <a:r>
              <a:rPr lang="en-US" dirty="0"/>
              <a:t>, </a:t>
            </a:r>
            <a:r>
              <a:rPr lang="en-US" dirty="0" err="1"/>
              <a:t>akan</a:t>
            </a:r>
            <a:r>
              <a:rPr lang="en-US" dirty="0"/>
              <a:t> </a:t>
            </a:r>
            <a:r>
              <a:rPr lang="en-US" dirty="0" err="1"/>
              <a:t>tetapi</a:t>
            </a:r>
            <a:r>
              <a:rPr lang="en-US" dirty="0"/>
              <a:t> </a:t>
            </a:r>
            <a:r>
              <a:rPr lang="en-US" dirty="0" err="1"/>
              <a:t>terjadi</a:t>
            </a:r>
            <a:r>
              <a:rPr lang="en-US" dirty="0"/>
              <a:t> </a:t>
            </a:r>
            <a:r>
              <a:rPr lang="en-US" dirty="0" err="1"/>
              <a:t>perbedaan</a:t>
            </a:r>
            <a:r>
              <a:rPr lang="en-US" dirty="0"/>
              <a:t> data </a:t>
            </a:r>
            <a:r>
              <a:rPr lang="en-US" dirty="0" err="1"/>
              <a:t>objek</a:t>
            </a:r>
            <a:r>
              <a:rPr lang="en-US" dirty="0"/>
              <a:t> </a:t>
            </a:r>
            <a:r>
              <a:rPr lang="en-US" dirty="0" err="1"/>
              <a:t>sengketa</a:t>
            </a:r>
            <a:r>
              <a:rPr lang="en-US" dirty="0"/>
              <a:t> </a:t>
            </a:r>
            <a:r>
              <a:rPr lang="en-US" dirty="0" err="1"/>
              <a:t>dalam</a:t>
            </a:r>
            <a:r>
              <a:rPr lang="en-US" dirty="0"/>
              <a:t> </a:t>
            </a:r>
            <a:r>
              <a:rPr lang="en-US" dirty="0" err="1"/>
              <a:t>gugatan</a:t>
            </a:r>
            <a:r>
              <a:rPr lang="en-US" dirty="0"/>
              <a:t> </a:t>
            </a:r>
            <a:r>
              <a:rPr lang="en-US" dirty="0" err="1"/>
              <a:t>dengan</a:t>
            </a:r>
            <a:r>
              <a:rPr lang="en-US" dirty="0"/>
              <a:t> </a:t>
            </a:r>
            <a:r>
              <a:rPr lang="en-US" dirty="0" err="1"/>
              <a:t>hasil</a:t>
            </a:r>
            <a:r>
              <a:rPr lang="en-US" dirty="0"/>
              <a:t> </a:t>
            </a:r>
            <a:r>
              <a:rPr lang="en-US" dirty="0" err="1"/>
              <a:t>pemeriksaan</a:t>
            </a:r>
            <a:r>
              <a:rPr lang="en-US" dirty="0"/>
              <a:t> </a:t>
            </a:r>
            <a:r>
              <a:rPr lang="en-US" dirty="0" err="1"/>
              <a:t>setempat</a:t>
            </a:r>
            <a:r>
              <a:rPr lang="en-US" dirty="0"/>
              <a:t> (</a:t>
            </a:r>
            <a:r>
              <a:rPr lang="en-US" i="1" dirty="0" err="1"/>
              <a:t>descente</a:t>
            </a:r>
            <a:r>
              <a:rPr lang="en-US" dirty="0"/>
              <a:t>), </a:t>
            </a:r>
            <a:r>
              <a:rPr lang="en-US" dirty="0" err="1"/>
              <a:t>maka</a:t>
            </a:r>
            <a:r>
              <a:rPr lang="en-US" dirty="0"/>
              <a:t> yang </a:t>
            </a:r>
            <a:r>
              <a:rPr lang="en-US" dirty="0" err="1"/>
              <a:t>digunakan</a:t>
            </a:r>
            <a:r>
              <a:rPr lang="en-US" dirty="0"/>
              <a:t> </a:t>
            </a:r>
            <a:r>
              <a:rPr lang="en-US" dirty="0" err="1"/>
              <a:t>adalah</a:t>
            </a:r>
            <a:r>
              <a:rPr lang="en-US" dirty="0"/>
              <a:t> data </a:t>
            </a:r>
            <a:r>
              <a:rPr lang="en-US" dirty="0" err="1"/>
              <a:t>fisik</a:t>
            </a:r>
            <a:r>
              <a:rPr lang="en-US" dirty="0"/>
              <a:t> </a:t>
            </a:r>
            <a:r>
              <a:rPr lang="en-US" dirty="0" err="1"/>
              <a:t>hasil</a:t>
            </a:r>
            <a:r>
              <a:rPr lang="en-US" dirty="0"/>
              <a:t> </a:t>
            </a:r>
            <a:r>
              <a:rPr lang="en-US" dirty="0" err="1"/>
              <a:t>pemeriksaan</a:t>
            </a:r>
            <a:r>
              <a:rPr lang="en-US" dirty="0"/>
              <a:t> </a:t>
            </a:r>
            <a:r>
              <a:rPr lang="en-US" dirty="0" err="1"/>
              <a:t>setempat</a:t>
            </a:r>
            <a:r>
              <a:rPr lang="en-US" dirty="0"/>
              <a:t> (</a:t>
            </a:r>
            <a:r>
              <a:rPr lang="en-US" i="1" dirty="0" err="1"/>
              <a:t>descente</a:t>
            </a:r>
            <a:r>
              <a:rPr lang="en-US" dirty="0"/>
              <a:t>).</a:t>
            </a:r>
            <a:endParaRPr lang="en-ID" dirty="0"/>
          </a:p>
        </p:txBody>
      </p:sp>
      <p:pic>
        <p:nvPicPr>
          <p:cNvPr id="12" name="Picture 11">
            <a:extLst>
              <a:ext uri="{FF2B5EF4-FFF2-40B4-BE49-F238E27FC236}">
                <a16:creationId xmlns:a16="http://schemas.microsoft.com/office/drawing/2014/main" id="{438D6AE7-B730-42BC-8FE6-3394EF8E3E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2814" y="144231"/>
            <a:ext cx="784803" cy="99946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707606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B25D02DC-5B92-43F2-9F4C-45CDDCCD92B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1975" r="21975"/>
          <a:stretch>
            <a:fillRect/>
          </a:stretch>
        </p:blipFill>
        <p:spPr/>
      </p:pic>
      <p:sp>
        <p:nvSpPr>
          <p:cNvPr id="6" name="Title 5">
            <a:extLst>
              <a:ext uri="{FF2B5EF4-FFF2-40B4-BE49-F238E27FC236}">
                <a16:creationId xmlns:a16="http://schemas.microsoft.com/office/drawing/2014/main" id="{DE286D4B-218C-4FC1-A6D7-93E70C1A0750}"/>
              </a:ext>
            </a:extLst>
          </p:cNvPr>
          <p:cNvSpPr>
            <a:spLocks noGrp="1"/>
          </p:cNvSpPr>
          <p:nvPr>
            <p:ph type="title"/>
          </p:nvPr>
        </p:nvSpPr>
        <p:spPr>
          <a:xfrm>
            <a:off x="6301514" y="436451"/>
            <a:ext cx="5178777" cy="1682620"/>
          </a:xfrm>
        </p:spPr>
        <p:txBody>
          <a:bodyPr>
            <a:normAutofit/>
          </a:bodyPr>
          <a:lstStyle/>
          <a:p>
            <a:r>
              <a:rPr lang="en-US" sz="3600" dirty="0"/>
              <a:t>6 MASALAH WARIS YANG SERING TERJADI</a:t>
            </a:r>
            <a:endParaRPr lang="en-ID" sz="3600" dirty="0"/>
          </a:p>
        </p:txBody>
      </p:sp>
      <p:sp>
        <p:nvSpPr>
          <p:cNvPr id="8" name="Text Placeholder 7">
            <a:extLst>
              <a:ext uri="{FF2B5EF4-FFF2-40B4-BE49-F238E27FC236}">
                <a16:creationId xmlns:a16="http://schemas.microsoft.com/office/drawing/2014/main" id="{85BCCBC6-A948-41E1-80C6-B37C3484F043}"/>
              </a:ext>
            </a:extLst>
          </p:cNvPr>
          <p:cNvSpPr>
            <a:spLocks noGrp="1"/>
          </p:cNvSpPr>
          <p:nvPr>
            <p:ph type="body" sz="quarter" idx="14"/>
          </p:nvPr>
        </p:nvSpPr>
        <p:spPr>
          <a:xfrm>
            <a:off x="6301514" y="2119071"/>
            <a:ext cx="5191477" cy="4198601"/>
          </a:xfrm>
        </p:spPr>
        <p:txBody>
          <a:bodyPr>
            <a:normAutofit fontScale="77500" lnSpcReduction="20000"/>
          </a:bodyPr>
          <a:lstStyle/>
          <a:p>
            <a:pPr marL="514350" indent="-514350">
              <a:buFont typeface="+mj-lt"/>
              <a:buAutoNum type="arabicPeriod"/>
            </a:pPr>
            <a:r>
              <a:rPr lang="en-US" dirty="0" err="1"/>
              <a:t>Tak</a:t>
            </a:r>
            <a:r>
              <a:rPr lang="en-US" dirty="0"/>
              <a:t> </a:t>
            </a:r>
            <a:r>
              <a:rPr lang="en-US" dirty="0" err="1"/>
              <a:t>setuju</a:t>
            </a:r>
            <a:r>
              <a:rPr lang="en-US" dirty="0"/>
              <a:t> </a:t>
            </a:r>
            <a:r>
              <a:rPr lang="en-US" dirty="0" err="1"/>
              <a:t>dengan</a:t>
            </a:r>
            <a:r>
              <a:rPr lang="en-US" dirty="0"/>
              <a:t> fatwa/</a:t>
            </a:r>
            <a:r>
              <a:rPr lang="en-US" dirty="0" err="1"/>
              <a:t>ketentuan</a:t>
            </a:r>
            <a:r>
              <a:rPr lang="en-US" dirty="0"/>
              <a:t> </a:t>
            </a:r>
            <a:r>
              <a:rPr lang="en-US" dirty="0" err="1"/>
              <a:t>tentang</a:t>
            </a:r>
            <a:r>
              <a:rPr lang="en-US" dirty="0"/>
              <a:t> </a:t>
            </a:r>
            <a:r>
              <a:rPr lang="en-US" dirty="0" err="1"/>
              <a:t>pembagian</a:t>
            </a:r>
            <a:r>
              <a:rPr lang="en-US" dirty="0"/>
              <a:t> </a:t>
            </a:r>
            <a:r>
              <a:rPr lang="en-US" dirty="0" err="1"/>
              <a:t>waris</a:t>
            </a:r>
            <a:endParaRPr lang="en-US" dirty="0"/>
          </a:p>
          <a:p>
            <a:pPr marL="514350" indent="-514350">
              <a:buFont typeface="+mj-lt"/>
              <a:buAutoNum type="arabicPeriod"/>
            </a:pPr>
            <a:r>
              <a:rPr lang="en-US" dirty="0" err="1"/>
              <a:t>Dihalang-halangi</a:t>
            </a:r>
            <a:r>
              <a:rPr lang="en-US" dirty="0"/>
              <a:t> </a:t>
            </a:r>
            <a:r>
              <a:rPr lang="en-US" dirty="0" err="1"/>
              <a:t>saat</a:t>
            </a:r>
            <a:r>
              <a:rPr lang="en-US" dirty="0"/>
              <a:t> </a:t>
            </a:r>
            <a:r>
              <a:rPr lang="en-US" dirty="0" err="1"/>
              <a:t>pembagian</a:t>
            </a:r>
            <a:r>
              <a:rPr lang="en-US" dirty="0"/>
              <a:t> </a:t>
            </a:r>
            <a:r>
              <a:rPr lang="en-US" dirty="0" err="1"/>
              <a:t>waris</a:t>
            </a:r>
            <a:endParaRPr lang="en-US" dirty="0"/>
          </a:p>
          <a:p>
            <a:pPr marL="514350" indent="-514350">
              <a:buFont typeface="+mj-lt"/>
              <a:buAutoNum type="arabicPeriod"/>
            </a:pPr>
            <a:r>
              <a:rPr lang="en-US" dirty="0" err="1"/>
              <a:t>Pewaris</a:t>
            </a:r>
            <a:r>
              <a:rPr lang="en-US" dirty="0"/>
              <a:t> </a:t>
            </a:r>
            <a:r>
              <a:rPr lang="en-US" dirty="0" err="1"/>
              <a:t>poligami</a:t>
            </a:r>
            <a:endParaRPr lang="en-US" dirty="0"/>
          </a:p>
          <a:p>
            <a:pPr marL="514350" indent="-514350">
              <a:buFont typeface="+mj-lt"/>
              <a:buAutoNum type="arabicPeriod"/>
            </a:pPr>
            <a:r>
              <a:rPr lang="en-US" dirty="0" err="1"/>
              <a:t>Pewaris</a:t>
            </a:r>
            <a:r>
              <a:rPr lang="en-US" dirty="0"/>
              <a:t> </a:t>
            </a:r>
            <a:r>
              <a:rPr lang="en-US" dirty="0" err="1"/>
              <a:t>tidak</a:t>
            </a:r>
            <a:r>
              <a:rPr lang="en-US" dirty="0"/>
              <a:t> </a:t>
            </a:r>
            <a:r>
              <a:rPr lang="en-US" dirty="0" err="1"/>
              <a:t>menikah</a:t>
            </a:r>
            <a:endParaRPr lang="en-US" dirty="0"/>
          </a:p>
          <a:p>
            <a:pPr marL="514350" indent="-514350">
              <a:buFont typeface="+mj-lt"/>
              <a:buAutoNum type="arabicPeriod"/>
            </a:pPr>
            <a:r>
              <a:rPr lang="en-US" dirty="0" err="1"/>
              <a:t>Sudah</a:t>
            </a:r>
            <a:r>
              <a:rPr lang="en-US" dirty="0"/>
              <a:t> </a:t>
            </a:r>
            <a:r>
              <a:rPr lang="en-US" dirty="0" err="1"/>
              <a:t>bercerai</a:t>
            </a:r>
            <a:r>
              <a:rPr lang="en-US" dirty="0"/>
              <a:t>, </a:t>
            </a:r>
            <a:r>
              <a:rPr lang="en-US" dirty="0" err="1"/>
              <a:t>berhak</a:t>
            </a:r>
            <a:r>
              <a:rPr lang="en-US" dirty="0"/>
              <a:t> </a:t>
            </a:r>
            <a:r>
              <a:rPr lang="en-US" dirty="0" err="1"/>
              <a:t>menerima</a:t>
            </a:r>
            <a:r>
              <a:rPr lang="en-US" dirty="0"/>
              <a:t> </a:t>
            </a:r>
            <a:r>
              <a:rPr lang="en-US" dirty="0" err="1"/>
              <a:t>waris</a:t>
            </a:r>
            <a:r>
              <a:rPr lang="en-US" dirty="0"/>
              <a:t>?</a:t>
            </a:r>
          </a:p>
          <a:p>
            <a:pPr marL="514350" indent="-514350">
              <a:buFont typeface="+mj-lt"/>
              <a:buAutoNum type="arabicPeriod"/>
            </a:pPr>
            <a:r>
              <a:rPr lang="en-US" dirty="0" err="1"/>
              <a:t>Wasiat</a:t>
            </a:r>
            <a:r>
              <a:rPr lang="en-US" dirty="0"/>
              <a:t> </a:t>
            </a:r>
            <a:r>
              <a:rPr lang="en-US" dirty="0" err="1"/>
              <a:t>lebih</a:t>
            </a:r>
            <a:r>
              <a:rPr lang="en-US" dirty="0"/>
              <a:t> </a:t>
            </a:r>
            <a:r>
              <a:rPr lang="en-US" dirty="0" err="1"/>
              <a:t>besar</a:t>
            </a:r>
            <a:r>
              <a:rPr lang="en-US" dirty="0"/>
              <a:t> </a:t>
            </a:r>
            <a:r>
              <a:rPr lang="en-US" dirty="0" err="1"/>
              <a:t>dari</a:t>
            </a:r>
            <a:r>
              <a:rPr lang="en-US" dirty="0"/>
              <a:t> </a:t>
            </a:r>
            <a:r>
              <a:rPr lang="en-US" dirty="0" err="1"/>
              <a:t>jatah</a:t>
            </a:r>
            <a:r>
              <a:rPr lang="en-US" dirty="0"/>
              <a:t> </a:t>
            </a:r>
            <a:r>
              <a:rPr lang="en-US" dirty="0" err="1"/>
              <a:t>ahli</a:t>
            </a:r>
            <a:r>
              <a:rPr lang="en-US" dirty="0"/>
              <a:t> </a:t>
            </a:r>
            <a:r>
              <a:rPr lang="en-US" dirty="0" err="1"/>
              <a:t>waris</a:t>
            </a:r>
            <a:endParaRPr lang="en-US" dirty="0"/>
          </a:p>
          <a:p>
            <a:pPr marL="514350" indent="-514350">
              <a:buFont typeface="+mj-lt"/>
              <a:buAutoNum type="arabicPeriod"/>
            </a:pPr>
            <a:endParaRPr lang="en-ID" dirty="0"/>
          </a:p>
        </p:txBody>
      </p:sp>
    </p:spTree>
    <p:extLst>
      <p:ext uri="{BB962C8B-B14F-4D97-AF65-F5344CB8AC3E}">
        <p14:creationId xmlns:p14="http://schemas.microsoft.com/office/powerpoint/2010/main" val="1387359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601167-6A3C-42D8-AECD-35B75F849A5C}"/>
              </a:ext>
            </a:extLst>
          </p:cNvPr>
          <p:cNvSpPr>
            <a:spLocks noGrp="1"/>
          </p:cNvSpPr>
          <p:nvPr>
            <p:ph type="title"/>
          </p:nvPr>
        </p:nvSpPr>
        <p:spPr/>
        <p:txBody>
          <a:bodyPr/>
          <a:lstStyle/>
          <a:p>
            <a:r>
              <a:rPr lang="en-US" dirty="0" err="1"/>
              <a:t>Terimakasih</a:t>
            </a:r>
            <a:endParaRPr lang="en-ID" dirty="0"/>
          </a:p>
        </p:txBody>
      </p:sp>
    </p:spTree>
    <p:extLst>
      <p:ext uri="{BB962C8B-B14F-4D97-AF65-F5344CB8AC3E}">
        <p14:creationId xmlns:p14="http://schemas.microsoft.com/office/powerpoint/2010/main" val="121162352"/>
      </p:ext>
    </p:extLst>
  </p:cSld>
  <p:clrMapOvr>
    <a:masterClrMapping/>
  </p:clrMapOvr>
</p:sld>
</file>

<file path=ppt/theme/theme1.xml><?xml version="1.0" encoding="utf-8"?>
<a:theme xmlns:a="http://schemas.openxmlformats.org/drawingml/2006/main" name="Office Theme">
  <a:themeElements>
    <a:clrScheme name="Academia Green">
      <a:dk1>
        <a:sysClr val="windowText" lastClr="000000"/>
      </a:dk1>
      <a:lt1>
        <a:sysClr val="window" lastClr="FFFFFF"/>
      </a:lt1>
      <a:dk2>
        <a:srgbClr val="44546A"/>
      </a:dk2>
      <a:lt2>
        <a:srgbClr val="E7E6E6"/>
      </a:lt2>
      <a:accent1>
        <a:srgbClr val="70BB2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9744</TotalTime>
  <Words>1786</Words>
  <Application>Microsoft Office PowerPoint</Application>
  <PresentationFormat>Widescreen</PresentationFormat>
  <Paragraphs>178</Paragraphs>
  <Slides>42</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42</vt:i4>
      </vt:variant>
    </vt:vector>
  </HeadingPairs>
  <TitlesOfParts>
    <vt:vector size="55" baseType="lpstr">
      <vt:lpstr>Wingdings</vt:lpstr>
      <vt:lpstr>Arial</vt:lpstr>
      <vt:lpstr>Montserrat ExtraBold</vt:lpstr>
      <vt:lpstr>Segoe UI Semibold</vt:lpstr>
      <vt:lpstr>Bookman Old Style</vt:lpstr>
      <vt:lpstr>Calibri</vt:lpstr>
      <vt:lpstr>Open Sans Extrabold</vt:lpstr>
      <vt:lpstr>Poppins SemiBold</vt:lpstr>
      <vt:lpstr>Segoe UI</vt:lpstr>
      <vt:lpstr>Open Sans</vt:lpstr>
      <vt:lpstr>Courier New</vt:lpstr>
      <vt:lpstr>Poppins Light</vt:lpstr>
      <vt:lpstr>Office Theme</vt:lpstr>
      <vt:lpstr>PowerPoint Presentation</vt:lpstr>
      <vt:lpstr>PROBLEMATIKA PEMBUKTIAN DAN PENGGALIAN FAKTA PERKARA WARIS</vt:lpstr>
      <vt:lpstr>Kedudukan Peradilan Agama Dalam Konstitusi</vt:lpstr>
      <vt:lpstr>KEWENANGAAN PERADILAN AGAMA</vt:lpstr>
      <vt:lpstr>Penjelasan Pasal 49 huruf b  UU No. 3/2006</vt:lpstr>
      <vt:lpstr>MENURUT  SUDIKNO MERTOKUSUMO</vt:lpstr>
      <vt:lpstr>Hakim merupakan representasi lembaga peradilan, dalam membuat keputusan suatu perkara selain dituntut memiliki kemampuan intektual, juga memiliki moral dan integritas yang tinggi sehingga mampu memberikan rasa keadilan, menjamin  kepastian hukum dan dapat memberikan manfaat bagi masyarakat luas. </vt:lpstr>
      <vt:lpstr>PUTUSAN HAKIM AKAN BERKUALITAS BILA HAKIM MEMPUNYAI PENGETAHUAN DI BIDANG ILMU HUKUM:</vt:lpstr>
      <vt:lpstr>TUGAS HAKIM</vt:lpstr>
      <vt:lpstr>MENGKONSTATIR</vt:lpstr>
      <vt:lpstr>MENGKUALIFISIR</vt:lpstr>
      <vt:lpstr>MENGKONSTITUIR</vt:lpstr>
      <vt:lpstr>Asas-Asas  Hukum Pembuktian Menurut Prof. Ahmad Ali</vt:lpstr>
      <vt:lpstr>Asas Audi Et Alteram Partem</vt:lpstr>
      <vt:lpstr>Asas Ius Curia Novit</vt:lpstr>
      <vt:lpstr>Asas Nemo Testis Indoneus In Propria Causa</vt:lpstr>
      <vt:lpstr>Asas Ultra Ne Petita</vt:lpstr>
      <vt:lpstr>Asas De Gustibus Non Est Disputandum</vt:lpstr>
      <vt:lpstr>Asas Nemo Plus Juris Transferre Potest Quam Ipse Habet</vt:lpstr>
      <vt:lpstr>DASAR HUKUM PEMBUKTIAN</vt:lpstr>
      <vt:lpstr>Dalam proses pembuktian, setidaknya hakim membutuhkan:</vt:lpstr>
      <vt:lpstr>BEBAN PEMBUKTIAN</vt:lpstr>
      <vt:lpstr>YANG TIDAK PERLU DIBUKTIKAN</vt:lpstr>
      <vt:lpstr>MACAM-MACAM ALAT BUKTI</vt:lpstr>
      <vt:lpstr>Alat Bukti Surat</vt:lpstr>
      <vt:lpstr>ALAT BUKTI SURAT</vt:lpstr>
      <vt:lpstr>Adalah suatu akta yg dibuat dalam bentuk menurut undang-undang oleh atau di hadapan seorang pegawai umum yg berwenang untuk itu, di tempat di mana akta itu dibuat. (Ps. 165 HIR/285 RBg)  Kekuatan hukum akta otentik merupakan bukti yg sempurna bagi para pihak dan ahli warisnya. (Ps. 165 HIR)  Terhadap pihak ketiga akta tersebut merupakan alat bukti bebas.</vt:lpstr>
      <vt:lpstr>AKTA BAWAH TANGAN</vt:lpstr>
      <vt:lpstr>ALAT BUKTI SAKSI</vt:lpstr>
      <vt:lpstr>TIDAK DAPAT DIDENGAR SEBAGAI SAKSI</vt:lpstr>
      <vt:lpstr>SAKSI AHLI</vt:lpstr>
      <vt:lpstr>PowerPoint Presentation</vt:lpstr>
      <vt:lpstr>PERSANGKAAN ada 2 Macam</vt:lpstr>
      <vt:lpstr>PENGAKUAN</vt:lpstr>
      <vt:lpstr>BENTUK-BENTUK (ALAT BUKTI) PENGAKUAN</vt:lpstr>
      <vt:lpstr>BUKTI SUMPAH</vt:lpstr>
      <vt:lpstr>BENTUK-BENTUK SUMPAH</vt:lpstr>
      <vt:lpstr>DESCENTE (pemeriksaan setempat)</vt:lpstr>
      <vt:lpstr>RUMUSAN HUKUM  KAMAR AGAMA</vt:lpstr>
      <vt:lpstr>RUMUSAN HUKUM KAMAR AGAMA</vt:lpstr>
      <vt:lpstr>6 MASALAH WARIS YANG SERING TERJADI</vt:lpstr>
      <vt:lpstr>Terimakasih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Erick MSaputra</dc:creator>
  <cp:lastModifiedBy>user</cp:lastModifiedBy>
  <cp:revision>84</cp:revision>
  <dcterms:created xsi:type="dcterms:W3CDTF">2020-10-21T03:09:28Z</dcterms:created>
  <dcterms:modified xsi:type="dcterms:W3CDTF">2022-08-14T02:03:27Z</dcterms:modified>
</cp:coreProperties>
</file>